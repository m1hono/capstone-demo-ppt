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6b562d5a73468c" /><Relationship Type="http://schemas.openxmlformats.org/officeDocument/2006/relationships/extended-properties" Target="/docProps/app.xml" Id="Rbb7336bb9dac47b0" /><Relationship Type="http://schemas.openxmlformats.org/officeDocument/2006/relationships/officeDocument" Target="/ppt/presentation.xml" Id="R03ca658b01264d28" /></Relationships>
</file>

<file path=ppt/presentation.xml><?xml version="1.0" encoding="utf-8"?>
<p:presentation xmlns:p="http://schemas.openxmlformats.org/presentationml/2006/main">
  <p:sldMasterIdLst>
    <p:sldMasterId xmlns:r="http://schemas.openxmlformats.org/officeDocument/2006/relationships" id="2147483648" r:id="Rdb8fa5e62cdc48cb"/>
  </p:sldMasterIdLst>
  <p:notesMasterIdLst>
    <p:notesMasterId xmlns:r="http://schemas.openxmlformats.org/officeDocument/2006/relationships" r:id="R0fcc0e1c5b8e40b3"/>
  </p:notesMasterIdLst>
  <p:sldIdLst>
    <p:sldId xmlns:r="http://schemas.openxmlformats.org/officeDocument/2006/relationships" id="256" r:id="R4d9a179300cc415e"/>
    <p:sldId xmlns:r="http://schemas.openxmlformats.org/officeDocument/2006/relationships" id="257" r:id="R8fc310a4764848df"/>
    <p:sldId xmlns:r="http://schemas.openxmlformats.org/officeDocument/2006/relationships" id="258" r:id="R3b1d40d47bf24999"/>
    <p:sldId xmlns:r="http://schemas.openxmlformats.org/officeDocument/2006/relationships" id="259" r:id="R1e12fee4927d406d"/>
    <p:sldId xmlns:r="http://schemas.openxmlformats.org/officeDocument/2006/relationships" id="260" r:id="Rfd61eac2fe7043f7"/>
    <p:sldId xmlns:r="http://schemas.openxmlformats.org/officeDocument/2006/relationships" id="261" r:id="Rd3a02c5b10e54266"/>
    <p:sldId xmlns:r="http://schemas.openxmlformats.org/officeDocument/2006/relationships" id="262" r:id="Rde544ebabcf44a3e"/>
    <p:sldId xmlns:r="http://schemas.openxmlformats.org/officeDocument/2006/relationships" id="263" r:id="Ra53a30c70cc64766"/>
    <p:sldId xmlns:r="http://schemas.openxmlformats.org/officeDocument/2006/relationships" id="264" r:id="Rf3fc571ebc8a49c8"/>
    <p:sldId xmlns:r="http://schemas.openxmlformats.org/officeDocument/2006/relationships" id="265" r:id="R00176fa033284bb4"/>
    <p:sldId xmlns:r="http://schemas.openxmlformats.org/officeDocument/2006/relationships" id="266" r:id="R6154d905c8a64b9d"/>
    <p:sldId xmlns:r="http://schemas.openxmlformats.org/officeDocument/2006/relationships" id="267" r:id="R215dfe4634e34c2a"/>
    <p:sldId xmlns:r="http://schemas.openxmlformats.org/officeDocument/2006/relationships" id="268" r:id="Rc2c6b006bce246a9"/>
    <p:sldId xmlns:r="http://schemas.openxmlformats.org/officeDocument/2006/relationships" id="269" r:id="R2832b455993c4eb4"/>
    <p:sldId xmlns:r="http://schemas.openxmlformats.org/officeDocument/2006/relationships" id="270" r:id="R68c4547df6c849a7"/>
    <p:sldId xmlns:r="http://schemas.openxmlformats.org/officeDocument/2006/relationships" id="271" r:id="Rfdf1c2655561471c"/>
    <p:sldId xmlns:r="http://schemas.openxmlformats.org/officeDocument/2006/relationships" id="272" r:id="Rb43bc76f7c4441e7"/>
    <p:sldId xmlns:r="http://schemas.openxmlformats.org/officeDocument/2006/relationships" id="273" r:id="Rcc3efa30aba349b2"/>
    <p:sldId xmlns:r="http://schemas.openxmlformats.org/officeDocument/2006/relationships" id="274" r:id="R085b19051f384031"/>
    <p:sldId xmlns:r="http://schemas.openxmlformats.org/officeDocument/2006/relationships" id="275" r:id="Rbd33e8ee5acc4a52"/>
    <p:sldId xmlns:r="http://schemas.openxmlformats.org/officeDocument/2006/relationships" id="276" r:id="Ra519d3c03c2e4fcb"/>
    <p:sldId xmlns:r="http://schemas.openxmlformats.org/officeDocument/2006/relationships" id="277" r:id="Rbc50c775b35e480f"/>
    <p:sldId xmlns:r="http://schemas.openxmlformats.org/officeDocument/2006/relationships" id="278" r:id="R70daec09af194ee3"/>
    <p:sldId xmlns:r="http://schemas.openxmlformats.org/officeDocument/2006/relationships" id="279" r:id="R2307f4eb2c6c470f"/>
    <p:sldId xmlns:r="http://schemas.openxmlformats.org/officeDocument/2006/relationships" id="280" r:id="Re727bce469324d8b"/>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db8fa5e62cdc48cb" /><Relationship Type="http://schemas.openxmlformats.org/officeDocument/2006/relationships/theme" Target="/ppt/theme/theme1.xml" Id="Ra7b07c45afa24b9f" /><Relationship Type="http://schemas.openxmlformats.org/officeDocument/2006/relationships/notesMaster" Target="/ppt/notesMasters/notesMaster1.xml" Id="R0fcc0e1c5b8e40b3" /><Relationship Type="http://schemas.openxmlformats.org/officeDocument/2006/relationships/presProps" Target="/ppt/presProps.xml" Id="R204fd55b80bb4986" /><Relationship Type="http://schemas.openxmlformats.org/officeDocument/2006/relationships/viewProps" Target="/ppt/viewProps.xml" Id="R22f8c254d0ad4a8a" /><Relationship Type="http://schemas.openxmlformats.org/officeDocument/2006/relationships/tableStyles" Target="/ppt/tableStyles.xml" Id="Rd490bb7b6bf84d29" /><Relationship Type="http://schemas.openxmlformats.org/officeDocument/2006/relationships/slide" Target="/ppt/slides/slide1.xml" Id="R4d9a179300cc415e" /><Relationship Type="http://schemas.openxmlformats.org/officeDocument/2006/relationships/slide" Target="/ppt/slides/slide2.xml" Id="R8fc310a4764848df" /><Relationship Type="http://schemas.openxmlformats.org/officeDocument/2006/relationships/slide" Target="/ppt/slides/slide3.xml" Id="R3b1d40d47bf24999" /><Relationship Type="http://schemas.openxmlformats.org/officeDocument/2006/relationships/slide" Target="/ppt/slides/slide4.xml" Id="R1e12fee4927d406d" /><Relationship Type="http://schemas.openxmlformats.org/officeDocument/2006/relationships/slide" Target="/ppt/slides/slide5.xml" Id="Rfd61eac2fe7043f7" /><Relationship Type="http://schemas.openxmlformats.org/officeDocument/2006/relationships/slide" Target="/ppt/slides/slide6.xml" Id="Rd3a02c5b10e54266" /><Relationship Type="http://schemas.openxmlformats.org/officeDocument/2006/relationships/slide" Target="/ppt/slides/slide7.xml" Id="Rde544ebabcf44a3e" /><Relationship Type="http://schemas.openxmlformats.org/officeDocument/2006/relationships/slide" Target="/ppt/slides/slide8.xml" Id="Ra53a30c70cc64766" /><Relationship Type="http://schemas.openxmlformats.org/officeDocument/2006/relationships/slide" Target="/ppt/slides/slide9.xml" Id="Rf3fc571ebc8a49c8" /><Relationship Type="http://schemas.openxmlformats.org/officeDocument/2006/relationships/slide" Target="/ppt/slides/slide10.xml" Id="R00176fa033284bb4" /><Relationship Type="http://schemas.openxmlformats.org/officeDocument/2006/relationships/slide" Target="/ppt/slides/slide11.xml" Id="R6154d905c8a64b9d" /><Relationship Type="http://schemas.openxmlformats.org/officeDocument/2006/relationships/slide" Target="/ppt/slides/slide12.xml" Id="R215dfe4634e34c2a" /><Relationship Type="http://schemas.openxmlformats.org/officeDocument/2006/relationships/slide" Target="/ppt/slides/slide13.xml" Id="Rc2c6b006bce246a9" /><Relationship Type="http://schemas.openxmlformats.org/officeDocument/2006/relationships/slide" Target="/ppt/slides/slide14.xml" Id="R2832b455993c4eb4" /><Relationship Type="http://schemas.openxmlformats.org/officeDocument/2006/relationships/slide" Target="/ppt/slides/slide15.xml" Id="R68c4547df6c849a7" /><Relationship Type="http://schemas.openxmlformats.org/officeDocument/2006/relationships/slide" Target="/ppt/slides/slide16.xml" Id="Rfdf1c2655561471c" /><Relationship Type="http://schemas.openxmlformats.org/officeDocument/2006/relationships/slide" Target="/ppt/slides/slide17.xml" Id="Rb43bc76f7c4441e7" /><Relationship Type="http://schemas.openxmlformats.org/officeDocument/2006/relationships/slide" Target="/ppt/slides/slide18.xml" Id="Rcc3efa30aba349b2" /><Relationship Type="http://schemas.openxmlformats.org/officeDocument/2006/relationships/slide" Target="/ppt/slides/slide19.xml" Id="R085b19051f384031" /><Relationship Type="http://schemas.openxmlformats.org/officeDocument/2006/relationships/slide" Target="/ppt/slides/slide20.xml" Id="Rbd33e8ee5acc4a52" /><Relationship Type="http://schemas.openxmlformats.org/officeDocument/2006/relationships/slide" Target="/ppt/slides/slide21.xml" Id="Ra519d3c03c2e4fcb" /><Relationship Type="http://schemas.openxmlformats.org/officeDocument/2006/relationships/slide" Target="/ppt/slides/slide22.xml" Id="Rbc50c775b35e480f" /><Relationship Type="http://schemas.openxmlformats.org/officeDocument/2006/relationships/slide" Target="/ppt/slides/slide23.xml" Id="R70daec09af194ee3" /><Relationship Type="http://schemas.openxmlformats.org/officeDocument/2006/relationships/slide" Target="/ppt/slides/slide24.xml" Id="R2307f4eb2c6c470f" /><Relationship Type="http://schemas.openxmlformats.org/officeDocument/2006/relationships/slide" Target="/ppt/slides/slide25.xml" Id="Re727bce469324d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dc51d3cb2e3c41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80f6aaa2b748a4" /><Relationship Type="http://schemas.openxmlformats.org/officeDocument/2006/relationships/notesMaster" Target="/ppt/notesMasters/notesMaster1.xml" Id="R5bb6965660b343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725b0d925b4548" /><Relationship Type="http://schemas.openxmlformats.org/officeDocument/2006/relationships/notesMaster" Target="/ppt/notesMasters/notesMaster1.xml" Id="R175823beb0ed4a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a584ff0d194d29" /><Relationship Type="http://schemas.openxmlformats.org/officeDocument/2006/relationships/notesMaster" Target="/ppt/notesMasters/notesMaster1.xml" Id="R329c0f90888b40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70aa4bd2ad42bb" /><Relationship Type="http://schemas.openxmlformats.org/officeDocument/2006/relationships/notesMaster" Target="/ppt/notesMasters/notesMaster1.xml" Id="R26ab643da7284e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b2c52d6f814204" /><Relationship Type="http://schemas.openxmlformats.org/officeDocument/2006/relationships/notesMaster" Target="/ppt/notesMasters/notesMaster1.xml" Id="R1ca55c91dd3e47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3d95d1870441d7" /><Relationship Type="http://schemas.openxmlformats.org/officeDocument/2006/relationships/notesMaster" Target="/ppt/notesMasters/notesMaster1.xml" Id="R3c70f18b1e614e4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835ece6759e4249" /><Relationship Type="http://schemas.openxmlformats.org/officeDocument/2006/relationships/notesMaster" Target="/ppt/notesMasters/notesMaster1.xml" Id="Ra492db38901748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3b7badebbd4446" /><Relationship Type="http://schemas.openxmlformats.org/officeDocument/2006/relationships/notesMaster" Target="/ppt/notesMasters/notesMaster1.xml" Id="R849454e5003846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9cdf13aa76e455a" /><Relationship Type="http://schemas.openxmlformats.org/officeDocument/2006/relationships/notesMaster" Target="/ppt/notesMasters/notesMaster1.xml" Id="Re2645fd5df0e4c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1fc3a41abde434c" /><Relationship Type="http://schemas.openxmlformats.org/officeDocument/2006/relationships/notesMaster" Target="/ppt/notesMasters/notesMaster1.xml" Id="Rcbd50b1fe7504a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20b62540dc487d" /><Relationship Type="http://schemas.openxmlformats.org/officeDocument/2006/relationships/notesMaster" Target="/ppt/notesMasters/notesMaster1.xml" Id="Rf239e112c20342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c0f73502f1464f" /><Relationship Type="http://schemas.openxmlformats.org/officeDocument/2006/relationships/notesMaster" Target="/ppt/notesMasters/notesMaster1.xml" Id="R8678654b6af041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f98209ebd014b0d" /><Relationship Type="http://schemas.openxmlformats.org/officeDocument/2006/relationships/notesMaster" Target="/ppt/notesMasters/notesMaster1.xml" Id="Rbf8a591573314c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1251a220b24e43" /><Relationship Type="http://schemas.openxmlformats.org/officeDocument/2006/relationships/notesMaster" Target="/ppt/notesMasters/notesMaster1.xml" Id="Rf5f2c97aa76f44d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2280cab54a485a" /><Relationship Type="http://schemas.openxmlformats.org/officeDocument/2006/relationships/notesMaster" Target="/ppt/notesMasters/notesMaster1.xml" Id="R2798645a91ca401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01ee276c21e4b53" /><Relationship Type="http://schemas.openxmlformats.org/officeDocument/2006/relationships/notesMaster" Target="/ppt/notesMasters/notesMaster1.xml" Id="Rf8d017d938874ff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055a6b285a34bee" /><Relationship Type="http://schemas.openxmlformats.org/officeDocument/2006/relationships/notesMaster" Target="/ppt/notesMasters/notesMaster1.xml" Id="Radd1734620564f4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1a01869de4a410d" /><Relationship Type="http://schemas.openxmlformats.org/officeDocument/2006/relationships/notesMaster" Target="/ppt/notesMasters/notesMaster1.xml" Id="R399ef29fc3c8483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f95373db8264c40" /><Relationship Type="http://schemas.openxmlformats.org/officeDocument/2006/relationships/notesMaster" Target="/ppt/notesMasters/notesMaster1.xml" Id="Rf79aa3f21efb4f9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3421798da1f43f6" /><Relationship Type="http://schemas.openxmlformats.org/officeDocument/2006/relationships/notesMaster" Target="/ppt/notesMasters/notesMaster1.xml" Id="R062ed7ca1335487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d49ce0413714261" /><Relationship Type="http://schemas.openxmlformats.org/officeDocument/2006/relationships/notesMaster" Target="/ppt/notesMasters/notesMaster1.xml" Id="R413a14c997ba40c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21e758391904a9c" /><Relationship Type="http://schemas.openxmlformats.org/officeDocument/2006/relationships/notesMaster" Target="/ppt/notesMasters/notesMaster1.xml" Id="R983bb3de69d94c9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657653305984ad0" /><Relationship Type="http://schemas.openxmlformats.org/officeDocument/2006/relationships/notesMaster" Target="/ppt/notesMasters/notesMaster1.xml" Id="Ra864b244c9314fb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ce693f00b7e477d" /><Relationship Type="http://schemas.openxmlformats.org/officeDocument/2006/relationships/notesMaster" Target="/ppt/notesMasters/notesMaster1.xml" Id="R8b9ab511430b484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b47c779dbaf4829" /><Relationship Type="http://schemas.openxmlformats.org/officeDocument/2006/relationships/notesMaster" Target="/ppt/notesMasters/notesMaster1.xml" Id="R2a441fa492c44b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unassigned</a:t>
            </a:r>
          </a:p>
          <a:p xmlns:a="http://schemas.openxmlformats.org/drawingml/2006/main">
            <a:r>
              <a:t>Hello, everyone. We are Group SOFT3888_TH18_04. Our project is Personalized Agent-based Image Enhancement via User Preference Modeling. We will present our objectives, architecture, evaluation and final outcomes.</a:t>
            </a:r>
          </a:p>
          <a:p xmlns:a="http://schemas.openxmlformats.org/drawingml/2006/main">
            <a:r>
              <a:t>Source: report Cover.</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unassigned</a:t>
            </a:r>
          </a:p>
          <a:p xmlns:a="http://schemas.openxmlformats.org/drawingml/2006/main">
            <a:r>
              <a:t>Personalized image retouching should reflect individual preferences. Different users may prefer different edits of the same image. We learn from historical original-and-edited pairs and adapt to unseen users without additional training. The supplied image illustrates the problem; it is not a model prediction.</a:t>
            </a:r>
          </a:p>
          <a:p xmlns:a="http://schemas.openxmlformats.org/drawingml/2006/main">
            <a:r>
              <a:t>Source: report 1.1.</a:t>
            </a:r>
          </a:p>
          <a:p xmlns:a="http://schemas.openxmlformats.org/drawingml/2006/main">
            <a:r>
              <a:t>The supplied preference illustration is conceptual and is not a model prediction.</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 unassigned</a:t>
            </a:r>
          </a:p>
          <a:p xmlns:a="http://schemas.openxmlformats.org/drawingml/2006/main">
            <a:r>
              <a:t>AdaInt and RSFNet can require user- or expert-specific training. DiffRetouch and PerTouch may need explicit controls. PieNet summarizes preferences in one vector. Our hypothesis is that more than one edit may be acceptable. We therefore model P(retouching parameters | current image, user history).</a:t>
            </a:r>
          </a:p>
          <a:p xmlns:a="http://schemas.openxmlformats.org/drawingml/2006/main">
            <a:r>
              <a:t>Source: report 1.1–2.2.</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unassigned</a:t>
            </a:r>
          </a:p>
          <a:p xmlns:a="http://schemas.openxmlformats.org/drawingml/2006/main">
            <a:r>
              <a:t>Our three goals are automatic retouching without instructions, adaptation to unseen users without fine-tuning, and multiple editing candidates. We combine a compact retouching space, Transformer conditioning and Conditional Normalizing Flow.</a:t>
            </a:r>
          </a:p>
          <a:p xmlns:a="http://schemas.openxmlformats.org/drawingml/2006/main">
            <a:r>
              <a:t>Source: report 1.2–1.3.</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unassigned</a:t>
            </a:r>
          </a:p>
          <a:p xmlns:a="http://schemas.openxmlformats.org/drawingml/2006/main">
            <a:r>
              <a:t>FR-01 uses the current image and history for automatic enhancement. FR-02 adapts to unseen users with fixed model weights. FR-03 generates several candidates from a continuous conditional distribution.</a:t>
            </a:r>
          </a:p>
          <a:p xmlns:a="http://schemas.openxmlformats.org/drawingml/2006/main">
            <a:r>
              <a:t>Source: report 2.1.</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2 — unassigned</a:t>
            </a:r>
          </a:p>
          <a:p xmlns:a="http://schemas.openxmlformats.org/drawingml/2006/main">
            <a:r>
              <a:t>Acceptance checks map to all three requirements: predict without instructions or the query target; adapt using eight historical pairs and no weight update; and generate multiple candidates. Constraints include compute, available history, leakage prevention and global LUT editing.</a:t>
            </a:r>
          </a:p>
          <a:p xmlns:a="http://schemas.openxmlformats.org/drawingml/2006/main">
            <a:r>
              <a:t>Source: report 3.3.</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unassigned</a:t>
            </a:r>
          </a:p>
          <a:p xmlns:a="http://schemas.openxmlformats.org/drawingml/2006/main">
            <a:r>
              <a:t>Early image-similarity retrieval achieved approximately 30% accuracy. Similar images do not reliably identify one unique edit. We instead model a continuous, potentially multimodal density. Its peaks are candidate editing regions; the experiment does not establish that every peak is a true preference.</a:t>
            </a:r>
          </a:p>
          <a:p xmlns:a="http://schemas.openxmlformats.org/drawingml/2006/main">
            <a:r>
              <a:t>Source: report 2.2.</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unassigned</a:t>
            </a:r>
          </a:p>
          <a:p xmlns:a="http://schemas.openxmlformats.org/drawingml/2006/main">
            <a:r>
              <a:t>Stage 1 learns a low-dimensional retouching representation from original and expert-edited images. Stage 2 uses the query and user history to predict a distribution over that space. Sampling and the LUT decoder produce alternative edits.</a:t>
            </a:r>
          </a:p>
          <a:p xmlns:a="http://schemas.openxmlformats.org/drawingml/2006/main">
            <a:r>
              <a:t>Source: report 2.3–2.6.</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 unassigned</a:t>
            </a:r>
          </a:p>
          <a:p xmlns:a="http://schemas.openxmlformats.org/drawingml/2006/main">
            <a:r>
              <a:t>The encoder receives the original, target and pixel-wise difference: nine channels in total. It produces a three-dimensional edit vector. The decoder maps this vector to eight coefficients, combines eight learned LUT bases and reconstructs the edit. Target images are used here for Stage 1 training, not as query inputs at inference.</a:t>
            </a:r>
          </a:p>
          <a:p xmlns:a="http://schemas.openxmlformats.org/drawingml/2006/main">
            <a:r>
              <a:t>Source: report 2.3.</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 Yuchen Deng</a:t>
            </a:r>
          </a:p>
          <a:p xmlns:a="http://schemas.openxmlformats.org/drawingml/2006/main">
            <a:r>
              <a:t>The learned retouching space has two properties: continuity and directionality. Similar vectors generally produce similar editing results. The unit direction of z represents adjustment type; its magnitude represents adjustment strength. Increasing magnitude produces progressively stronger edits in this continuous three-dimensional space.</a:t>
            </a:r>
          </a:p>
          <a:p xmlns:a="http://schemas.openxmlformats.org/drawingml/2006/main">
            <a:r>
              <a:t>Source: report 3.4.</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 Yuchen Deng</a:t>
            </a:r>
          </a:p>
          <a:p xmlns:a="http://schemas.openxmlformats.org/drawingml/2006/main">
            <a:r>
              <a:t>Stage 2 predicts the editing distribution from the current image and eight historical examples. A shared image encoder extracts image features; Stage 1 provides historical retouching vectors. These tokens enter a two-layer Transformer. The updated current-image representation becomes the condition vector for density estimation.</a:t>
            </a:r>
          </a:p>
          <a:p xmlns:a="http://schemas.openxmlformats.org/drawingml/2006/main">
            <a:r>
              <a:t>Source: report 2.4.</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4 — Yuchen Deng</a:t>
            </a:r>
          </a:p>
          <a:p xmlns:a="http://schemas.openxmlformats.org/drawingml/2006/main">
            <a:r>
              <a:t>Conditional Normalizing Flow models the distribution of retouching vectors. Training learns an invertible mapping between retouching space and a Gaussian latent space. At inference, Monte Carlo sampling generates candidate vectors. K-means groups similar samples, and mean probability density ranks the clusters. We obtain multiple representative candidates rather than one deterministic output.</a:t>
            </a:r>
          </a:p>
          <a:p xmlns:a="http://schemas.openxmlformats.org/drawingml/2006/main">
            <a:r>
              <a:t>Source: report 2.5.</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5 — unassigned</a:t>
            </a:r>
          </a:p>
          <a:p xmlns:a="http://schemas.openxmlformats.org/drawingml/2006/main">
            <a:r>
              <a:t>We test reconstruction, prediction quality, unseen-user generalization, conditioning ablations, candidate coverage and computational cost. These controlled model experiments evaluate the project requirements.</a:t>
            </a:r>
          </a:p>
          <a:p xmlns:a="http://schemas.openxmlformats.org/drawingml/2006/main">
            <a:r>
              <a:t>Source: report 3.1–3.3.</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5 — unassigned</a:t>
            </a:r>
          </a:p>
          <a:p xmlns:a="http://schemas.openxmlformats.org/drawingml/2006/main">
            <a:r>
              <a:t>We evaluated MIT-Adobe FiveK and PPSD. FiveK contains 5,000 originals and edits from five experts. Experts A–D train the model; Expert E is excluded. PPSD uses 250 training users and 50 unseen validation users. Each prediction uses eight historical examples, without user-specific fine-tuning or access to the current image’s ground-truth edit.</a:t>
            </a:r>
          </a:p>
          <a:p xmlns:a="http://schemas.openxmlformats.org/drawingml/2006/main">
            <a:r>
              <a:t>Source: report 3.2.</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5 — unassigned</a:t>
            </a:r>
          </a:p>
          <a:p xmlns:a="http://schemas.openxmlformats.org/drawingml/2006/main">
            <a:r>
              <a:t>Nine experimental test cases evaluate the functional requirements. For automatic retouching, we measure PSNR and SSIM. For training-free adaptation, we test unseen experts and users. For multimodality, we examine probability distributions and Top-K candidate performance. Wrong conditioning inputs test whether image content and user history meaningfully influence prediction.</a:t>
            </a:r>
          </a:p>
          <a:p xmlns:a="http://schemas.openxmlformats.org/drawingml/2006/main">
            <a:r>
              <a:t>Source: report 3.3.3.</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6 — unassigned</a:t>
            </a:r>
          </a:p>
          <a:p xmlns:a="http://schemas.openxmlformats.org/drawingml/2006/main">
            <a:r>
              <a:t>We first tested whether a three-dimensional retouching space can reconstruct expert edits. Reconstruction PSNR reached 28.5 dB on FiveK and 28.2 dB on PPSD. Changing vector direction and magnitude evaluated continuity. A low-dimensional representation preserves substantial information about global colour and tone adjustments.</a:t>
            </a:r>
          </a:p>
          <a:p xmlns:a="http://schemas.openxmlformats.org/drawingml/2006/main">
            <a:r>
              <a:t>Source: report 3.4.</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6 — unassigned</a:t>
            </a:r>
          </a:p>
          <a:p xmlns:a="http://schemas.openxmlformats.org/drawingml/2006/main">
            <a:r>
              <a:t>FiveK mean Top-1 PSNR reached 23.562 dB. Top-3 and Top-5 results reached 25.191 and 26.214 dB. Expert E, completely excluded from training, reached 23.263 dB Top-1. These results support adaptation to unseen editing preferences without further training. Improved Best-of-K scores indicate better candidate coverage.</a:t>
            </a:r>
          </a:p>
          <a:p xmlns:a="http://schemas.openxmlformats.org/drawingml/2006/main">
            <a:r>
              <a:t>Source: report 3.5.1.</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6 — unassigned</a:t>
            </a:r>
          </a:p>
          <a:p xmlns:a="http://schemas.openxmlformats.org/drawingml/2006/main">
            <a:r>
              <a:t>We compared with personalized retouching methods including PieNet and RefRetouch. Our model achieved competitive FiveK PSNR with eight historical examples, and approximately 24.5 dB on PPSD. Training configurations, reference counts and evaluation procedures differ, so the comparisons provide context rather than proving superiority under identical conditions.</a:t>
            </a:r>
          </a:p>
          <a:p xmlns:a="http://schemas.openxmlformats.org/drawingml/2006/main">
            <a:r>
              <a:t>Source: report 3.5.</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7 — unassigned</a:t>
            </a:r>
          </a:p>
          <a:p xmlns:a="http://schemas.openxmlformats.org/drawingml/2006/main">
            <a:r>
              <a:t>The complete model achieved 23.5 dB. Wrong current-image conditioning reduced this to 20.2 dB, and wrong history reduced it to 22.3 dB. Expert-average vectors reached 22.1 dB; the original image scored 18.3 dB. Both conditions contribute, with stronger image dependence in this experiment.</a:t>
            </a:r>
          </a:p>
          <a:p xmlns:a="http://schemas.openxmlformats.org/drawingml/2006/main">
            <a:r>
              <a:t>Source: report 3.6.</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7 — unassigned</a:t>
            </a:r>
          </a:p>
          <a:p xmlns:a="http://schemas.openxmlformats.org/drawingml/2006/main">
            <a:r>
              <a:t>We evaluated multimodality through probability-density visualization and Top-K analysis. The learned conditional distribution generates different candidates, and Best-of-K improves as more candidates are considered. However, ground truth selects the best candidate offline. With usually only one recorded edit per image and user, these experiments cannot establish that every candidate represents a genuine preference.</a:t>
            </a:r>
          </a:p>
          <a:p xmlns:a="http://schemas.openxmlformats.org/drawingml/2006/main">
            <a:r>
              <a:t>Source: report 2.5, 3.3, 3.5.</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8 — unassigned</a:t>
            </a:r>
          </a:p>
          <a:p xmlns:a="http://schemas.openxmlformats.org/drawingml/2006/main">
            <a:r>
              <a:t>Our project combines convolutional image encoding, learnable LUT reconstruction, Transformer history processing and Conditional Normalizing Flow density modelling. We implemented the system primarily with Python, PyTorch and CUDA. Under the specified GPU benchmark conditions, single-image Monte Carlo inference took approximately 39.7 milliseconds.</a:t>
            </a:r>
          </a:p>
          <a:p xmlns:a="http://schemas.openxmlformats.org/drawingml/2006/main">
            <a:r>
              <a:t>Source: report 3.7, 4.1.</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8 — unassigned</a:t>
            </a:r>
          </a:p>
          <a:p xmlns:a="http://schemas.openxmlformats.org/drawingml/2006/main">
            <a:r>
              <a:t>We explored semantic controls, dynamic grouping, memory, and similarity retrieval before adopting conditional density modelling. Experiments exposed deterministic retrieval and preference representation limits. Regular client discussions informed priorities; no individual architectural change is attributed to a particular meeting without evidence.</a:t>
            </a:r>
          </a:p>
          <a:p xmlns:a="http://schemas.openxmlformats.org/drawingml/2006/main">
            <a:r>
              <a:t>Source: report 2.7, 4.6.</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9 — unassigned</a:t>
            </a:r>
          </a:p>
          <a:p xmlns:a="http://schemas.openxmlformats.org/drawingml/2006/main">
            <a:r>
              <a:t>Our team used GitHub for version control and collaboration, and Zoom and WeChat for communication. Regular client reviews linked literature, prototypes, experiments and revised priorities. Responsibilities evolved with feasibility and experimental findings.</a:t>
            </a:r>
          </a:p>
          <a:p xmlns:a="http://schemas.openxmlformats.org/drawingml/2006/main">
            <a:r>
              <a:t>Source: report 4.1–4.6.</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9 — unassigned</a:t>
            </a:r>
          </a:p>
          <a:p xmlns:a="http://schemas.openxmlformats.org/drawingml/2006/main">
            <a:r>
              <a:t>Our team contributed across literature review, neural network development, data preparation, experimental evaluation, software testing, documentation and client communication. Responsibilities followed the needs of each development stage. Members integrated the retouching encoder–decoder, Transformer, Flow and evaluation pipeline. All nine members are summarized here.</a:t>
            </a:r>
          </a:p>
          <a:p xmlns:a="http://schemas.openxmlformats.org/drawingml/2006/main">
            <a:r>
              <a:t>Source: report 6, Table 6.</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9 — unassigned</a:t>
            </a:r>
          </a:p>
          <a:p xmlns:a="http://schemas.openxmlformats.org/drawingml/2006/main">
            <a:r>
              <a:t>Our primary contribution is reformulating personalized retouching as conditional probability density modelling rather than single-output prediction. A low-dimensional retouching representation makes continuous density estimation practical. Transformer conditioning and Conditional Normalizing Flow generate multiple candidates for unseen users without additional training. Historical preference modelling remains limited, and the LUT decoder mainly supports global colour and tone adjustments. Thank you for listening.</a:t>
            </a:r>
          </a:p>
          <a:p xmlns:a="http://schemas.openxmlformats.org/drawingml/2006/main">
            <a:r>
              <a:t>Source: report 5.1–5.5.</a:t>
            </a:r>
          </a:p>
          <a:p xmlns:a="http://schemas.openxmlformats.org/drawingml/2006/main">
            <a:r>
              <a:t>The interactive source remains available in the course project folder.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292af650b9243fd"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84991F12-96F5-478E-957D-7FC7902C2133}"/>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5447F97D-ECDF-4FC1-8497-D16BABE350C8}"/>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6F066C56-C223-4398-95EF-53F5CF669F9A}"/>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1680FBE8-F4C5-4CC7-A1BC-E98C31C51E54}"/>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5616ABE6-5EBF-4A0F-A47D-5A3A425BC20E}"/>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411cb48fadac458f" /><Relationship Type="http://schemas.openxmlformats.org/officeDocument/2006/relationships/slideLayout" Target="/ppt/slideLayouts/slideLayout2.xml" Id="R74ad7ee9f12444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57102D5F-63F8-4DC0-BE65-2DB91817DAD9}"/>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ad7ee9f12444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88f08f97757d436b" /><Relationship Type="http://schemas.openxmlformats.org/officeDocument/2006/relationships/image" Target="/ppt/media/image.png" Id="R06d24605a1c84d74" /><Relationship Type="http://schemas.openxmlformats.org/officeDocument/2006/relationships/image" Target="/ppt/media/image2.png" Id="Rf8d976da31ce4ac1" /><Relationship Type="http://schemas.openxmlformats.org/officeDocument/2006/relationships/image" Target="/ppt/media/image3.png" Id="R0364adddecb7473f" /><Relationship Type="http://schemas.openxmlformats.org/officeDocument/2006/relationships/notesSlide" Target="/ppt/notesSlides/notesSlide1.xml" Id="Rd8d0812dc0054f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d483ca574b5426b" /><Relationship Type="http://schemas.openxmlformats.org/officeDocument/2006/relationships/image" Target="/ppt/media/image.jpeg" Id="R24acbc612359452f" /><Relationship Type="http://schemas.openxmlformats.org/officeDocument/2006/relationships/image" Target="/ppt/media/image4.png" Id="R88893b5332604d50" /><Relationship Type="http://schemas.openxmlformats.org/officeDocument/2006/relationships/image" Target="/ppt/media/image2.jpeg" Id="R1880f43e3bc345d0" /><Relationship Type="http://schemas.openxmlformats.org/officeDocument/2006/relationships/image" Target="/ppt/media/image3.jpeg" Id="R2c8fb7ea7d9641f7" /><Relationship Type="http://schemas.openxmlformats.org/officeDocument/2006/relationships/image" Target="/ppt/media/image4.jpeg" Id="Rebf0b7018e0a4c9e" /><Relationship Type="http://schemas.openxmlformats.org/officeDocument/2006/relationships/image" Target="/ppt/media/image5.jpeg" Id="R8237d3de422d4192" /><Relationship Type="http://schemas.openxmlformats.org/officeDocument/2006/relationships/image" Target="/ppt/media/image6.jpeg" Id="R6ec86da07ca14086" /><Relationship Type="http://schemas.openxmlformats.org/officeDocument/2006/relationships/image" Target="/ppt/media/image7.jpeg" Id="R10d11281d2f443ea" /><Relationship Type="http://schemas.openxmlformats.org/officeDocument/2006/relationships/image" Target="/ppt/media/image8.jpeg" Id="Rf57fc525c28f43f7" /><Relationship Type="http://schemas.openxmlformats.org/officeDocument/2006/relationships/image" Target="/ppt/media/image9.jpeg" Id="Rb3a189ac10524a4a" /><Relationship Type="http://schemas.openxmlformats.org/officeDocument/2006/relationships/image" Target="/ppt/media/image10.jpeg" Id="R0dc3f16213b64ecb" /><Relationship Type="http://schemas.openxmlformats.org/officeDocument/2006/relationships/image" Target="/ppt/media/image11.jpeg" Id="R82838c2cb07c46bf" /><Relationship Type="http://schemas.openxmlformats.org/officeDocument/2006/relationships/image" Target="/ppt/media/image12.jpeg" Id="Re69e099074e64238" /><Relationship Type="http://schemas.openxmlformats.org/officeDocument/2006/relationships/image" Target="/ppt/media/image13.jpeg" Id="Rf7a0dfc53d8a4aad" /><Relationship Type="http://schemas.openxmlformats.org/officeDocument/2006/relationships/image" Target="/ppt/media/image14.jpeg" Id="R22bf95cfe87e456f" /><Relationship Type="http://schemas.openxmlformats.org/officeDocument/2006/relationships/image" Target="/ppt/media/image15.jpeg" Id="R1788212075d64195" /><Relationship Type="http://schemas.openxmlformats.org/officeDocument/2006/relationships/image" Target="/ppt/media/image16.jpeg" Id="R6d3b554cd35448e2" /><Relationship Type="http://schemas.openxmlformats.org/officeDocument/2006/relationships/notesSlide" Target="/ppt/notesSlides/notesSlide2.xml" Id="R8a01c5a0df5542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14e299d189834599" /><Relationship Type="http://schemas.openxmlformats.org/officeDocument/2006/relationships/image" Target="/ppt/media/image5.png" Id="R7daf6d697a9245c8" /><Relationship Type="http://schemas.openxmlformats.org/officeDocument/2006/relationships/notesSlide" Target="/ppt/notesSlides/notesSlide3.xml" Id="Rc76260d1c1734c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12d450868dbd439c" /><Relationship Type="http://schemas.openxmlformats.org/officeDocument/2006/relationships/notesSlide" Target="/ppt/notesSlides/notesSlide4.xml" Id="R3f9fce974cd94d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c23f17312674cac" /><Relationship Type="http://schemas.openxmlformats.org/officeDocument/2006/relationships/notesSlide" Target="/ppt/notesSlides/notesSlide5.xml" Id="Rbdbeaf7c773741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a37f25909bf4b9f" /><Relationship Type="http://schemas.openxmlformats.org/officeDocument/2006/relationships/notesSlide" Target="/ppt/notesSlides/notesSlide6.xml" Id="R3730dfba05414f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e75ccdcba4948b8" /><Relationship Type="http://schemas.openxmlformats.org/officeDocument/2006/relationships/image" Target="/ppt/media/image6.png" Id="R264e8cd7455142e8" /><Relationship Type="http://schemas.openxmlformats.org/officeDocument/2006/relationships/notesSlide" Target="/ppt/notesSlides/notesSlide7.xml" Id="R54383c705b8342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e2e799c916343eb" /><Relationship Type="http://schemas.openxmlformats.org/officeDocument/2006/relationships/image" Target="/ppt/media/image7.png" Id="Re2fc318dcaa94a7c" /><Relationship Type="http://schemas.openxmlformats.org/officeDocument/2006/relationships/notesSlide" Target="/ppt/notesSlides/notesSlide8.xml" Id="R802a0c4849014e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f3f340902fc4540" /><Relationship Type="http://schemas.openxmlformats.org/officeDocument/2006/relationships/image" Target="/ppt/media/image8.png" Id="R8b506ce8e0d7434e" /><Relationship Type="http://schemas.openxmlformats.org/officeDocument/2006/relationships/image" Target="/ppt/media/image9.png" Id="Re6b4709624dd4568" /><Relationship Type="http://schemas.openxmlformats.org/officeDocument/2006/relationships/image" Target="/ppt/media/image10.png" Id="R0b8c310aaaaa4c99" /><Relationship Type="http://schemas.openxmlformats.org/officeDocument/2006/relationships/image" Target="/ppt/media/image11.png" Id="R350e278b71b446f6" /><Relationship Type="http://schemas.openxmlformats.org/officeDocument/2006/relationships/image" Target="/ppt/media/image12.png" Id="Re42d45a25d424dbd" /><Relationship Type="http://schemas.openxmlformats.org/officeDocument/2006/relationships/image" Target="/ppt/media/image13.png" Id="R93e970501193462a" /><Relationship Type="http://schemas.openxmlformats.org/officeDocument/2006/relationships/image" Target="/ppt/media/image14.png" Id="R98f2aa64cc6d40d8" /><Relationship Type="http://schemas.openxmlformats.org/officeDocument/2006/relationships/image" Target="/ppt/media/image15.png" Id="R81e474a5d8434dba" /><Relationship Type="http://schemas.openxmlformats.org/officeDocument/2006/relationships/image" Target="/ppt/media/image16.png" Id="R53bcffc08d884690" /><Relationship Type="http://schemas.openxmlformats.org/officeDocument/2006/relationships/image" Target="/ppt/media/image17.png" Id="R1db88044ab614ad5" /><Relationship Type="http://schemas.openxmlformats.org/officeDocument/2006/relationships/image" Target="/ppt/media/image18.png" Id="Rad6e0aaa173a4e15" /><Relationship Type="http://schemas.openxmlformats.org/officeDocument/2006/relationships/image" Target="/ppt/media/image19.png" Id="R0a297366e4f24f61" /><Relationship Type="http://schemas.openxmlformats.org/officeDocument/2006/relationships/notesSlide" Target="/ppt/notesSlides/notesSlide9.xml" Id="Rb49474f196614d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3a06a61d90d427d" /><Relationship Type="http://schemas.openxmlformats.org/officeDocument/2006/relationships/image" Target="/ppt/media/image20.png" Id="Red4dd20d369f4784" /><Relationship Type="http://schemas.openxmlformats.org/officeDocument/2006/relationships/image" Target="/ppt/media/image21.png" Id="Rdf0236b929fb4475" /><Relationship Type="http://schemas.openxmlformats.org/officeDocument/2006/relationships/notesSlide" Target="/ppt/notesSlides/notesSlide10.xml" Id="Rc07b32b5bafa493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e79becac088d4b1e" /><Relationship Type="http://schemas.openxmlformats.org/officeDocument/2006/relationships/image" Target="/ppt/media/image22.png" Id="Rdc87830013f942fe" /><Relationship Type="http://schemas.openxmlformats.org/officeDocument/2006/relationships/image" Target="/ppt/media/image17.jpeg" Id="R1c2915cef55a4036" /><Relationship Type="http://schemas.openxmlformats.org/officeDocument/2006/relationships/image" Target="/ppt/media/image18.jpeg" Id="Re09c935bdd7c4dd0" /><Relationship Type="http://schemas.openxmlformats.org/officeDocument/2006/relationships/image" Target="/ppt/media/image19.jpeg" Id="Rdba8efeee51b4d2c" /><Relationship Type="http://schemas.openxmlformats.org/officeDocument/2006/relationships/notesSlide" Target="/ppt/notesSlides/notesSlide11.xml" Id="R6f072e90249a48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6e5adda34bc64820" /><Relationship Type="http://schemas.openxmlformats.org/officeDocument/2006/relationships/image" Target="/ppt/media/image23.png" Id="R2ad47ac252894029" /><Relationship Type="http://schemas.openxmlformats.org/officeDocument/2006/relationships/image" Target="/ppt/media/image24.png" Id="R90210d3c7d354d30" /><Relationship Type="http://schemas.openxmlformats.org/officeDocument/2006/relationships/image" Target="/ppt/media/image25.png" Id="R7c8aafe31194452f" /><Relationship Type="http://schemas.openxmlformats.org/officeDocument/2006/relationships/notesSlide" Target="/ppt/notesSlides/notesSlide12.xml" Id="R6e8fc21b9596413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a9e94972028044cf" /><Relationship Type="http://schemas.openxmlformats.org/officeDocument/2006/relationships/image" Target="/ppt/media/image26.png" Id="Rb6d0fd0df91d4b73" /><Relationship Type="http://schemas.openxmlformats.org/officeDocument/2006/relationships/image" Target="/ppt/media/image27.png" Id="Red5d0b01d1b44172" /><Relationship Type="http://schemas.openxmlformats.org/officeDocument/2006/relationships/image" Target="/ppt/media/image28.png" Id="R9e211fadc38f4f55" /><Relationship Type="http://schemas.openxmlformats.org/officeDocument/2006/relationships/image" Target="/ppt/media/image29.png" Id="R04b7f24235984ec8" /><Relationship Type="http://schemas.openxmlformats.org/officeDocument/2006/relationships/notesSlide" Target="/ppt/notesSlides/notesSlide13.xml" Id="R822423f9659e4f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dc52a366899f4c8b" /><Relationship Type="http://schemas.openxmlformats.org/officeDocument/2006/relationships/image" Target="/ppt/media/image20.jpeg" Id="Rdf37f06cc93648d1" /><Relationship Type="http://schemas.openxmlformats.org/officeDocument/2006/relationships/image" Target="/ppt/media/image21.jpeg" Id="Reac460cde3d5445a" /><Relationship Type="http://schemas.openxmlformats.org/officeDocument/2006/relationships/image" Target="/ppt/media/image22.jpeg" Id="R9daed22d61344a5b" /><Relationship Type="http://schemas.openxmlformats.org/officeDocument/2006/relationships/image" Target="/ppt/media/image23.jpeg" Id="R5e50a472f6534e9d" /><Relationship Type="http://schemas.openxmlformats.org/officeDocument/2006/relationships/image" Target="/ppt/media/image24.jpeg" Id="R94aa9b46d18b4c91" /><Relationship Type="http://schemas.openxmlformats.org/officeDocument/2006/relationships/image" Target="/ppt/media/image25.jpeg" Id="Rfa3190b9802645a2" /><Relationship Type="http://schemas.openxmlformats.org/officeDocument/2006/relationships/image" Target="/ppt/media/image26.jpeg" Id="Rdfa657c1b4874998" /><Relationship Type="http://schemas.openxmlformats.org/officeDocument/2006/relationships/image" Target="/ppt/media/image27.jpeg" Id="R973c177057804ff4" /><Relationship Type="http://schemas.openxmlformats.org/officeDocument/2006/relationships/image" Target="/ppt/media/image28.jpeg" Id="R21b72ff54cb44fad" /><Relationship Type="http://schemas.openxmlformats.org/officeDocument/2006/relationships/image" Target="/ppt/media/image29.jpeg" Id="Rbb06e40c13a44245" /><Relationship Type="http://schemas.openxmlformats.org/officeDocument/2006/relationships/image" Target="/ppt/media/image30.jpeg" Id="R07fac24efc72455c" /><Relationship Type="http://schemas.openxmlformats.org/officeDocument/2006/relationships/image" Target="/ppt/media/image31.jpeg" Id="Ra06b2e7f4cbe4bce" /><Relationship Type="http://schemas.openxmlformats.org/officeDocument/2006/relationships/image" Target="/ppt/media/image32.jpeg" Id="R91e35cd59db84c29" /><Relationship Type="http://schemas.openxmlformats.org/officeDocument/2006/relationships/image" Target="/ppt/media/image33.jpeg" Id="R96859c334324453b" /><Relationship Type="http://schemas.openxmlformats.org/officeDocument/2006/relationships/image" Target="/ppt/media/image34.jpeg" Id="R33afb050d61145d3" /><Relationship Type="http://schemas.openxmlformats.org/officeDocument/2006/relationships/image" Target="/ppt/media/image35.jpeg" Id="Rfc208cbfed1a4e3e" /><Relationship Type="http://schemas.openxmlformats.org/officeDocument/2006/relationships/notesSlide" Target="/ppt/notesSlides/notesSlide14.xml" Id="R330a7e1172f049d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5ad6a535c3074d4f" /><Relationship Type="http://schemas.openxmlformats.org/officeDocument/2006/relationships/notesSlide" Target="/ppt/notesSlides/notesSlide15.xml" Id="R6361ce867173475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dd88934325044687" /><Relationship Type="http://schemas.openxmlformats.org/officeDocument/2006/relationships/image" Target="/ppt/media/image30.png" Id="Rbd83cb67ea1a4712" /><Relationship Type="http://schemas.openxmlformats.org/officeDocument/2006/relationships/notesSlide" Target="/ppt/notesSlides/notesSlide16.xml" Id="R6295b5f3421a4c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42966e85fbb4c92" /><Relationship Type="http://schemas.openxmlformats.org/officeDocument/2006/relationships/image" Target="/ppt/media/image31.png" Id="R17bdbf88f9ce4ffe" /><Relationship Type="http://schemas.openxmlformats.org/officeDocument/2006/relationships/image" Target="/ppt/media/image32.png" Id="R6c66a470538946be" /><Relationship Type="http://schemas.openxmlformats.org/officeDocument/2006/relationships/image" Target="/ppt/media/image33.png" Id="Rf11d7b5df49346a8" /><Relationship Type="http://schemas.openxmlformats.org/officeDocument/2006/relationships/image" Target="/ppt/media/image34.png" Id="R51a75120a7a94a7f" /><Relationship Type="http://schemas.openxmlformats.org/officeDocument/2006/relationships/image" Target="/ppt/media/image35.png" Id="R03563bf5d02f4dff" /><Relationship Type="http://schemas.openxmlformats.org/officeDocument/2006/relationships/image" Target="/ppt/media/image36.png" Id="R9dd049faa0934dd5" /><Relationship Type="http://schemas.openxmlformats.org/officeDocument/2006/relationships/image" Target="/ppt/media/image37.png" Id="R90616689aba34eae" /><Relationship Type="http://schemas.openxmlformats.org/officeDocument/2006/relationships/image" Target="/ppt/media/image38.png" Id="R1fd6c2bfcec34032" /><Relationship Type="http://schemas.openxmlformats.org/officeDocument/2006/relationships/image" Target="/ppt/media/image39.png" Id="Rb9223a4abf374157" /><Relationship Type="http://schemas.openxmlformats.org/officeDocument/2006/relationships/image" Target="/ppt/media/image40.png" Id="R61dce9d0cc52407e" /><Relationship Type="http://schemas.openxmlformats.org/officeDocument/2006/relationships/image" Target="/ppt/media/image41.png" Id="Re1492ff7c54640fa" /><Relationship Type="http://schemas.openxmlformats.org/officeDocument/2006/relationships/image" Target="/ppt/media/image42.png" Id="R5d5a9764b1e647ee" /><Relationship Type="http://schemas.openxmlformats.org/officeDocument/2006/relationships/image" Target="/ppt/media/image43.png" Id="R49febefa717847fd" /><Relationship Type="http://schemas.openxmlformats.org/officeDocument/2006/relationships/image" Target="/ppt/media/image44.png" Id="R3f364dd028b84410" /><Relationship Type="http://schemas.openxmlformats.org/officeDocument/2006/relationships/image" Target="/ppt/media/image45.png" Id="R9f7633dd8454401c" /><Relationship Type="http://schemas.openxmlformats.org/officeDocument/2006/relationships/image" Target="/ppt/media/image46.png" Id="Rb18894bf27514bb8" /><Relationship Type="http://schemas.openxmlformats.org/officeDocument/2006/relationships/image" Target="/ppt/media/image47.png" Id="Rd7cfe6cd89aa4800" /><Relationship Type="http://schemas.openxmlformats.org/officeDocument/2006/relationships/image" Target="/ppt/media/image48.png" Id="Re9c92257d20a42f2" /><Relationship Type="http://schemas.openxmlformats.org/officeDocument/2006/relationships/image" Target="/ppt/media/image49.png" Id="Rb5b6a324b7784758" /><Relationship Type="http://schemas.openxmlformats.org/officeDocument/2006/relationships/image" Target="/ppt/media/image50.png" Id="Ra1c794842849416d" /><Relationship Type="http://schemas.openxmlformats.org/officeDocument/2006/relationships/image" Target="/ppt/media/image51.png" Id="Ra6dc661b05b34fad" /><Relationship Type="http://schemas.openxmlformats.org/officeDocument/2006/relationships/image" Target="/ppt/media/image52.png" Id="R257c3fba806c411c" /><Relationship Type="http://schemas.openxmlformats.org/officeDocument/2006/relationships/image" Target="/ppt/media/image53.png" Id="Ra288449f720a4a9a" /><Relationship Type="http://schemas.openxmlformats.org/officeDocument/2006/relationships/image" Target="/ppt/media/image54.png" Id="R28a400e379a74667" /><Relationship Type="http://schemas.openxmlformats.org/officeDocument/2006/relationships/image" Target="/ppt/media/image55.png" Id="Ra0e67c64289b4678" /><Relationship Type="http://schemas.openxmlformats.org/officeDocument/2006/relationships/image" Target="/ppt/media/image56.png" Id="R2e70fc8803224da5" /><Relationship Type="http://schemas.openxmlformats.org/officeDocument/2006/relationships/image" Target="/ppt/media/image57.png" Id="R48ce12e5837d424f" /><Relationship Type="http://schemas.openxmlformats.org/officeDocument/2006/relationships/image" Target="/ppt/media/image58.png" Id="R3baf83c856cc4e12" /><Relationship Type="http://schemas.openxmlformats.org/officeDocument/2006/relationships/image" Target="/ppt/media/image59.png" Id="Rc3c6ff3636784895" /><Relationship Type="http://schemas.openxmlformats.org/officeDocument/2006/relationships/image" Target="/ppt/media/image60.png" Id="R264f0170c98a4dfa" /><Relationship Type="http://schemas.openxmlformats.org/officeDocument/2006/relationships/image" Target="/ppt/media/image61.png" Id="Rb186ad3149534957" /><Relationship Type="http://schemas.openxmlformats.org/officeDocument/2006/relationships/notesSlide" Target="/ppt/notesSlides/notesSlide17.xml" Id="R5d9467a9270b41e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eab96110fc074b83" /><Relationship Type="http://schemas.openxmlformats.org/officeDocument/2006/relationships/image" Target="/ppt/media/image62.png" Id="R91418166fe4e4fc9" /><Relationship Type="http://schemas.openxmlformats.org/officeDocument/2006/relationships/image" Target="/ppt/media/image63.png" Id="R48d3205aa14745f5" /><Relationship Type="http://schemas.openxmlformats.org/officeDocument/2006/relationships/image" Target="/ppt/media/image64.png" Id="R3da159990d7e4e69" /><Relationship Type="http://schemas.openxmlformats.org/officeDocument/2006/relationships/image" Target="/ppt/media/image65.png" Id="Rbd9288ceb8aa4b04" /><Relationship Type="http://schemas.openxmlformats.org/officeDocument/2006/relationships/image" Target="/ppt/media/image66.png" Id="Rc15d4017e85e4021" /><Relationship Type="http://schemas.openxmlformats.org/officeDocument/2006/relationships/image" Target="/ppt/media/image67.png" Id="R99bfbc385eca4340" /><Relationship Type="http://schemas.openxmlformats.org/officeDocument/2006/relationships/image" Target="/ppt/media/image68.png" Id="Rf215731be38141b1" /><Relationship Type="http://schemas.openxmlformats.org/officeDocument/2006/relationships/image" Target="/ppt/media/image69.png" Id="Rf60d30474afe4544" /><Relationship Type="http://schemas.openxmlformats.org/officeDocument/2006/relationships/image" Target="/ppt/media/image70.png" Id="R976c7826cece4dd0" /><Relationship Type="http://schemas.openxmlformats.org/officeDocument/2006/relationships/image" Target="/ppt/media/image71.png" Id="R18c1bd4301474b51" /><Relationship Type="http://schemas.openxmlformats.org/officeDocument/2006/relationships/image" Target="/ppt/media/image72.png" Id="R1302c78ff9e14f6c" /><Relationship Type="http://schemas.openxmlformats.org/officeDocument/2006/relationships/image" Target="/ppt/media/image73.png" Id="R9ddd36520c9946fe" /><Relationship Type="http://schemas.openxmlformats.org/officeDocument/2006/relationships/image" Target="/ppt/media/image74.png" Id="R021792e18f1c4b2c" /><Relationship Type="http://schemas.openxmlformats.org/officeDocument/2006/relationships/image" Target="/ppt/media/image75.png" Id="Rc8a129d8b2e844ec" /><Relationship Type="http://schemas.openxmlformats.org/officeDocument/2006/relationships/image" Target="/ppt/media/image76.png" Id="R6784625632bb454a" /><Relationship Type="http://schemas.openxmlformats.org/officeDocument/2006/relationships/image" Target="/ppt/media/image77.png" Id="R41db960b76f74ae4" /><Relationship Type="http://schemas.openxmlformats.org/officeDocument/2006/relationships/image" Target="/ppt/media/image78.png" Id="R2be2f09eda7145d1" /><Relationship Type="http://schemas.openxmlformats.org/officeDocument/2006/relationships/image" Target="/ppt/media/image79.png" Id="R5c27a9ffbedd42ec" /><Relationship Type="http://schemas.openxmlformats.org/officeDocument/2006/relationships/image" Target="/ppt/media/image80.png" Id="R5b9644406f704206" /><Relationship Type="http://schemas.openxmlformats.org/officeDocument/2006/relationships/image" Target="/ppt/media/image81.png" Id="R598d46c060ff4fb7" /><Relationship Type="http://schemas.openxmlformats.org/officeDocument/2006/relationships/image" Target="/ppt/media/image82.png" Id="R8bc24ee87e05427c" /><Relationship Type="http://schemas.openxmlformats.org/officeDocument/2006/relationships/image" Target="/ppt/media/image83.png" Id="R29d9c281c0bb45d6" /><Relationship Type="http://schemas.openxmlformats.org/officeDocument/2006/relationships/image" Target="/ppt/media/image84.png" Id="R68f6ee66349849a4" /><Relationship Type="http://schemas.openxmlformats.org/officeDocument/2006/relationships/image" Target="/ppt/media/image85.png" Id="R016c90a777404b36" /><Relationship Type="http://schemas.openxmlformats.org/officeDocument/2006/relationships/image" Target="/ppt/media/image86.png" Id="R8400e81965744ad2" /><Relationship Type="http://schemas.openxmlformats.org/officeDocument/2006/relationships/image" Target="/ppt/media/image87.png" Id="Rca5ee9ea1467422c" /><Relationship Type="http://schemas.openxmlformats.org/officeDocument/2006/relationships/image" Target="/ppt/media/image88.png" Id="R3d6f2cec58114ef1" /><Relationship Type="http://schemas.openxmlformats.org/officeDocument/2006/relationships/image" Target="/ppt/media/image89.png" Id="R2194a1b58b714b26" /><Relationship Type="http://schemas.openxmlformats.org/officeDocument/2006/relationships/image" Target="/ppt/media/image90.png" Id="Rc038f7bef31f438d" /><Relationship Type="http://schemas.openxmlformats.org/officeDocument/2006/relationships/image" Target="/ppt/media/image91.png" Id="Rd75bff6a5310472f" /><Relationship Type="http://schemas.openxmlformats.org/officeDocument/2006/relationships/chart" Target="/ppt/slides/charts/chart1.xml" Id="R658dabfda2c04db1" /><Relationship Type="http://schemas.openxmlformats.org/officeDocument/2006/relationships/notesSlide" Target="/ppt/notesSlides/notesSlide18.xml" Id="R98c16a2596e5485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c87d31cb098b4365" /><Relationship Type="http://schemas.openxmlformats.org/officeDocument/2006/relationships/chart" Target="/ppt/slides/charts/chart2.xml" Id="Refeaf3dde6194e70" /><Relationship Type="http://schemas.openxmlformats.org/officeDocument/2006/relationships/notesSlide" Target="/ppt/notesSlides/notesSlide19.xml" Id="R0b9fe44fe6ab489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5a2dc707b19f4407" /><Relationship Type="http://schemas.openxmlformats.org/officeDocument/2006/relationships/image" Target="/ppt/media/image92.png" Id="R8ad52409a8e04234" /><Relationship Type="http://schemas.openxmlformats.org/officeDocument/2006/relationships/image" Target="/ppt/media/image93.png" Id="R7d2851c767e448d1" /><Relationship Type="http://schemas.openxmlformats.org/officeDocument/2006/relationships/notesSlide" Target="/ppt/notesSlides/notesSlide20.xml" Id="R56ac108cea8c400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a27a57acf03b44c4" /><Relationship Type="http://schemas.openxmlformats.org/officeDocument/2006/relationships/notesSlide" Target="/ppt/notesSlides/notesSlide21.xml" Id="Ra2ea0019e3dd457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64d3e956318e4fe9" /><Relationship Type="http://schemas.openxmlformats.org/officeDocument/2006/relationships/image" Target="/ppt/media/image94.png" Id="Rcdd954fb407f47cc" /><Relationship Type="http://schemas.openxmlformats.org/officeDocument/2006/relationships/image" Target="/ppt/media/image95.png" Id="Rc54c22b4ce9d410c" /><Relationship Type="http://schemas.openxmlformats.org/officeDocument/2006/relationships/image" Target="/ppt/media/image96.png" Id="R785665d98b0940c1" /><Relationship Type="http://schemas.openxmlformats.org/officeDocument/2006/relationships/image" Target="/ppt/media/image97.png" Id="Rea9b4e15dd7d4965" /><Relationship Type="http://schemas.openxmlformats.org/officeDocument/2006/relationships/image" Target="/ppt/media/image98.png" Id="Rde3c0aa5efe04707" /><Relationship Type="http://schemas.openxmlformats.org/officeDocument/2006/relationships/notesSlide" Target="/ppt/notesSlides/notesSlide22.xml" Id="R0feb17d1f2104c7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66bfc40a682641cc" /><Relationship Type="http://schemas.openxmlformats.org/officeDocument/2006/relationships/notesSlide" Target="/ppt/notesSlides/notesSlide23.xml" Id="R180417c3fde144a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92df24e7002742a4" /><Relationship Type="http://schemas.openxmlformats.org/officeDocument/2006/relationships/notesSlide" Target="/ppt/notesSlides/notesSlide24.xml" Id="Rad6fa333857245e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cf3ce7b7b8204416" /><Relationship Type="http://schemas.openxmlformats.org/officeDocument/2006/relationships/image" Target="/ppt/media/image99.png" Id="Refd9e8bc898249d9" /><Relationship Type="http://schemas.openxmlformats.org/officeDocument/2006/relationships/image" Target="/ppt/media/image100.png" Id="Rbb9231a8665b48de" /><Relationship Type="http://schemas.openxmlformats.org/officeDocument/2006/relationships/image" Target="/ppt/media/image101.png" Id="R3fb2d5236397436d" /><Relationship Type="http://schemas.openxmlformats.org/officeDocument/2006/relationships/notesSlide" Target="/ppt/notesSlides/notesSlide25.xml" Id="Rba975ab1126e4422" /></Relationships>
</file>

<file path=ppt/slides/charts/chart1.xml><?xml version="1.0" encoding="utf-8"?>
<c:chartSpace xmlns:c="http://schemas.openxmlformats.org/drawingml/2006/chart">
  <c:lang val="en-US"/>
  <c:roundedCorners val="0"/>
  <c:chart>
    <c:title>
      <c:tx>
        <c:rich>
          <a:bodyPr xmlns:a="http://schemas.openxmlformats.org/drawingml/2006/main"/>
          <a:lstStyle xmlns:a="http://schemas.openxmlformats.org/drawingml/2006/main"/>
          <a:p xmlns:a="http://schemas.openxmlformats.org/drawingml/2006/main">
            <a:r>
              <a:rPr sz="1350">
                <a:solidFill>
                  <a:srgbClr val="161616"/>
                </a:solidFill>
                <a:latin typeface="Arial"/>
                <a:ea typeface="Arial"/>
                <a:cs typeface="Arial"/>
              </a:rPr>
              <a:t>PSNR (dB)</a:t>
            </a:r>
          </a:p>
        </c:rich>
      </c:tx>
      <c:overlay val="0"/>
      <c:txPr>
        <a:bodyPr xmlns:a="http://schemas.openxmlformats.org/drawingml/2006/main" anchorCtr="1"/>
        <a:lstStyle xmlns:a="http://schemas.openxmlformats.org/drawingml/2006/main"/>
        <a:p xmlns:a="http://schemas.openxmlformats.org/drawingml/2006/main">
          <a:pPr>
            <a:defRPr sz="1350">
              <a:solidFill>
                <a:srgbClr val="161616"/>
              </a:solidFill>
              <a:latin typeface="Arial"/>
              <a:ea typeface="Arial"/>
              <a:cs typeface="Arial"/>
            </a:defRPr>
          </a:pPr>
        </a:p>
      </c:txPr>
    </c:title>
    <c:autoTitleDeleted val="0"/>
    <c:view3D/>
    <c:plotArea>
      <c:layout/>
      <c:barChart>
        <c:barDir val="bar"/>
        <c:grouping val="clustered"/>
        <c:varyColors val="0"/>
        <c:ser>
          <c:idx val="0"/>
          <c:order val="0"/>
          <c:tx>
            <c:v>Top-1 PSNR</c:v>
          </c:tx>
          <c:spPr>
            <a:solidFill xmlns:a="http://schemas.openxmlformats.org/drawingml/2006/main">
              <a:srgbClr val="806D83"/>
            </a:solidFill>
            <a:ln xmlns:a="http://schemas.openxmlformats.org/drawingml/2006/main" w="0">
              <a:solidFill>
                <a:srgbClr val="806D83"/>
              </a:solidFill>
              <a:prstDash val="solid"/>
            </a:ln>
          </c:spPr>
          <c:dPt>
            <c:idx val="0"/>
            <c:spPr>
              <a:solidFill xmlns:a="http://schemas.openxmlformats.org/drawingml/2006/main">
                <a:srgbClr val="806D83"/>
              </a:solidFill>
              <a:ln xmlns:a="http://schemas.openxmlformats.org/drawingml/2006/main" w="0">
                <a:prstDash val="solid"/>
              </a:ln>
            </c:spPr>
          </c:dPt>
          <c:dPt>
            <c:idx val="1"/>
            <c:spPr>
              <a:solidFill xmlns:a="http://schemas.openxmlformats.org/drawingml/2006/main">
                <a:srgbClr val="806D83"/>
              </a:solidFill>
              <a:ln xmlns:a="http://schemas.openxmlformats.org/drawingml/2006/main" w="0">
                <a:prstDash val="solid"/>
              </a:ln>
            </c:spPr>
          </c:dPt>
          <c:dPt>
            <c:idx val="2"/>
            <c:spPr>
              <a:solidFill xmlns:a="http://schemas.openxmlformats.org/drawingml/2006/main">
                <a:srgbClr val="20272D"/>
              </a:solidFill>
              <a:ln xmlns:a="http://schemas.openxmlformats.org/drawingml/2006/main" w="0">
                <a:prstDash val="solid"/>
              </a:ln>
            </c:spPr>
          </c:dPt>
          <c:cat>
            <c:strLit>
              <c:ptCount val="3"/>
              <c:pt idx="0">
                <c:v>PieNet</c:v>
              </c:pt>
              <c:pt idx="1">
                <c:v>RefRetouch</c:v>
              </c:pt>
              <c:pt idx="2">
                <c:v>Our model</c:v>
              </c:pt>
            </c:strLit>
          </c:cat>
          <c:val>
            <c:numLit>
              <c:formatCode/>
              <c:ptCount val="3"/>
              <c:pt idx="0">
                <c:v>20.54</c:v>
              </c:pt>
              <c:pt idx="1">
                <c:v>21.94</c:v>
              </c:pt>
              <c:pt idx="2">
                <c:v>23.562</c:v>
              </c:pt>
            </c:numLit>
          </c:val>
        </c:ser>
        <c:dLbls>
          <c:txPr>
            <a:bodyPr xmlns:a="http://schemas.openxmlformats.org/drawingml/2006/main" anchorCtr="1"/>
            <a:lstStyle xmlns:a="http://schemas.openxmlformats.org/drawingml/2006/main"/>
            <a:p xmlns:a="http://schemas.openxmlformats.org/drawingml/2006/main">
              <a:pPr>
                <a:defRPr sz="1200">
                  <a:solidFill>
                    <a:srgbClr val="161616"/>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
        <c:majorTickMark val="none"/>
        <c:minorTickMark val="none"/>
        <c:tickLblPos val="nextTo"/>
        <c:spPr>
          <a:ln xmlns:a="http://schemas.openxmlformats.org/drawingml/2006/main" w="9525">
            <a:solidFill>
              <a:srgbClr val="D9D9D6"/>
            </a:solidFill>
            <a:prstDash val="solid"/>
          </a:ln>
        </c:spPr>
        <c:txPr>
          <a:bodyPr xmlns:a="http://schemas.openxmlformats.org/drawingml/2006/main" anchorCtr="1"/>
          <a:lstStyle xmlns:a="http://schemas.openxmlformats.org/drawingml/2006/main"/>
          <a:p xmlns:a="http://schemas.openxmlformats.org/drawingml/2006/main">
            <a:pPr>
              <a:defRPr sz="1200">
                <a:solidFill>
                  <a:srgbClr val="161616"/>
                </a:solidFill>
                <a:latin typeface="Arial"/>
                <a:ea typeface="Arial"/>
                <a:cs typeface="Arial"/>
              </a:defRPr>
            </a:pPr>
          </a:p>
        </c:txPr>
        <c:crossAx val="48672768"/>
        <c:crosses val="autoZero"/>
        <c:lblAlgn val="ctr"/>
        <c:lblOffset val="100"/>
        <c:noMultiLvlLbl val="0"/>
      </c:catAx>
      <c:valAx>
        <c:axId val="48672768"/>
        <c:scaling>
          <c:orientation val="minMax"/>
          <c:max val="30"/>
        </c:scaling>
        <c:delete val="0"/>
        <c:axPos val="b"/>
        <c:majorGridlines>
          <c:spPr>
            <a:ln xmlns:a="http://schemas.openxmlformats.org/drawingml/2006/main" w="4763">
              <a:solidFill>
                <a:srgbClr val="D9D9D6"/>
              </a:solidFill>
            </a:ln>
          </c:spPr>
        </c:majorGridlines>
        <c:numFmt formatCode=""/>
        <c:majorTickMark val="none"/>
        <c:minorTickMark val="none"/>
        <c:tickLblPos val="nextTo"/>
        <c:spPr>
          <a:ln xmlns:a="http://schemas.openxmlformats.org/drawingml/2006/main" w="9525">
            <a:solidFill>
              <a:srgbClr val="D9D9D6"/>
            </a:solidFill>
            <a:prstDash val="solid"/>
          </a:ln>
        </c:spPr>
        <c:txPr>
          <a:bodyPr xmlns:a="http://schemas.openxmlformats.org/drawingml/2006/main" anchorCtr="1"/>
          <a:lstStyle xmlns:a="http://schemas.openxmlformats.org/drawingml/2006/main"/>
          <a:p xmlns:a="http://schemas.openxmlformats.org/drawingml/2006/main">
            <a:pPr>
              <a:defRPr sz="1200">
                <a:solidFill>
                  <a:srgbClr val="161616"/>
                </a:solidFill>
                <a:latin typeface="Arial"/>
                <a:ea typeface="Arial"/>
                <a:cs typeface="Arial"/>
              </a:defRPr>
            </a:pPr>
          </a:p>
        </c:txPr>
        <c:crossAx val="48650112"/>
        <c:crosses val="autoZero"/>
        <c:crossBetween val="between"/>
      </c:valAx>
      <c:spPr>
        <a:solidFill xmlns:a="http://schemas.openxmlformats.org/drawingml/2006/main">
          <a:srgbClr val="F4F4F2"/>
        </a:solidFill>
      </c:spPr>
    </c:plotArea>
    <c:plotVisOnly val="1"/>
  </c:chart>
</c:chartSpace>
</file>

<file path=ppt/slides/charts/chart2.xml><?xml version="1.0" encoding="utf-8"?>
<c:chartSpace xmlns:c="http://schemas.openxmlformats.org/drawingml/2006/chart">
  <c:lang val="en-US"/>
  <c:roundedCorners val="0"/>
  <c:chart>
    <c:title>
      <c:tx>
        <c:rich>
          <a:bodyPr xmlns:a="http://schemas.openxmlformats.org/drawingml/2006/main"/>
          <a:lstStyle xmlns:a="http://schemas.openxmlformats.org/drawingml/2006/main"/>
          <a:p xmlns:a="http://schemas.openxmlformats.org/drawingml/2006/main">
            <a:r>
              <a:rPr sz="1350">
                <a:solidFill>
                  <a:srgbClr val="161616"/>
                </a:solidFill>
                <a:latin typeface="Arial"/>
                <a:ea typeface="Arial"/>
                <a:cs typeface="Arial"/>
              </a:rPr>
              <a:t>PSNR (dB)</a:t>
            </a:r>
          </a:p>
        </c:rich>
      </c:tx>
      <c:overlay val="0"/>
      <c:txPr>
        <a:bodyPr xmlns:a="http://schemas.openxmlformats.org/drawingml/2006/main" anchorCtr="1"/>
        <a:lstStyle xmlns:a="http://schemas.openxmlformats.org/drawingml/2006/main"/>
        <a:p xmlns:a="http://schemas.openxmlformats.org/drawingml/2006/main">
          <a:pPr>
            <a:defRPr sz="1350">
              <a:solidFill>
                <a:srgbClr val="161616"/>
              </a:solidFill>
              <a:latin typeface="Arial"/>
              <a:ea typeface="Arial"/>
              <a:cs typeface="Arial"/>
            </a:defRPr>
          </a:pPr>
        </a:p>
      </c:txPr>
    </c:title>
    <c:autoTitleDeleted val="0"/>
    <c:view3D/>
    <c:plotArea>
      <c:layout/>
      <c:barChart>
        <c:barDir val="bar"/>
        <c:grouping val="clustered"/>
        <c:varyColors val="0"/>
        <c:ser>
          <c:idx val="0"/>
          <c:order val="0"/>
          <c:tx>
            <c:v>PSNR</c:v>
          </c:tx>
          <c:spPr>
            <a:solidFill xmlns:a="http://schemas.openxmlformats.org/drawingml/2006/main">
              <a:srgbClr val="806D83"/>
            </a:solidFill>
            <a:ln xmlns:a="http://schemas.openxmlformats.org/drawingml/2006/main" w="0">
              <a:solidFill>
                <a:srgbClr val="806D83"/>
              </a:solidFill>
              <a:prstDash val="solid"/>
            </a:ln>
          </c:spPr>
          <c:dPt>
            <c:idx val="0"/>
            <c:spPr>
              <a:solidFill xmlns:a="http://schemas.openxmlformats.org/drawingml/2006/main">
                <a:srgbClr val="806D83"/>
              </a:solidFill>
              <a:ln xmlns:a="http://schemas.openxmlformats.org/drawingml/2006/main" w="0">
                <a:prstDash val="solid"/>
              </a:ln>
            </c:spPr>
          </c:dPt>
          <c:dPt>
            <c:idx val="1"/>
            <c:spPr>
              <a:solidFill xmlns:a="http://schemas.openxmlformats.org/drawingml/2006/main">
                <a:srgbClr val="806D83"/>
              </a:solidFill>
              <a:ln xmlns:a="http://schemas.openxmlformats.org/drawingml/2006/main" w="0">
                <a:prstDash val="solid"/>
              </a:ln>
            </c:spPr>
          </c:dPt>
          <c:dPt>
            <c:idx val="2"/>
            <c:spPr>
              <a:solidFill xmlns:a="http://schemas.openxmlformats.org/drawingml/2006/main">
                <a:srgbClr val="806D83"/>
              </a:solidFill>
              <a:ln xmlns:a="http://schemas.openxmlformats.org/drawingml/2006/main" w="0">
                <a:prstDash val="solid"/>
              </a:ln>
            </c:spPr>
          </c:dPt>
          <c:dPt>
            <c:idx val="3"/>
            <c:spPr>
              <a:solidFill xmlns:a="http://schemas.openxmlformats.org/drawingml/2006/main">
                <a:srgbClr val="806D83"/>
              </a:solidFill>
              <a:ln xmlns:a="http://schemas.openxmlformats.org/drawingml/2006/main" w="0">
                <a:prstDash val="solid"/>
              </a:ln>
            </c:spPr>
          </c:dPt>
          <c:dPt>
            <c:idx val="4"/>
            <c:spPr>
              <a:solidFill xmlns:a="http://schemas.openxmlformats.org/drawingml/2006/main">
                <a:srgbClr val="20272D"/>
              </a:solidFill>
              <a:ln xmlns:a="http://schemas.openxmlformats.org/drawingml/2006/main" w="0">
                <a:prstDash val="solid"/>
              </a:ln>
            </c:spPr>
          </c:dPt>
          <c:cat>
            <c:strLit>
              <c:ptCount val="5"/>
              <c:pt idx="0">
                <c:v>Original image</c:v>
              </c:pt>
              <c:pt idx="1">
                <c:v>Expert-average z</c:v>
              </c:pt>
              <c:pt idx="2">
                <c:v>Wrong image</c:v>
              </c:pt>
              <c:pt idx="3">
                <c:v>Wrong history</c:v>
              </c:pt>
              <c:pt idx="4">
                <c:v>Complete model</c:v>
              </c:pt>
            </c:strLit>
          </c:cat>
          <c:val>
            <c:numLit>
              <c:formatCode/>
              <c:ptCount val="5"/>
              <c:pt idx="0">
                <c:v>18.3</c:v>
              </c:pt>
              <c:pt idx="1">
                <c:v>22.1</c:v>
              </c:pt>
              <c:pt idx="2">
                <c:v>20.2</c:v>
              </c:pt>
              <c:pt idx="3">
                <c:v>22.3</c:v>
              </c:pt>
              <c:pt idx="4">
                <c:v>23.5</c:v>
              </c:pt>
            </c:numLit>
          </c:val>
        </c:ser>
        <c:dLbls>
          <c:txPr>
            <a:bodyPr xmlns:a="http://schemas.openxmlformats.org/drawingml/2006/main" anchorCtr="1"/>
            <a:lstStyle xmlns:a="http://schemas.openxmlformats.org/drawingml/2006/main"/>
            <a:p xmlns:a="http://schemas.openxmlformats.org/drawingml/2006/main">
              <a:pPr>
                <a:defRPr sz="1200">
                  <a:solidFill>
                    <a:srgbClr val="161616"/>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
        <c:majorTickMark val="none"/>
        <c:minorTickMark val="none"/>
        <c:tickLblPos val="nextTo"/>
        <c:spPr>
          <a:ln xmlns:a="http://schemas.openxmlformats.org/drawingml/2006/main" w="9525">
            <a:solidFill>
              <a:srgbClr val="D9D9D6"/>
            </a:solidFill>
            <a:prstDash val="solid"/>
          </a:ln>
        </c:spPr>
        <c:txPr>
          <a:bodyPr xmlns:a="http://schemas.openxmlformats.org/drawingml/2006/main" anchorCtr="1"/>
          <a:lstStyle xmlns:a="http://schemas.openxmlformats.org/drawingml/2006/main"/>
          <a:p xmlns:a="http://schemas.openxmlformats.org/drawingml/2006/main">
            <a:pPr>
              <a:defRPr sz="1200">
                <a:solidFill>
                  <a:srgbClr val="161616"/>
                </a:solidFill>
                <a:latin typeface="Arial"/>
                <a:ea typeface="Arial"/>
                <a:cs typeface="Arial"/>
              </a:defRPr>
            </a:pPr>
          </a:p>
        </c:txPr>
        <c:crossAx val="48672768"/>
        <c:crosses val="autoZero"/>
        <c:lblAlgn val="ctr"/>
        <c:lblOffset val="100"/>
        <c:noMultiLvlLbl val="0"/>
      </c:catAx>
      <c:valAx>
        <c:axId val="48672768"/>
        <c:scaling>
          <c:orientation val="minMax"/>
          <c:max val="30"/>
        </c:scaling>
        <c:delete val="0"/>
        <c:axPos val="b"/>
        <c:majorGridlines>
          <c:spPr>
            <a:ln xmlns:a="http://schemas.openxmlformats.org/drawingml/2006/main" w="4763">
              <a:solidFill>
                <a:srgbClr val="D9D9D6"/>
              </a:solidFill>
            </a:ln>
          </c:spPr>
        </c:majorGridlines>
        <c:numFmt formatCode=""/>
        <c:majorTickMark val="none"/>
        <c:minorTickMark val="none"/>
        <c:tickLblPos val="nextTo"/>
        <c:spPr>
          <a:ln xmlns:a="http://schemas.openxmlformats.org/drawingml/2006/main" w="9525">
            <a:solidFill>
              <a:srgbClr val="D9D9D6"/>
            </a:solidFill>
            <a:prstDash val="solid"/>
          </a:ln>
        </c:spPr>
        <c:txPr>
          <a:bodyPr xmlns:a="http://schemas.openxmlformats.org/drawingml/2006/main" anchorCtr="1"/>
          <a:lstStyle xmlns:a="http://schemas.openxmlformats.org/drawingml/2006/main"/>
          <a:p xmlns:a="http://schemas.openxmlformats.org/drawingml/2006/main">
            <a:pPr>
              <a:defRPr sz="1200">
                <a:solidFill>
                  <a:srgbClr val="161616"/>
                </a:solidFill>
                <a:latin typeface="Arial"/>
                <a:ea typeface="Arial"/>
                <a:cs typeface="Arial"/>
              </a:defRPr>
            </a:pPr>
          </a:p>
        </c:txPr>
        <c:crossAx val="48650112"/>
        <c:crosses val="autoZero"/>
        <c:crossBetween val="between"/>
      </c:valAx>
      <c:spPr>
        <a:solidFill xmlns:a="http://schemas.openxmlformats.org/drawingml/2006/main">
          <a:srgbClr val="F4F4F2"/>
        </a:solidFill>
      </c:spPr>
    </c:plotArea>
    <c:plotVisOnly val="1"/>
  </c:chart>
</c:chartSpace>
</file>

<file path=ppt/slides/slide1.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2976B515-F30D-43A0-AEAA-84C9EEBA43A5}"/>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AD8D4C5C-BFE4-4CDB-92DE-8C027D5B2E94}"/>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5424382E-CA15-49F1-BA0F-891B2C5EEDE0}"/>
              </a:ext>
            </a:extLst>
          </p:cNvPr>
          <p:cNvSpPr>
            <a:spLocks noGrp="1"/>
          </p:cNvSpPr>
          <p:nvPr/>
        </p:nvSpPr>
        <p:spPr>
          <a:xfrm>
            <a:off x="660648" y="328613"/>
            <a:ext cx="372666" cy="342900"/>
          </a:xfrm>
          <a:prstGeom prst="rect">
            <a:avLst/>
          </a:prstGeom>
          <a:solidFill>
            <a:srgbClr val="F3DF4F"/>
          </a:solidFill>
          <a:ln w="0">
            <a:solidFill>
              <a:srgbClr val="000000">
                <a:alpha val="0"/>
              </a:srgbClr>
            </a:solidFill>
          </a:ln>
        </p:spPr>
      </p:sp>
      <p:sp>
        <p:nvSpPr>
          <p:cNvPr id="5" name="">
            <a:extLst>
              <a:ext uri="{FF2B5EF4-FFF2-40B4-BE49-F238E27FC236}">
                <a16:creationId id="{BA658AC0-150B-4E04-B0E4-5A960CA29332}"/>
              </a:ext>
            </a:extLst>
          </p:cNvPr>
          <p:cNvSpPr>
            <a:spLocks noGrp="1"/>
          </p:cNvSpPr>
          <p:nvPr/>
        </p:nvSpPr>
        <p:spPr>
          <a:xfrm>
            <a:off x="746373" y="347663"/>
            <a:ext cx="296466"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01</a:t>
            </a:r>
          </a:p>
        </p:txBody>
      </p:sp>
      <p:sp>
        <p:nvSpPr>
          <p:cNvPr id="6" name="">
            <a:extLst>
              <a:ext uri="{FF2B5EF4-FFF2-40B4-BE49-F238E27FC236}">
                <a16:creationId id="{53DC4470-AF0C-4744-8D4E-341A505A87F3}"/>
              </a:ext>
            </a:extLst>
          </p:cNvPr>
          <p:cNvSpPr>
            <a:spLocks noGrp="1"/>
          </p:cNvSpPr>
          <p:nvPr/>
        </p:nvSpPr>
        <p:spPr>
          <a:xfrm>
            <a:off x="1214289" y="242292"/>
            <a:ext cx="7002661"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Personalized Agent-based Image Enhancement</a:t>
            </a:r>
          </a:p>
        </p:txBody>
      </p:sp>
      <p:sp>
        <p:nvSpPr>
          <p:cNvPr id="7" name="">
            <a:extLst>
              <a:ext uri="{FF2B5EF4-FFF2-40B4-BE49-F238E27FC236}">
                <a16:creationId id="{1AAC5B3B-A585-4F84-B9B6-6816CA94DAAC}"/>
              </a:ext>
            </a:extLst>
          </p:cNvPr>
          <p:cNvSpPr>
            <a:spLocks noGrp="1"/>
          </p:cNvSpPr>
          <p:nvPr/>
        </p:nvSpPr>
        <p:spPr>
          <a:xfrm>
            <a:off x="438150" y="1500783"/>
            <a:ext cx="5289798" cy="742950"/>
          </a:xfrm>
          <a:prstGeom prst="rect">
            <a:avLst/>
          </a:prstGeom>
          <a:solidFill>
            <a:srgbClr val="000000">
              <a:alpha val="0"/>
            </a:srgbClr>
          </a:solidFill>
          <a:ln w="0">
            <a:solidFill>
              <a:srgbClr val="000000">
                <a:alpha val="0"/>
              </a:srgbClr>
            </a:solidFill>
          </a:ln>
        </p:spPr>
        <p:txBody>
          <a:bodyPr lIns="0" tIns="0" rIns="0" bIns="0" anchor="ctr"/>
          <a:lstStyle/>
          <a:p>
            <a:r>
              <a:rPr sz="3276" b="0">
                <a:solidFill>
                  <a:srgbClr val="20272D"/>
                </a:solidFill>
              </a:rPr>
              <a:t>Personalized Agent-based</a:t>
            </a:r>
          </a:p>
        </p:txBody>
      </p:sp>
      <p:sp>
        <p:nvSpPr>
          <p:cNvPr id="8" name="">
            <a:extLst>
              <a:ext uri="{FF2B5EF4-FFF2-40B4-BE49-F238E27FC236}">
                <a16:creationId id="{1A2DF213-6814-448E-B778-1AE6AB73186D}"/>
              </a:ext>
            </a:extLst>
          </p:cNvPr>
          <p:cNvSpPr>
            <a:spLocks noGrp="1"/>
          </p:cNvSpPr>
          <p:nvPr/>
        </p:nvSpPr>
        <p:spPr>
          <a:xfrm>
            <a:off x="438150" y="1994446"/>
            <a:ext cx="5843290" cy="742950"/>
          </a:xfrm>
          <a:prstGeom prst="rect">
            <a:avLst/>
          </a:prstGeom>
          <a:solidFill>
            <a:srgbClr val="000000">
              <a:alpha val="0"/>
            </a:srgbClr>
          </a:solidFill>
          <a:ln w="0">
            <a:solidFill>
              <a:srgbClr val="000000">
                <a:alpha val="0"/>
              </a:srgbClr>
            </a:solidFill>
          </a:ln>
        </p:spPr>
        <p:txBody>
          <a:bodyPr lIns="0" tIns="0" rIns="0" bIns="0" anchor="ctr"/>
          <a:lstStyle/>
          <a:p>
            <a:r>
              <a:rPr sz="3276" b="0">
                <a:solidFill>
                  <a:srgbClr val="20272D"/>
                </a:solidFill>
              </a:rPr>
              <a:t>Image Enhancement via User</a:t>
            </a:r>
          </a:p>
        </p:txBody>
      </p:sp>
      <p:sp>
        <p:nvSpPr>
          <p:cNvPr id="9" name="">
            <a:extLst>
              <a:ext uri="{FF2B5EF4-FFF2-40B4-BE49-F238E27FC236}">
                <a16:creationId id="{C98B04C6-F453-464A-B85F-AE30361A23C5}"/>
              </a:ext>
            </a:extLst>
          </p:cNvPr>
          <p:cNvSpPr>
            <a:spLocks noGrp="1"/>
          </p:cNvSpPr>
          <p:nvPr/>
        </p:nvSpPr>
        <p:spPr>
          <a:xfrm>
            <a:off x="438150" y="2488109"/>
            <a:ext cx="4196358" cy="742950"/>
          </a:xfrm>
          <a:prstGeom prst="rect">
            <a:avLst/>
          </a:prstGeom>
          <a:solidFill>
            <a:srgbClr val="000000">
              <a:alpha val="0"/>
            </a:srgbClr>
          </a:solidFill>
          <a:ln w="0">
            <a:solidFill>
              <a:srgbClr val="000000">
                <a:alpha val="0"/>
              </a:srgbClr>
            </a:solidFill>
          </a:ln>
        </p:spPr>
        <p:txBody>
          <a:bodyPr lIns="0" tIns="0" rIns="0" bIns="0" anchor="ctr"/>
          <a:lstStyle/>
          <a:p>
            <a:r>
              <a:rPr sz="3276" b="0">
                <a:solidFill>
                  <a:srgbClr val="20272D"/>
                </a:solidFill>
              </a:rPr>
              <a:t>Preference Modeling</a:t>
            </a:r>
          </a:p>
        </p:txBody>
      </p:sp>
      <p:sp>
        <p:nvSpPr>
          <p:cNvPr id="10" name="">
            <a:extLst>
              <a:ext uri="{FF2B5EF4-FFF2-40B4-BE49-F238E27FC236}">
                <a16:creationId id="{29636F9B-CD07-4FAD-9517-C7FB218FB80F}"/>
              </a:ext>
            </a:extLst>
          </p:cNvPr>
          <p:cNvSpPr>
            <a:spLocks noGrp="1"/>
          </p:cNvSpPr>
          <p:nvPr/>
        </p:nvSpPr>
        <p:spPr>
          <a:xfrm>
            <a:off x="438150" y="3334196"/>
            <a:ext cx="2653903" cy="31432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68727A"/>
                </a:solidFill>
              </a:rPr>
              <a:t>Learning how a user edits,</a:t>
            </a:r>
          </a:p>
        </p:txBody>
      </p:sp>
      <p:sp>
        <p:nvSpPr>
          <p:cNvPr id="11" name="">
            <a:extLst>
              <a:ext uri="{FF2B5EF4-FFF2-40B4-BE49-F238E27FC236}">
                <a16:creationId id="{2949FA07-69E8-498B-A463-6F5E4F848E42}"/>
              </a:ext>
            </a:extLst>
          </p:cNvPr>
          <p:cNvSpPr>
            <a:spLocks noGrp="1"/>
          </p:cNvSpPr>
          <p:nvPr/>
        </p:nvSpPr>
        <p:spPr>
          <a:xfrm>
            <a:off x="438150" y="3629918"/>
            <a:ext cx="2567732" cy="31432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68727A"/>
                </a:solidFill>
              </a:rPr>
              <a:t>from their editing history.</a:t>
            </a:r>
          </a:p>
        </p:txBody>
      </p:sp>
      <p:sp>
        <p:nvSpPr>
          <p:cNvPr id="12" name="">
            <a:extLst>
              <a:ext uri="{FF2B5EF4-FFF2-40B4-BE49-F238E27FC236}">
                <a16:creationId id="{BB2AE9C9-32D0-48C9-931C-2BEF90BABB90}"/>
              </a:ext>
            </a:extLst>
          </p:cNvPr>
          <p:cNvSpPr>
            <a:spLocks noGrp="1"/>
          </p:cNvSpPr>
          <p:nvPr/>
        </p:nvSpPr>
        <p:spPr>
          <a:xfrm>
            <a:off x="438150" y="4135189"/>
            <a:ext cx="47625" cy="306586"/>
          </a:xfrm>
          <a:prstGeom prst="rect">
            <a:avLst/>
          </a:prstGeom>
          <a:solidFill>
            <a:srgbClr val="F3DF4F"/>
          </a:solidFill>
          <a:ln w="0">
            <a:solidFill>
              <a:srgbClr val="000000">
                <a:alpha val="0"/>
              </a:srgbClr>
            </a:solidFill>
          </a:ln>
        </p:spPr>
      </p:sp>
      <p:sp>
        <p:nvSpPr>
          <p:cNvPr id="13" name="">
            <a:extLst>
              <a:ext uri="{FF2B5EF4-FFF2-40B4-BE49-F238E27FC236}">
                <a16:creationId id="{B943F9F4-D9E1-48D3-888C-DFF4D76AFE3C}"/>
              </a:ext>
            </a:extLst>
          </p:cNvPr>
          <p:cNvSpPr>
            <a:spLocks noGrp="1"/>
          </p:cNvSpPr>
          <p:nvPr/>
        </p:nvSpPr>
        <p:spPr>
          <a:xfrm>
            <a:off x="628650" y="4163764"/>
            <a:ext cx="2865090" cy="27622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315D73"/>
                </a:solidFill>
              </a:rPr>
              <a:t>p(z | image, history)</a:t>
            </a:r>
          </a:p>
        </p:txBody>
      </p:sp>
      <p:pic>
        <p:nvPicPr>
          <p:cNvPr id="14" name=""/>
          <p:cNvPicPr>
            <a:picLocks noChangeAspect="1"/>
          </p:cNvPicPr>
          <p:nvPr/>
        </p:nvPicPr>
        <p:blipFill>
          <a:blip r:embed="R06d24605a1c84d74"/>
          <a:srcRect l="0" t="23051" r="0" b="23051"/>
          <a:stretch>
            <a:fillRect l="0" t="0" r="0" b="0"/>
          </a:stretch>
        </p:blipFill>
        <p:spPr>
          <a:xfrm>
            <a:off x="7149405" y="1417886"/>
            <a:ext cx="4604445" cy="1647825"/>
          </a:xfrm>
          <a:prstGeom prst="rect">
            <a:avLst/>
          </a:prstGeom>
        </p:spPr>
      </p:pic>
      <p:sp>
        <p:nvSpPr>
          <p:cNvPr id="15" name="">
            <a:extLst>
              <a:ext uri="{FF2B5EF4-FFF2-40B4-BE49-F238E27FC236}">
                <a16:creationId id="{0905F76D-8A86-45F0-A56E-5F7DBF3C970C}"/>
              </a:ext>
            </a:extLst>
          </p:cNvPr>
          <p:cNvSpPr>
            <a:spLocks noGrp="1"/>
          </p:cNvSpPr>
          <p:nvPr/>
        </p:nvSpPr>
        <p:spPr>
          <a:xfrm>
            <a:off x="7149405" y="2818061"/>
            <a:ext cx="792361" cy="247650"/>
          </a:xfrm>
          <a:prstGeom prst="rect">
            <a:avLst/>
          </a:prstGeom>
          <a:solidFill>
            <a:srgbClr val="20272D"/>
          </a:solidFill>
          <a:ln w="0">
            <a:solidFill>
              <a:srgbClr val="000000">
                <a:alpha val="0"/>
              </a:srgbClr>
            </a:solidFill>
          </a:ln>
        </p:spPr>
      </p:sp>
      <p:sp>
        <p:nvSpPr>
          <p:cNvPr id="16" name="">
            <a:extLst>
              <a:ext uri="{FF2B5EF4-FFF2-40B4-BE49-F238E27FC236}">
                <a16:creationId id="{9C717366-C436-4D3A-899B-770E38479F94}"/>
              </a:ext>
            </a:extLst>
          </p:cNvPr>
          <p:cNvSpPr>
            <a:spLocks noGrp="1"/>
          </p:cNvSpPr>
          <p:nvPr/>
        </p:nvSpPr>
        <p:spPr>
          <a:xfrm>
            <a:off x="7244655" y="2846636"/>
            <a:ext cx="697111"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FFFEF9"/>
                </a:solidFill>
              </a:rPr>
              <a:t>ORIGINAL</a:t>
            </a:r>
          </a:p>
        </p:txBody>
      </p:sp>
      <p:pic>
        <p:nvPicPr>
          <p:cNvPr id="17" name=""/>
          <p:cNvPicPr>
            <a:picLocks noChangeAspect="1"/>
          </p:cNvPicPr>
          <p:nvPr/>
        </p:nvPicPr>
        <p:blipFill>
          <a:blip r:embed="Rf8d976da31ce4ac1"/>
          <a:srcRect l="0" t="17511" r="0" b="17511"/>
          <a:stretch>
            <a:fillRect l="0" t="0" r="0" b="0"/>
          </a:stretch>
        </p:blipFill>
        <p:spPr>
          <a:xfrm>
            <a:off x="7149405" y="3180011"/>
            <a:ext cx="2245072" cy="971550"/>
          </a:xfrm>
          <a:prstGeom prst="rect">
            <a:avLst/>
          </a:prstGeom>
        </p:spPr>
      </p:pic>
      <p:sp>
        <p:nvSpPr>
          <p:cNvPr id="18" name="">
            <a:extLst>
              <a:ext uri="{FF2B5EF4-FFF2-40B4-BE49-F238E27FC236}">
                <a16:creationId id="{6B2C959E-8058-4C42-9CE9-7FACFAC7ADBB}"/>
              </a:ext>
            </a:extLst>
          </p:cNvPr>
          <p:cNvSpPr>
            <a:spLocks noGrp="1"/>
          </p:cNvSpPr>
          <p:nvPr/>
        </p:nvSpPr>
        <p:spPr>
          <a:xfrm>
            <a:off x="7149405" y="3903911"/>
            <a:ext cx="803672" cy="247650"/>
          </a:xfrm>
          <a:prstGeom prst="rect">
            <a:avLst/>
          </a:prstGeom>
          <a:solidFill>
            <a:srgbClr val="20272D"/>
          </a:solidFill>
          <a:ln w="0">
            <a:solidFill>
              <a:srgbClr val="000000">
                <a:alpha val="0"/>
              </a:srgbClr>
            </a:solidFill>
          </a:ln>
        </p:spPr>
      </p:sp>
      <p:sp>
        <p:nvSpPr>
          <p:cNvPr id="19" name="">
            <a:extLst>
              <a:ext uri="{FF2B5EF4-FFF2-40B4-BE49-F238E27FC236}">
                <a16:creationId id="{CB956DE1-A7A9-4633-BD3D-62663051E9B7}"/>
              </a:ext>
            </a:extLst>
          </p:cNvPr>
          <p:cNvSpPr>
            <a:spLocks noGrp="1"/>
          </p:cNvSpPr>
          <p:nvPr/>
        </p:nvSpPr>
        <p:spPr>
          <a:xfrm>
            <a:off x="7244655" y="3932486"/>
            <a:ext cx="708422"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FFFEF9"/>
                </a:solidFill>
              </a:rPr>
              <a:t>EXPERT B</a:t>
            </a:r>
          </a:p>
        </p:txBody>
      </p:sp>
      <p:pic>
        <p:nvPicPr>
          <p:cNvPr id="20" name=""/>
          <p:cNvPicPr>
            <a:picLocks noChangeAspect="1"/>
          </p:cNvPicPr>
          <p:nvPr/>
        </p:nvPicPr>
        <p:blipFill>
          <a:blip r:embed="R0364adddecb7473f"/>
          <a:srcRect l="0" t="17511" r="0" b="17511"/>
          <a:stretch>
            <a:fillRect l="0" t="0" r="0" b="0"/>
          </a:stretch>
        </p:blipFill>
        <p:spPr>
          <a:xfrm>
            <a:off x="9508778" y="3180011"/>
            <a:ext cx="2245072" cy="971550"/>
          </a:xfrm>
          <a:prstGeom prst="rect">
            <a:avLst/>
          </a:prstGeom>
        </p:spPr>
      </p:pic>
      <p:sp>
        <p:nvSpPr>
          <p:cNvPr id="21" name="">
            <a:extLst>
              <a:ext uri="{FF2B5EF4-FFF2-40B4-BE49-F238E27FC236}">
                <a16:creationId id="{3B835FA3-CCEF-4C23-8692-304DD3004B28}"/>
              </a:ext>
            </a:extLst>
          </p:cNvPr>
          <p:cNvSpPr>
            <a:spLocks noGrp="1"/>
          </p:cNvSpPr>
          <p:nvPr/>
        </p:nvSpPr>
        <p:spPr>
          <a:xfrm>
            <a:off x="9508778" y="3903911"/>
            <a:ext cx="794742" cy="247650"/>
          </a:xfrm>
          <a:prstGeom prst="rect">
            <a:avLst/>
          </a:prstGeom>
          <a:solidFill>
            <a:srgbClr val="20272D"/>
          </a:solidFill>
          <a:ln w="0">
            <a:solidFill>
              <a:srgbClr val="000000">
                <a:alpha val="0"/>
              </a:srgbClr>
            </a:solidFill>
          </a:ln>
        </p:spPr>
      </p:sp>
      <p:sp>
        <p:nvSpPr>
          <p:cNvPr id="22" name="">
            <a:extLst>
              <a:ext uri="{FF2B5EF4-FFF2-40B4-BE49-F238E27FC236}">
                <a16:creationId id="{BAEC65F6-0BB3-4D3E-BC59-DB21A9811930}"/>
              </a:ext>
            </a:extLst>
          </p:cNvPr>
          <p:cNvSpPr>
            <a:spLocks noGrp="1"/>
          </p:cNvSpPr>
          <p:nvPr/>
        </p:nvSpPr>
        <p:spPr>
          <a:xfrm>
            <a:off x="9604028" y="3932486"/>
            <a:ext cx="699492"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FFFEF9"/>
                </a:solidFill>
              </a:rPr>
              <a:t>EXPERT E</a:t>
            </a:r>
          </a:p>
        </p:txBody>
      </p:sp>
      <p:sp>
        <p:nvSpPr>
          <p:cNvPr id="23" name="">
            <a:extLst>
              <a:ext uri="{FF2B5EF4-FFF2-40B4-BE49-F238E27FC236}">
                <a16:creationId id="{35A13B6B-3493-40CA-991C-47DDDF2AA23C}"/>
              </a:ext>
            </a:extLst>
          </p:cNvPr>
          <p:cNvSpPr>
            <a:spLocks noGrp="1"/>
          </p:cNvSpPr>
          <p:nvPr/>
        </p:nvSpPr>
        <p:spPr>
          <a:xfrm>
            <a:off x="7149405" y="4265861"/>
            <a:ext cx="2235101"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One scene, different recorded edits.</a:t>
            </a:r>
          </a:p>
        </p:txBody>
      </p:sp>
      <p:sp>
        <p:nvSpPr>
          <p:cNvPr id="24" name="">
            <a:extLst>
              <a:ext uri="{FF2B5EF4-FFF2-40B4-BE49-F238E27FC236}">
                <a16:creationId id="{7EFFD805-3E08-4376-B95C-422EB9C10534}"/>
              </a:ext>
            </a:extLst>
          </p:cNvPr>
          <p:cNvSpPr>
            <a:spLocks noGrp="1"/>
          </p:cNvSpPr>
          <p:nvPr/>
        </p:nvSpPr>
        <p:spPr>
          <a:xfrm>
            <a:off x="7149405" y="4452491"/>
            <a:ext cx="2508796"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FiveK references, not model predictions.</a:t>
            </a:r>
          </a:p>
        </p:txBody>
      </p:sp>
      <p:sp>
        <p:nvSpPr>
          <p:cNvPr id="25" name="">
            <a:extLst>
              <a:ext uri="{FF2B5EF4-FFF2-40B4-BE49-F238E27FC236}">
                <a16:creationId id="{7124B99C-C79C-4867-A54C-BF7799A3512D}"/>
              </a:ext>
            </a:extLst>
          </p:cNvPr>
          <p:cNvSpPr>
            <a:spLocks noGrp="1"/>
          </p:cNvSpPr>
          <p:nvPr/>
        </p:nvSpPr>
        <p:spPr>
          <a:xfrm>
            <a:off x="438150" y="5228332"/>
            <a:ext cx="11315700" cy="9525"/>
          </a:xfrm>
          <a:prstGeom prst="rect">
            <a:avLst/>
          </a:prstGeom>
          <a:solidFill>
            <a:srgbClr val="D6DCD9"/>
          </a:solidFill>
          <a:ln w="0">
            <a:solidFill>
              <a:srgbClr val="000000">
                <a:alpha val="0"/>
              </a:srgbClr>
            </a:solidFill>
          </a:ln>
        </p:spPr>
      </p:sp>
      <p:sp>
        <p:nvSpPr>
          <p:cNvPr id="26" name="">
            <a:extLst>
              <a:ext uri="{FF2B5EF4-FFF2-40B4-BE49-F238E27FC236}">
                <a16:creationId id="{E9601E05-E92B-450B-89C8-AF2E227B4AED}"/>
              </a:ext>
            </a:extLst>
          </p:cNvPr>
          <p:cNvSpPr>
            <a:spLocks noGrp="1"/>
          </p:cNvSpPr>
          <p:nvPr/>
        </p:nvSpPr>
        <p:spPr>
          <a:xfrm>
            <a:off x="438150" y="5428357"/>
            <a:ext cx="504379"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Client</a:t>
            </a:r>
          </a:p>
        </p:txBody>
      </p:sp>
      <p:sp>
        <p:nvSpPr>
          <p:cNvPr id="27" name="">
            <a:extLst>
              <a:ext uri="{FF2B5EF4-FFF2-40B4-BE49-F238E27FC236}">
                <a16:creationId id="{B8CC4640-9F1B-4A2B-A896-D53F09DA1971}"/>
              </a:ext>
            </a:extLst>
          </p:cNvPr>
          <p:cNvSpPr>
            <a:spLocks noGrp="1"/>
          </p:cNvSpPr>
          <p:nvPr/>
        </p:nvSpPr>
        <p:spPr>
          <a:xfrm>
            <a:off x="990600" y="5428357"/>
            <a:ext cx="872728"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 Marvin Tao</a:t>
            </a:r>
          </a:p>
        </p:txBody>
      </p:sp>
      <p:sp>
        <p:nvSpPr>
          <p:cNvPr id="28" name="">
            <a:extLst>
              <a:ext uri="{FF2B5EF4-FFF2-40B4-BE49-F238E27FC236}">
                <a16:creationId id="{9E7835E2-03EF-40A7-9493-75A9C6563DF5}"/>
              </a:ext>
            </a:extLst>
          </p:cNvPr>
          <p:cNvSpPr>
            <a:spLocks noGrp="1"/>
          </p:cNvSpPr>
          <p:nvPr/>
        </p:nvSpPr>
        <p:spPr>
          <a:xfrm>
            <a:off x="438150" y="5714107"/>
            <a:ext cx="463302"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Tutor</a:t>
            </a:r>
          </a:p>
        </p:txBody>
      </p:sp>
      <p:sp>
        <p:nvSpPr>
          <p:cNvPr id="29" name="">
            <a:extLst>
              <a:ext uri="{FF2B5EF4-FFF2-40B4-BE49-F238E27FC236}">
                <a16:creationId id="{B27C538D-6672-4162-A235-0CEA76B8358A}"/>
              </a:ext>
            </a:extLst>
          </p:cNvPr>
          <p:cNvSpPr>
            <a:spLocks noGrp="1"/>
          </p:cNvSpPr>
          <p:nvPr/>
        </p:nvSpPr>
        <p:spPr>
          <a:xfrm>
            <a:off x="990600" y="5714107"/>
            <a:ext cx="976759"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 Chuanzhi Xu</a:t>
            </a:r>
          </a:p>
        </p:txBody>
      </p:sp>
      <p:sp>
        <p:nvSpPr>
          <p:cNvPr id="30" name="">
            <a:extLst>
              <a:ext uri="{FF2B5EF4-FFF2-40B4-BE49-F238E27FC236}">
                <a16:creationId id="{C4028FA9-6003-4AD5-9315-3909EABDA805}"/>
              </a:ext>
            </a:extLst>
          </p:cNvPr>
          <p:cNvSpPr>
            <a:spLocks noGrp="1"/>
          </p:cNvSpPr>
          <p:nvPr/>
        </p:nvSpPr>
        <p:spPr>
          <a:xfrm>
            <a:off x="438150" y="5999857"/>
            <a:ext cx="1550640"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SOFT3888_TH18_04</a:t>
            </a:r>
          </a:p>
        </p:txBody>
      </p:sp>
      <p:sp>
        <p:nvSpPr>
          <p:cNvPr id="31" name="">
            <a:extLst>
              <a:ext uri="{FF2B5EF4-FFF2-40B4-BE49-F238E27FC236}">
                <a16:creationId id="{410F02AA-06E3-4616-99E8-9F9745572008}"/>
              </a:ext>
            </a:extLst>
          </p:cNvPr>
          <p:cNvSpPr>
            <a:spLocks noGrp="1"/>
          </p:cNvSpPr>
          <p:nvPr/>
        </p:nvSpPr>
        <p:spPr>
          <a:xfrm>
            <a:off x="7149405" y="5418832"/>
            <a:ext cx="934194"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20272D"/>
                </a:solidFill>
              </a:rPr>
              <a:t>Yuchen Deng</a:t>
            </a:r>
          </a:p>
        </p:txBody>
      </p:sp>
      <p:sp>
        <p:nvSpPr>
          <p:cNvPr id="32" name="">
            <a:extLst>
              <a:ext uri="{FF2B5EF4-FFF2-40B4-BE49-F238E27FC236}">
                <a16:creationId id="{1F161B38-AB49-42E0-BB9C-0BAF3D38FB94}"/>
              </a:ext>
            </a:extLst>
          </p:cNvPr>
          <p:cNvSpPr>
            <a:spLocks noGrp="1"/>
          </p:cNvSpPr>
          <p:nvPr/>
        </p:nvSpPr>
        <p:spPr>
          <a:xfrm>
            <a:off x="8722221" y="5418832"/>
            <a:ext cx="597098"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20272D"/>
                </a:solidFill>
              </a:rPr>
              <a:t>Gary Xu</a:t>
            </a:r>
          </a:p>
        </p:txBody>
      </p:sp>
      <p:sp>
        <p:nvSpPr>
          <p:cNvPr id="33" name="">
            <a:extLst>
              <a:ext uri="{FF2B5EF4-FFF2-40B4-BE49-F238E27FC236}">
                <a16:creationId id="{85168B02-998B-4E26-8456-7F16B8C011C2}"/>
              </a:ext>
            </a:extLst>
          </p:cNvPr>
          <p:cNvSpPr>
            <a:spLocks noGrp="1"/>
          </p:cNvSpPr>
          <p:nvPr/>
        </p:nvSpPr>
        <p:spPr>
          <a:xfrm>
            <a:off x="10295186" y="5418832"/>
            <a:ext cx="793403"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20272D"/>
                </a:solidFill>
              </a:rPr>
              <a:t>Sihan Fang</a:t>
            </a:r>
          </a:p>
        </p:txBody>
      </p:sp>
      <p:sp>
        <p:nvSpPr>
          <p:cNvPr id="34" name="">
            <a:extLst>
              <a:ext uri="{FF2B5EF4-FFF2-40B4-BE49-F238E27FC236}">
                <a16:creationId id="{A9E27E88-DF94-4D06-8CB4-5D3232000B6A}"/>
              </a:ext>
            </a:extLst>
          </p:cNvPr>
          <p:cNvSpPr>
            <a:spLocks noGrp="1"/>
          </p:cNvSpPr>
          <p:nvPr/>
        </p:nvSpPr>
        <p:spPr>
          <a:xfrm>
            <a:off x="7149405" y="5718870"/>
            <a:ext cx="893118"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20272D"/>
                </a:solidFill>
              </a:rPr>
              <a:t>Yiming Chen</a:t>
            </a:r>
          </a:p>
        </p:txBody>
      </p:sp>
      <p:sp>
        <p:nvSpPr>
          <p:cNvPr id="35" name="">
            <a:extLst>
              <a:ext uri="{FF2B5EF4-FFF2-40B4-BE49-F238E27FC236}">
                <a16:creationId id="{62C35AA8-74A2-43B1-A539-DB842BAFC8E4}"/>
              </a:ext>
            </a:extLst>
          </p:cNvPr>
          <p:cNvSpPr>
            <a:spLocks noGrp="1"/>
          </p:cNvSpPr>
          <p:nvPr/>
        </p:nvSpPr>
        <p:spPr>
          <a:xfrm>
            <a:off x="8722221" y="5718870"/>
            <a:ext cx="823317"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20272D"/>
                </a:solidFill>
              </a:rPr>
              <a:t>Yiheng Guo</a:t>
            </a:r>
          </a:p>
        </p:txBody>
      </p:sp>
      <p:sp>
        <p:nvSpPr>
          <p:cNvPr id="36" name="">
            <a:extLst>
              <a:ext uri="{FF2B5EF4-FFF2-40B4-BE49-F238E27FC236}">
                <a16:creationId id="{506AF2B2-C1CB-4852-8DB4-8CDF09B79CD5}"/>
              </a:ext>
            </a:extLst>
          </p:cNvPr>
          <p:cNvSpPr>
            <a:spLocks noGrp="1"/>
          </p:cNvSpPr>
          <p:nvPr/>
        </p:nvSpPr>
        <p:spPr>
          <a:xfrm>
            <a:off x="10295186" y="5718870"/>
            <a:ext cx="945803"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20272D"/>
                </a:solidFill>
              </a:rPr>
              <a:t>Lunyan Wang</a:t>
            </a:r>
          </a:p>
        </p:txBody>
      </p:sp>
      <p:sp>
        <p:nvSpPr>
          <p:cNvPr id="37" name="">
            <a:extLst>
              <a:ext uri="{FF2B5EF4-FFF2-40B4-BE49-F238E27FC236}">
                <a16:creationId id="{8461B1F7-D057-43D1-8442-BA0E800F8753}"/>
              </a:ext>
            </a:extLst>
          </p:cNvPr>
          <p:cNvSpPr>
            <a:spLocks noGrp="1"/>
          </p:cNvSpPr>
          <p:nvPr/>
        </p:nvSpPr>
        <p:spPr>
          <a:xfrm>
            <a:off x="7149405" y="6018907"/>
            <a:ext cx="839539"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20272D"/>
                </a:solidFill>
              </a:rPr>
              <a:t>Weishao Su</a:t>
            </a:r>
          </a:p>
        </p:txBody>
      </p:sp>
      <p:sp>
        <p:nvSpPr>
          <p:cNvPr id="38" name="">
            <a:extLst>
              <a:ext uri="{FF2B5EF4-FFF2-40B4-BE49-F238E27FC236}">
                <a16:creationId id="{AAB81D29-ED20-46BF-96F9-158435925B7F}"/>
              </a:ext>
            </a:extLst>
          </p:cNvPr>
          <p:cNvSpPr>
            <a:spLocks noGrp="1"/>
          </p:cNvSpPr>
          <p:nvPr/>
        </p:nvSpPr>
        <p:spPr>
          <a:xfrm>
            <a:off x="8722221" y="6018907"/>
            <a:ext cx="1041202"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20272D"/>
                </a:solidFill>
              </a:rPr>
              <a:t>XingTang Chen</a:t>
            </a:r>
          </a:p>
        </p:txBody>
      </p:sp>
      <p:sp>
        <p:nvSpPr>
          <p:cNvPr id="39" name="">
            <a:extLst>
              <a:ext uri="{FF2B5EF4-FFF2-40B4-BE49-F238E27FC236}">
                <a16:creationId id="{26D4D292-BC89-45EF-BBB1-35A923EFF2C7}"/>
              </a:ext>
            </a:extLst>
          </p:cNvPr>
          <p:cNvSpPr>
            <a:spLocks noGrp="1"/>
          </p:cNvSpPr>
          <p:nvPr/>
        </p:nvSpPr>
        <p:spPr>
          <a:xfrm>
            <a:off x="10295186" y="6018907"/>
            <a:ext cx="881955"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20272D"/>
                </a:solidFill>
              </a:rPr>
              <a:t>Zihao Zhang</a:t>
            </a:r>
          </a:p>
        </p:txBody>
      </p:sp>
      <p:sp>
        <p:nvSpPr>
          <p:cNvPr id="40" name="">
            <a:extLst>
              <a:ext uri="{FF2B5EF4-FFF2-40B4-BE49-F238E27FC236}">
                <a16:creationId id="{689BD8A9-6345-496B-AEC5-A7D12EBB74E3}"/>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41" name="">
            <a:extLst>
              <a:ext uri="{FF2B5EF4-FFF2-40B4-BE49-F238E27FC236}">
                <a16:creationId id="{ECB84F45-8C8C-41BB-A0CA-813330523BB6}"/>
              </a:ext>
            </a:extLst>
          </p:cNvPr>
          <p:cNvSpPr>
            <a:spLocks noGrp="1"/>
          </p:cNvSpPr>
          <p:nvPr/>
        </p:nvSpPr>
        <p:spPr>
          <a:xfrm>
            <a:off x="438150" y="6480870"/>
            <a:ext cx="1016645"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COVER</a:t>
            </a:r>
          </a:p>
        </p:txBody>
      </p:sp>
      <p:sp>
        <p:nvSpPr>
          <p:cNvPr id="42" name="">
            <a:extLst>
              <a:ext uri="{FF2B5EF4-FFF2-40B4-BE49-F238E27FC236}">
                <a16:creationId id="{F2A96DAF-A60D-47CC-9725-23014B904305}"/>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01 / 25</a:t>
            </a:r>
          </a:p>
        </p:txBody>
      </p:sp>
      <p:sp>
        <p:nvSpPr>
          <p:cNvPr id="43" name="">
            <a:extLst>
              <a:ext uri="{FF2B5EF4-FFF2-40B4-BE49-F238E27FC236}">
                <a16:creationId id="{E631C301-198C-444B-A2B2-58662BD68381}"/>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4:creationId val="1680282023"/>
      </p:ext>
    </p:extLst>
  </p:cSld>
</p:sld>
</file>

<file path=ppt/slides/slide2.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45943707-D435-4067-952B-7254A933D0B3}"/>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319324A4-242A-44C2-9DA0-9A23EA8CD52E}"/>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31471795-A053-4279-AB60-E3DE7EEB8ED8}"/>
              </a:ext>
            </a:extLst>
          </p:cNvPr>
          <p:cNvSpPr>
            <a:spLocks noGrp="1"/>
          </p:cNvSpPr>
          <p:nvPr/>
        </p:nvSpPr>
        <p:spPr>
          <a:xfrm>
            <a:off x="660648" y="328613"/>
            <a:ext cx="414635" cy="342900"/>
          </a:xfrm>
          <a:prstGeom prst="rect">
            <a:avLst/>
          </a:prstGeom>
          <a:solidFill>
            <a:srgbClr val="F3DF4F"/>
          </a:solidFill>
          <a:ln w="0">
            <a:solidFill>
              <a:srgbClr val="000000">
                <a:alpha val="0"/>
              </a:srgbClr>
            </a:solidFill>
          </a:ln>
        </p:spPr>
      </p:sp>
      <p:sp>
        <p:nvSpPr>
          <p:cNvPr id="5" name="">
            <a:extLst>
              <a:ext uri="{FF2B5EF4-FFF2-40B4-BE49-F238E27FC236}">
                <a16:creationId id="{289C919E-2DF8-442C-BB60-3E47ED17B207}"/>
              </a:ext>
            </a:extLst>
          </p:cNvPr>
          <p:cNvSpPr>
            <a:spLocks noGrp="1"/>
          </p:cNvSpPr>
          <p:nvPr/>
        </p:nvSpPr>
        <p:spPr>
          <a:xfrm>
            <a:off x="746373" y="347663"/>
            <a:ext cx="338435"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02</a:t>
            </a:r>
          </a:p>
        </p:txBody>
      </p:sp>
      <p:sp>
        <p:nvSpPr>
          <p:cNvPr id="6" name="">
            <a:extLst>
              <a:ext uri="{FF2B5EF4-FFF2-40B4-BE49-F238E27FC236}">
                <a16:creationId id="{2C00DC68-D456-42A2-8E15-F2B309026650}"/>
              </a:ext>
            </a:extLst>
          </p:cNvPr>
          <p:cNvSpPr>
            <a:spLocks noGrp="1"/>
          </p:cNvSpPr>
          <p:nvPr/>
        </p:nvSpPr>
        <p:spPr>
          <a:xfrm>
            <a:off x="1256258" y="242292"/>
            <a:ext cx="2913162"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Project background</a:t>
            </a:r>
          </a:p>
        </p:txBody>
      </p:sp>
      <p:sp>
        <p:nvSpPr>
          <p:cNvPr id="7" name="">
            <a:extLst>
              <a:ext uri="{FF2B5EF4-FFF2-40B4-BE49-F238E27FC236}">
                <a16:creationId id="{39E7B940-3C19-429F-A2E0-E82ABCA31FC2}"/>
              </a:ext>
            </a:extLst>
          </p:cNvPr>
          <p:cNvSpPr>
            <a:spLocks noGrp="1"/>
          </p:cNvSpPr>
          <p:nvPr/>
        </p:nvSpPr>
        <p:spPr>
          <a:xfrm>
            <a:off x="438150" y="1047750"/>
            <a:ext cx="4459337" cy="31432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One image. Three users. Three preferences.</a:t>
            </a:r>
          </a:p>
        </p:txBody>
      </p:sp>
      <p:pic>
        <p:nvPicPr>
          <p:cNvPr id="8" name=""/>
          <p:cNvPicPr>
            <a:picLocks noChangeAspect="1"/>
          </p:cNvPicPr>
          <p:nvPr/>
        </p:nvPicPr>
        <p:blipFill>
          <a:blip r:embed="R24acbc612359452f"/>
          <a:srcRect l="646" t="0" r="646" b="0"/>
          <a:stretch>
            <a:fillRect l="0" t="0" r="0" b="0"/>
          </a:stretch>
        </p:blipFill>
        <p:spPr>
          <a:xfrm>
            <a:off x="438150" y="1769269"/>
            <a:ext cx="3429000" cy="1809750"/>
          </a:xfrm>
          <a:prstGeom prst="rect">
            <a:avLst/>
          </a:prstGeom>
        </p:spPr>
      </p:pic>
      <p:sp>
        <p:nvSpPr>
          <p:cNvPr id="9" name="">
            <a:extLst>
              <a:ext uri="{FF2B5EF4-FFF2-40B4-BE49-F238E27FC236}">
                <a16:creationId id="{A3B7A4C2-DEC8-488D-9F20-2C94B6666071}"/>
              </a:ext>
            </a:extLst>
          </p:cNvPr>
          <p:cNvSpPr>
            <a:spLocks noGrp="1"/>
          </p:cNvSpPr>
          <p:nvPr/>
        </p:nvSpPr>
        <p:spPr>
          <a:xfrm>
            <a:off x="438150" y="3674269"/>
            <a:ext cx="1100435"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Original image</a:t>
            </a:r>
          </a:p>
        </p:txBody>
      </p:sp>
      <p:pic>
        <p:nvPicPr>
          <p:cNvPr id="10" name=""/>
          <p:cNvPicPr>
            <a:picLocks noChangeAspect="1"/>
          </p:cNvPicPr>
          <p:nvPr/>
        </p:nvPicPr>
        <p:blipFill>
          <a:blip r:embed="R88893b5332604d50"/>
          <a:srcRect l="0" t="173" r="0" b="173"/>
          <a:stretch>
            <a:fillRect l="0" t="0" r="0" b="0"/>
          </a:stretch>
        </p:blipFill>
        <p:spPr>
          <a:xfrm>
            <a:off x="3981450" y="1454944"/>
            <a:ext cx="4514850" cy="2743200"/>
          </a:xfrm>
          <a:prstGeom prst="rect">
            <a:avLst/>
          </a:prstGeom>
        </p:spPr>
      </p:pic>
      <p:sp>
        <p:nvSpPr>
          <p:cNvPr id="11" name="">
            <a:extLst>
              <a:ext uri="{FF2B5EF4-FFF2-40B4-BE49-F238E27FC236}">
                <a16:creationId id="{42CEFD13-8F1A-40E2-8530-3B15298CB319}"/>
              </a:ext>
            </a:extLst>
          </p:cNvPr>
          <p:cNvSpPr>
            <a:spLocks noGrp="1"/>
          </p:cNvSpPr>
          <p:nvPr/>
        </p:nvSpPr>
        <p:spPr>
          <a:xfrm>
            <a:off x="8610600" y="1654969"/>
            <a:ext cx="588764" cy="238125"/>
          </a:xfrm>
          <a:prstGeom prst="rect">
            <a:avLst/>
          </a:prstGeom>
          <a:solidFill>
            <a:srgbClr val="000000">
              <a:alpha val="0"/>
            </a:srgbClr>
          </a:solidFill>
          <a:ln w="0">
            <a:solidFill>
              <a:srgbClr val="000000">
                <a:alpha val="0"/>
              </a:srgbClr>
            </a:solidFill>
          </a:ln>
        </p:spPr>
        <p:txBody>
          <a:bodyPr lIns="0" tIns="0" rIns="0" bIns="0" anchor="ctr"/>
          <a:lstStyle/>
          <a:p>
            <a:r>
              <a:rPr sz="1160" b="1">
                <a:solidFill>
                  <a:srgbClr val="20272D"/>
                </a:solidFill>
              </a:rPr>
              <a:t>User A</a:t>
            </a:r>
          </a:p>
        </p:txBody>
      </p:sp>
      <p:pic>
        <p:nvPicPr>
          <p:cNvPr id="12" name=""/>
          <p:cNvPicPr>
            <a:picLocks noChangeAspect="1"/>
          </p:cNvPicPr>
          <p:nvPr/>
        </p:nvPicPr>
        <p:blipFill>
          <a:blip r:embed="R1880f43e3bc345d0"/>
          <a:srcRect l="0" t="13779" r="0" b="13779"/>
          <a:stretch>
            <a:fillRect l="0" t="0" r="0" b="0"/>
          </a:stretch>
        </p:blipFill>
        <p:spPr>
          <a:xfrm>
            <a:off x="9705975" y="1454944"/>
            <a:ext cx="2047875" cy="800100"/>
          </a:xfrm>
          <a:prstGeom prst="rect">
            <a:avLst/>
          </a:prstGeom>
        </p:spPr>
      </p:pic>
      <p:sp>
        <p:nvSpPr>
          <p:cNvPr id="13" name="">
            <a:extLst>
              <a:ext uri="{FF2B5EF4-FFF2-40B4-BE49-F238E27FC236}">
                <a16:creationId id="{58D1536F-14EA-41A0-9B89-949BB0D54488}"/>
              </a:ext>
            </a:extLst>
          </p:cNvPr>
          <p:cNvSpPr>
            <a:spLocks noGrp="1"/>
          </p:cNvSpPr>
          <p:nvPr/>
        </p:nvSpPr>
        <p:spPr>
          <a:xfrm>
            <a:off x="8610600" y="2626519"/>
            <a:ext cx="587276" cy="238125"/>
          </a:xfrm>
          <a:prstGeom prst="rect">
            <a:avLst/>
          </a:prstGeom>
          <a:solidFill>
            <a:srgbClr val="000000">
              <a:alpha val="0"/>
            </a:srgbClr>
          </a:solidFill>
          <a:ln w="0">
            <a:solidFill>
              <a:srgbClr val="000000">
                <a:alpha val="0"/>
              </a:srgbClr>
            </a:solidFill>
          </a:ln>
        </p:spPr>
        <p:txBody>
          <a:bodyPr lIns="0" tIns="0" rIns="0" bIns="0" anchor="ctr"/>
          <a:lstStyle/>
          <a:p>
            <a:r>
              <a:rPr sz="1160" b="1">
                <a:solidFill>
                  <a:srgbClr val="20272D"/>
                </a:solidFill>
              </a:rPr>
              <a:t>User B</a:t>
            </a:r>
          </a:p>
        </p:txBody>
      </p:sp>
      <p:pic>
        <p:nvPicPr>
          <p:cNvPr id="14" name=""/>
          <p:cNvPicPr>
            <a:picLocks noChangeAspect="1"/>
          </p:cNvPicPr>
          <p:nvPr/>
        </p:nvPicPr>
        <p:blipFill>
          <a:blip r:embed="R2c8fb7ea7d9641f7"/>
          <a:srcRect l="0" t="15207" r="0" b="15207"/>
          <a:stretch>
            <a:fillRect l="0" t="0" r="0" b="0"/>
          </a:stretch>
        </p:blipFill>
        <p:spPr>
          <a:xfrm>
            <a:off x="9705975" y="2426494"/>
            <a:ext cx="2047875" cy="800100"/>
          </a:xfrm>
          <a:prstGeom prst="rect">
            <a:avLst/>
          </a:prstGeom>
        </p:spPr>
      </p:pic>
      <p:sp>
        <p:nvSpPr>
          <p:cNvPr id="15" name="">
            <a:extLst>
              <a:ext uri="{FF2B5EF4-FFF2-40B4-BE49-F238E27FC236}">
                <a16:creationId id="{068227FC-ADD7-4326-86E3-116983603942}"/>
              </a:ext>
            </a:extLst>
          </p:cNvPr>
          <p:cNvSpPr>
            <a:spLocks noGrp="1"/>
          </p:cNvSpPr>
          <p:nvPr/>
        </p:nvSpPr>
        <p:spPr>
          <a:xfrm>
            <a:off x="8610600" y="3598069"/>
            <a:ext cx="583853" cy="238125"/>
          </a:xfrm>
          <a:prstGeom prst="rect">
            <a:avLst/>
          </a:prstGeom>
          <a:solidFill>
            <a:srgbClr val="000000">
              <a:alpha val="0"/>
            </a:srgbClr>
          </a:solidFill>
          <a:ln w="0">
            <a:solidFill>
              <a:srgbClr val="000000">
                <a:alpha val="0"/>
              </a:srgbClr>
            </a:solidFill>
          </a:ln>
        </p:spPr>
        <p:txBody>
          <a:bodyPr lIns="0" tIns="0" rIns="0" bIns="0" anchor="ctr"/>
          <a:lstStyle/>
          <a:p>
            <a:r>
              <a:rPr sz="1160" b="1">
                <a:solidFill>
                  <a:srgbClr val="20272D"/>
                </a:solidFill>
              </a:rPr>
              <a:t>User C</a:t>
            </a:r>
          </a:p>
        </p:txBody>
      </p:sp>
      <p:pic>
        <p:nvPicPr>
          <p:cNvPr id="16" name=""/>
          <p:cNvPicPr>
            <a:picLocks noChangeAspect="1"/>
          </p:cNvPicPr>
          <p:nvPr/>
        </p:nvPicPr>
        <p:blipFill>
          <a:blip r:embed="Rebf0b7018e0a4c9e"/>
          <a:srcRect l="0" t="14935" r="0" b="14935"/>
          <a:stretch>
            <a:fillRect l="0" t="0" r="0" b="0"/>
          </a:stretch>
        </p:blipFill>
        <p:spPr>
          <a:xfrm>
            <a:off x="9705975" y="3398044"/>
            <a:ext cx="2047875" cy="800100"/>
          </a:xfrm>
          <a:prstGeom prst="rect">
            <a:avLst/>
          </a:prstGeom>
        </p:spPr>
      </p:pic>
      <p:sp>
        <p:nvSpPr>
          <p:cNvPr id="17" name="">
            <a:extLst>
              <a:ext uri="{FF2B5EF4-FFF2-40B4-BE49-F238E27FC236}">
                <a16:creationId id="{F48B58E3-CDA8-4DB0-8767-333A3D521C76}"/>
              </a:ext>
            </a:extLst>
          </p:cNvPr>
          <p:cNvSpPr>
            <a:spLocks noGrp="1"/>
          </p:cNvSpPr>
          <p:nvPr/>
        </p:nvSpPr>
        <p:spPr>
          <a:xfrm>
            <a:off x="438150" y="4321969"/>
            <a:ext cx="3632150" cy="19050"/>
          </a:xfrm>
          <a:prstGeom prst="rect">
            <a:avLst/>
          </a:prstGeom>
          <a:solidFill>
            <a:srgbClr val="D6DCD9"/>
          </a:solidFill>
          <a:ln w="0">
            <a:solidFill>
              <a:srgbClr val="000000">
                <a:alpha val="0"/>
              </a:srgbClr>
            </a:solidFill>
          </a:ln>
        </p:spPr>
      </p:sp>
      <p:sp>
        <p:nvSpPr>
          <p:cNvPr id="18" name="">
            <a:extLst>
              <a:ext uri="{FF2B5EF4-FFF2-40B4-BE49-F238E27FC236}">
                <a16:creationId id="{B8005B55-382F-4A28-A5CB-61E2CAC7C130}"/>
              </a:ext>
            </a:extLst>
          </p:cNvPr>
          <p:cNvSpPr>
            <a:spLocks noGrp="1"/>
          </p:cNvSpPr>
          <p:nvPr/>
        </p:nvSpPr>
        <p:spPr>
          <a:xfrm>
            <a:off x="438150" y="4407694"/>
            <a:ext cx="634008" cy="276225"/>
          </a:xfrm>
          <a:prstGeom prst="rect">
            <a:avLst/>
          </a:prstGeom>
          <a:solidFill>
            <a:srgbClr val="000000">
              <a:alpha val="0"/>
            </a:srgbClr>
          </a:solidFill>
          <a:ln w="0">
            <a:solidFill>
              <a:srgbClr val="000000">
                <a:alpha val="0"/>
              </a:srgbClr>
            </a:solidFill>
          </a:ln>
        </p:spPr>
        <p:txBody>
          <a:bodyPr lIns="0" tIns="0" rIns="0" bIns="0" anchor="ctr"/>
          <a:lstStyle/>
          <a:p>
            <a:r>
              <a:rPr sz="1160" b="1">
                <a:solidFill>
                  <a:srgbClr val="20272D"/>
                </a:solidFill>
              </a:rPr>
              <a:t>User A </a:t>
            </a:r>
          </a:p>
        </p:txBody>
      </p:sp>
      <p:sp>
        <p:nvSpPr>
          <p:cNvPr id="19" name="">
            <a:extLst>
              <a:ext uri="{FF2B5EF4-FFF2-40B4-BE49-F238E27FC236}">
                <a16:creationId id="{7BC11C5B-B53B-4468-B1E8-4BC3A45EB62A}"/>
              </a:ext>
            </a:extLst>
          </p:cNvPr>
          <p:cNvSpPr>
            <a:spLocks noGrp="1"/>
          </p:cNvSpPr>
          <p:nvPr/>
        </p:nvSpPr>
        <p:spPr>
          <a:xfrm>
            <a:off x="1053108" y="4436269"/>
            <a:ext cx="1296293" cy="2381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Historical examples</a:t>
            </a:r>
          </a:p>
        </p:txBody>
      </p:sp>
      <p:pic>
        <p:nvPicPr>
          <p:cNvPr id="20" name=""/>
          <p:cNvPicPr>
            <a:picLocks noChangeAspect="1"/>
          </p:cNvPicPr>
          <p:nvPr/>
        </p:nvPicPr>
        <p:blipFill>
          <a:blip r:embed="R8237d3de422d4192"/>
          <a:srcRect l="0" t="12841" r="0" b="12841"/>
          <a:stretch>
            <a:fillRect l="0" t="0" r="0" b="0"/>
          </a:stretch>
        </p:blipFill>
        <p:spPr>
          <a:xfrm>
            <a:off x="438150" y="4722912"/>
            <a:ext cx="846088" cy="723900"/>
          </a:xfrm>
          <a:prstGeom prst="rect">
            <a:avLst/>
          </a:prstGeom>
        </p:spPr>
      </p:pic>
      <p:pic>
        <p:nvPicPr>
          <p:cNvPr id="21" name=""/>
          <p:cNvPicPr>
            <a:picLocks noChangeAspect="1"/>
          </p:cNvPicPr>
          <p:nvPr/>
        </p:nvPicPr>
        <p:blipFill>
          <a:blip r:embed="R6ec86da07ca14086"/>
          <a:srcRect l="0" t="8171" r="0" b="8171"/>
          <a:stretch>
            <a:fillRect l="0" t="0" r="0" b="0"/>
          </a:stretch>
        </p:blipFill>
        <p:spPr>
          <a:xfrm>
            <a:off x="1341388" y="4722912"/>
            <a:ext cx="846088" cy="723900"/>
          </a:xfrm>
          <a:prstGeom prst="rect">
            <a:avLst/>
          </a:prstGeom>
        </p:spPr>
      </p:pic>
      <p:sp>
        <p:nvSpPr>
          <p:cNvPr id="22" name="">
            <a:extLst>
              <a:ext uri="{FF2B5EF4-FFF2-40B4-BE49-F238E27FC236}">
                <a16:creationId id="{C009F703-F518-47FF-9512-CDC8EC7DDC40}"/>
              </a:ext>
            </a:extLst>
          </p:cNvPr>
          <p:cNvSpPr>
            <a:spLocks noGrp="1"/>
          </p:cNvSpPr>
          <p:nvPr/>
        </p:nvSpPr>
        <p:spPr>
          <a:xfrm>
            <a:off x="438150" y="5494437"/>
            <a:ext cx="492770"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Original</a:t>
            </a:r>
          </a:p>
        </p:txBody>
      </p:sp>
      <p:sp>
        <p:nvSpPr>
          <p:cNvPr id="23" name="">
            <a:extLst>
              <a:ext uri="{FF2B5EF4-FFF2-40B4-BE49-F238E27FC236}">
                <a16:creationId id="{3D2A5B29-DDF3-453F-829E-A9315216FF4D}"/>
              </a:ext>
            </a:extLst>
          </p:cNvPr>
          <p:cNvSpPr>
            <a:spLocks noGrp="1"/>
          </p:cNvSpPr>
          <p:nvPr/>
        </p:nvSpPr>
        <p:spPr>
          <a:xfrm>
            <a:off x="1341388" y="5494437"/>
            <a:ext cx="658118"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User A edit</a:t>
            </a:r>
          </a:p>
        </p:txBody>
      </p:sp>
      <p:pic>
        <p:nvPicPr>
          <p:cNvPr id="24" name=""/>
          <p:cNvPicPr>
            <a:picLocks noChangeAspect="1"/>
          </p:cNvPicPr>
          <p:nvPr/>
        </p:nvPicPr>
        <p:blipFill>
          <a:blip r:embed="R10d11281d2f443ea"/>
          <a:srcRect l="0" t="23721" r="0" b="23721"/>
          <a:stretch>
            <a:fillRect l="0" t="0" r="0" b="0"/>
          </a:stretch>
        </p:blipFill>
        <p:spPr>
          <a:xfrm>
            <a:off x="2320826" y="4722912"/>
            <a:ext cx="846088" cy="723900"/>
          </a:xfrm>
          <a:prstGeom prst="rect">
            <a:avLst/>
          </a:prstGeom>
        </p:spPr>
      </p:pic>
      <p:pic>
        <p:nvPicPr>
          <p:cNvPr id="25" name=""/>
          <p:cNvPicPr>
            <a:picLocks noChangeAspect="1"/>
          </p:cNvPicPr>
          <p:nvPr/>
        </p:nvPicPr>
        <p:blipFill>
          <a:blip r:embed="Rf57fc525c28f43f7"/>
          <a:srcRect l="0" t="19537" r="0" b="19537"/>
          <a:stretch>
            <a:fillRect l="0" t="0" r="0" b="0"/>
          </a:stretch>
        </p:blipFill>
        <p:spPr>
          <a:xfrm>
            <a:off x="3224064" y="4722912"/>
            <a:ext cx="846237" cy="723900"/>
          </a:xfrm>
          <a:prstGeom prst="rect">
            <a:avLst/>
          </a:prstGeom>
        </p:spPr>
      </p:pic>
      <p:sp>
        <p:nvSpPr>
          <p:cNvPr id="26" name="">
            <a:extLst>
              <a:ext uri="{FF2B5EF4-FFF2-40B4-BE49-F238E27FC236}">
                <a16:creationId id="{CDAFE874-58D3-4A9C-A00B-A1DDAF955AD3}"/>
              </a:ext>
            </a:extLst>
          </p:cNvPr>
          <p:cNvSpPr>
            <a:spLocks noGrp="1"/>
          </p:cNvSpPr>
          <p:nvPr/>
        </p:nvSpPr>
        <p:spPr>
          <a:xfrm>
            <a:off x="2320826" y="5494437"/>
            <a:ext cx="492770"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Original</a:t>
            </a:r>
          </a:p>
        </p:txBody>
      </p:sp>
      <p:sp>
        <p:nvSpPr>
          <p:cNvPr id="27" name="">
            <a:extLst>
              <a:ext uri="{FF2B5EF4-FFF2-40B4-BE49-F238E27FC236}">
                <a16:creationId id="{36D1EA13-0952-417F-B19A-63CF7788C641}"/>
              </a:ext>
            </a:extLst>
          </p:cNvPr>
          <p:cNvSpPr>
            <a:spLocks noGrp="1"/>
          </p:cNvSpPr>
          <p:nvPr/>
        </p:nvSpPr>
        <p:spPr>
          <a:xfrm>
            <a:off x="3224064" y="5494437"/>
            <a:ext cx="658118"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User A edit</a:t>
            </a:r>
          </a:p>
        </p:txBody>
      </p:sp>
      <p:sp>
        <p:nvSpPr>
          <p:cNvPr id="28" name="">
            <a:extLst>
              <a:ext uri="{FF2B5EF4-FFF2-40B4-BE49-F238E27FC236}">
                <a16:creationId id="{A16A82FE-52DE-4EE9-BEB1-24625E5F3C00}"/>
              </a:ext>
            </a:extLst>
          </p:cNvPr>
          <p:cNvSpPr>
            <a:spLocks noGrp="1"/>
          </p:cNvSpPr>
          <p:nvPr/>
        </p:nvSpPr>
        <p:spPr>
          <a:xfrm>
            <a:off x="4279850" y="4321969"/>
            <a:ext cx="3632150" cy="19050"/>
          </a:xfrm>
          <a:prstGeom prst="rect">
            <a:avLst/>
          </a:prstGeom>
          <a:solidFill>
            <a:srgbClr val="D6DCD9"/>
          </a:solidFill>
          <a:ln w="0">
            <a:solidFill>
              <a:srgbClr val="000000">
                <a:alpha val="0"/>
              </a:srgbClr>
            </a:solidFill>
          </a:ln>
        </p:spPr>
      </p:sp>
      <p:sp>
        <p:nvSpPr>
          <p:cNvPr id="29" name="">
            <a:extLst>
              <a:ext uri="{FF2B5EF4-FFF2-40B4-BE49-F238E27FC236}">
                <a16:creationId id="{0B921711-94E9-455F-A41C-23A42A35B4C7}"/>
              </a:ext>
            </a:extLst>
          </p:cNvPr>
          <p:cNvSpPr>
            <a:spLocks noGrp="1"/>
          </p:cNvSpPr>
          <p:nvPr/>
        </p:nvSpPr>
        <p:spPr>
          <a:xfrm>
            <a:off x="4279850" y="4407694"/>
            <a:ext cx="632222" cy="276225"/>
          </a:xfrm>
          <a:prstGeom prst="rect">
            <a:avLst/>
          </a:prstGeom>
          <a:solidFill>
            <a:srgbClr val="000000">
              <a:alpha val="0"/>
            </a:srgbClr>
          </a:solidFill>
          <a:ln w="0">
            <a:solidFill>
              <a:srgbClr val="000000">
                <a:alpha val="0"/>
              </a:srgbClr>
            </a:solidFill>
          </a:ln>
        </p:spPr>
        <p:txBody>
          <a:bodyPr lIns="0" tIns="0" rIns="0" bIns="0" anchor="ctr"/>
          <a:lstStyle/>
          <a:p>
            <a:r>
              <a:rPr sz="1160" b="1">
                <a:solidFill>
                  <a:srgbClr val="20272D"/>
                </a:solidFill>
              </a:rPr>
              <a:t>User B </a:t>
            </a:r>
          </a:p>
        </p:txBody>
      </p:sp>
      <p:sp>
        <p:nvSpPr>
          <p:cNvPr id="30" name="">
            <a:extLst>
              <a:ext uri="{FF2B5EF4-FFF2-40B4-BE49-F238E27FC236}">
                <a16:creationId id="{3995FF68-D892-4237-86F2-51848D1ECBB6}"/>
              </a:ext>
            </a:extLst>
          </p:cNvPr>
          <p:cNvSpPr>
            <a:spLocks noGrp="1"/>
          </p:cNvSpPr>
          <p:nvPr/>
        </p:nvSpPr>
        <p:spPr>
          <a:xfrm>
            <a:off x="4893022" y="4436269"/>
            <a:ext cx="1296293" cy="2381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Historical examples</a:t>
            </a:r>
          </a:p>
        </p:txBody>
      </p:sp>
      <p:pic>
        <p:nvPicPr>
          <p:cNvPr id="31" name=""/>
          <p:cNvPicPr>
            <a:picLocks noChangeAspect="1"/>
          </p:cNvPicPr>
          <p:nvPr/>
        </p:nvPicPr>
        <p:blipFill>
          <a:blip r:embed="Rb3a189ac10524a4a"/>
          <a:srcRect l="0" t="12841" r="0" b="12841"/>
          <a:stretch>
            <a:fillRect l="0" t="0" r="0" b="0"/>
          </a:stretch>
        </p:blipFill>
        <p:spPr>
          <a:xfrm>
            <a:off x="4279850" y="4722912"/>
            <a:ext cx="846088" cy="723900"/>
          </a:xfrm>
          <a:prstGeom prst="rect">
            <a:avLst/>
          </a:prstGeom>
        </p:spPr>
      </p:pic>
      <p:pic>
        <p:nvPicPr>
          <p:cNvPr id="32" name=""/>
          <p:cNvPicPr>
            <a:picLocks noChangeAspect="1"/>
          </p:cNvPicPr>
          <p:nvPr/>
        </p:nvPicPr>
        <p:blipFill>
          <a:blip r:embed="R0dc3f16213b64ecb"/>
          <a:srcRect l="0" t="8805" r="0" b="8805"/>
          <a:stretch>
            <a:fillRect l="0" t="0" r="0" b="0"/>
          </a:stretch>
        </p:blipFill>
        <p:spPr>
          <a:xfrm>
            <a:off x="5183088" y="4722912"/>
            <a:ext cx="846088" cy="723900"/>
          </a:xfrm>
          <a:prstGeom prst="rect">
            <a:avLst/>
          </a:prstGeom>
        </p:spPr>
      </p:pic>
      <p:sp>
        <p:nvSpPr>
          <p:cNvPr id="33" name="">
            <a:extLst>
              <a:ext uri="{FF2B5EF4-FFF2-40B4-BE49-F238E27FC236}">
                <a16:creationId id="{16FBD8CB-8C67-412A-ABF0-CDE480FFEA27}"/>
              </a:ext>
            </a:extLst>
          </p:cNvPr>
          <p:cNvSpPr>
            <a:spLocks noGrp="1"/>
          </p:cNvSpPr>
          <p:nvPr/>
        </p:nvSpPr>
        <p:spPr>
          <a:xfrm>
            <a:off x="4279850" y="5494437"/>
            <a:ext cx="492770"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Original</a:t>
            </a:r>
          </a:p>
        </p:txBody>
      </p:sp>
      <p:sp>
        <p:nvSpPr>
          <p:cNvPr id="34" name="">
            <a:extLst>
              <a:ext uri="{FF2B5EF4-FFF2-40B4-BE49-F238E27FC236}">
                <a16:creationId id="{85FB5FAA-68AF-44FA-A672-431546BDD6AD}"/>
              </a:ext>
            </a:extLst>
          </p:cNvPr>
          <p:cNvSpPr>
            <a:spLocks noGrp="1"/>
          </p:cNvSpPr>
          <p:nvPr/>
        </p:nvSpPr>
        <p:spPr>
          <a:xfrm>
            <a:off x="5183088" y="5494437"/>
            <a:ext cx="659457"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User B edit</a:t>
            </a:r>
          </a:p>
        </p:txBody>
      </p:sp>
      <p:pic>
        <p:nvPicPr>
          <p:cNvPr id="35" name=""/>
          <p:cNvPicPr>
            <a:picLocks noChangeAspect="1"/>
          </p:cNvPicPr>
          <p:nvPr/>
        </p:nvPicPr>
        <p:blipFill>
          <a:blip r:embed="R82838c2cb07c46bf"/>
          <a:srcRect l="0" t="23721" r="0" b="23721"/>
          <a:stretch>
            <a:fillRect l="0" t="0" r="0" b="0"/>
          </a:stretch>
        </p:blipFill>
        <p:spPr>
          <a:xfrm>
            <a:off x="6162526" y="4722912"/>
            <a:ext cx="846088" cy="723900"/>
          </a:xfrm>
          <a:prstGeom prst="rect">
            <a:avLst/>
          </a:prstGeom>
        </p:spPr>
      </p:pic>
      <p:pic>
        <p:nvPicPr>
          <p:cNvPr id="36" name=""/>
          <p:cNvPicPr>
            <a:picLocks noChangeAspect="1"/>
          </p:cNvPicPr>
          <p:nvPr/>
        </p:nvPicPr>
        <p:blipFill>
          <a:blip r:embed="Re69e099074e64238"/>
          <a:srcRect l="0" t="19844" r="0" b="19844"/>
          <a:stretch>
            <a:fillRect l="0" t="0" r="0" b="0"/>
          </a:stretch>
        </p:blipFill>
        <p:spPr>
          <a:xfrm>
            <a:off x="7065764" y="4722912"/>
            <a:ext cx="846237" cy="723900"/>
          </a:xfrm>
          <a:prstGeom prst="rect">
            <a:avLst/>
          </a:prstGeom>
        </p:spPr>
      </p:pic>
      <p:sp>
        <p:nvSpPr>
          <p:cNvPr id="37" name="">
            <a:extLst>
              <a:ext uri="{FF2B5EF4-FFF2-40B4-BE49-F238E27FC236}">
                <a16:creationId id="{EAF880DE-1448-485C-89E1-E5EC6BF0C3FD}"/>
              </a:ext>
            </a:extLst>
          </p:cNvPr>
          <p:cNvSpPr>
            <a:spLocks noGrp="1"/>
          </p:cNvSpPr>
          <p:nvPr/>
        </p:nvSpPr>
        <p:spPr>
          <a:xfrm>
            <a:off x="6162526" y="5494437"/>
            <a:ext cx="492770"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Original</a:t>
            </a:r>
          </a:p>
        </p:txBody>
      </p:sp>
      <p:sp>
        <p:nvSpPr>
          <p:cNvPr id="38" name="">
            <a:extLst>
              <a:ext uri="{FF2B5EF4-FFF2-40B4-BE49-F238E27FC236}">
                <a16:creationId id="{9AE5B06E-3764-499D-860A-EAB28433CAEE}"/>
              </a:ext>
            </a:extLst>
          </p:cNvPr>
          <p:cNvSpPr>
            <a:spLocks noGrp="1"/>
          </p:cNvSpPr>
          <p:nvPr/>
        </p:nvSpPr>
        <p:spPr>
          <a:xfrm>
            <a:off x="7065764" y="5494437"/>
            <a:ext cx="659457"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User B edit</a:t>
            </a:r>
          </a:p>
        </p:txBody>
      </p:sp>
      <p:sp>
        <p:nvSpPr>
          <p:cNvPr id="39" name="">
            <a:extLst>
              <a:ext uri="{FF2B5EF4-FFF2-40B4-BE49-F238E27FC236}">
                <a16:creationId id="{5639E94B-D5D6-4F9C-835C-58B2D58AFC74}"/>
              </a:ext>
            </a:extLst>
          </p:cNvPr>
          <p:cNvSpPr>
            <a:spLocks noGrp="1"/>
          </p:cNvSpPr>
          <p:nvPr/>
        </p:nvSpPr>
        <p:spPr>
          <a:xfrm>
            <a:off x="8121551" y="4321969"/>
            <a:ext cx="3632299" cy="19050"/>
          </a:xfrm>
          <a:prstGeom prst="rect">
            <a:avLst/>
          </a:prstGeom>
          <a:solidFill>
            <a:srgbClr val="D6DCD9"/>
          </a:solidFill>
          <a:ln w="0">
            <a:solidFill>
              <a:srgbClr val="000000">
                <a:alpha val="0"/>
              </a:srgbClr>
            </a:solidFill>
          </a:ln>
        </p:spPr>
      </p:sp>
      <p:sp>
        <p:nvSpPr>
          <p:cNvPr id="40" name="">
            <a:extLst>
              <a:ext uri="{FF2B5EF4-FFF2-40B4-BE49-F238E27FC236}">
                <a16:creationId id="{C060F86B-FE84-45CC-A195-66327A0C9EC9}"/>
              </a:ext>
            </a:extLst>
          </p:cNvPr>
          <p:cNvSpPr>
            <a:spLocks noGrp="1"/>
          </p:cNvSpPr>
          <p:nvPr/>
        </p:nvSpPr>
        <p:spPr>
          <a:xfrm>
            <a:off x="8121551" y="4407694"/>
            <a:ext cx="615553" cy="276225"/>
          </a:xfrm>
          <a:prstGeom prst="rect">
            <a:avLst/>
          </a:prstGeom>
          <a:solidFill>
            <a:srgbClr val="000000">
              <a:alpha val="0"/>
            </a:srgbClr>
          </a:solidFill>
          <a:ln w="0">
            <a:solidFill>
              <a:srgbClr val="000000">
                <a:alpha val="0"/>
              </a:srgbClr>
            </a:solidFill>
          </a:ln>
        </p:spPr>
        <p:txBody>
          <a:bodyPr lIns="0" tIns="0" rIns="0" bIns="0" anchor="ctr"/>
          <a:lstStyle/>
          <a:p>
            <a:r>
              <a:rPr sz="1160" b="1">
                <a:solidFill>
                  <a:srgbClr val="20272D"/>
                </a:solidFill>
              </a:rPr>
              <a:t>User C </a:t>
            </a:r>
          </a:p>
        </p:txBody>
      </p:sp>
      <p:sp>
        <p:nvSpPr>
          <p:cNvPr id="41" name="">
            <a:extLst>
              <a:ext uri="{FF2B5EF4-FFF2-40B4-BE49-F238E27FC236}">
                <a16:creationId id="{A3B6914A-80A0-4C7C-B1D2-510015AB59AE}"/>
              </a:ext>
            </a:extLst>
          </p:cNvPr>
          <p:cNvSpPr>
            <a:spLocks noGrp="1"/>
          </p:cNvSpPr>
          <p:nvPr/>
        </p:nvSpPr>
        <p:spPr>
          <a:xfrm>
            <a:off x="8718054" y="4436269"/>
            <a:ext cx="1296293" cy="2381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Historical examples</a:t>
            </a:r>
          </a:p>
        </p:txBody>
      </p:sp>
      <p:pic>
        <p:nvPicPr>
          <p:cNvPr id="42" name=""/>
          <p:cNvPicPr>
            <a:picLocks noChangeAspect="1"/>
          </p:cNvPicPr>
          <p:nvPr/>
        </p:nvPicPr>
        <p:blipFill>
          <a:blip r:embed="Rf7a0dfc53d8a4aad"/>
          <a:srcRect l="0" t="12841" r="0" b="12841"/>
          <a:stretch>
            <a:fillRect l="0" t="0" r="0" b="0"/>
          </a:stretch>
        </p:blipFill>
        <p:spPr>
          <a:xfrm>
            <a:off x="8121551" y="4722912"/>
            <a:ext cx="846088" cy="723900"/>
          </a:xfrm>
          <a:prstGeom prst="rect">
            <a:avLst/>
          </a:prstGeom>
        </p:spPr>
      </p:pic>
      <p:pic>
        <p:nvPicPr>
          <p:cNvPr id="43" name=""/>
          <p:cNvPicPr>
            <a:picLocks noChangeAspect="1"/>
          </p:cNvPicPr>
          <p:nvPr/>
        </p:nvPicPr>
        <p:blipFill>
          <a:blip r:embed="R22bf95cfe87e456f"/>
          <a:srcRect l="0" t="9129" r="0" b="9129"/>
          <a:stretch>
            <a:fillRect l="0" t="0" r="0" b="0"/>
          </a:stretch>
        </p:blipFill>
        <p:spPr>
          <a:xfrm>
            <a:off x="9024789" y="4722912"/>
            <a:ext cx="846237" cy="723900"/>
          </a:xfrm>
          <a:prstGeom prst="rect">
            <a:avLst/>
          </a:prstGeom>
        </p:spPr>
      </p:pic>
      <p:sp>
        <p:nvSpPr>
          <p:cNvPr id="44" name="">
            <a:extLst>
              <a:ext uri="{FF2B5EF4-FFF2-40B4-BE49-F238E27FC236}">
                <a16:creationId id="{919FD452-73CE-4A64-B99A-1888DC2ED183}"/>
              </a:ext>
            </a:extLst>
          </p:cNvPr>
          <p:cNvSpPr>
            <a:spLocks noGrp="1"/>
          </p:cNvSpPr>
          <p:nvPr/>
        </p:nvSpPr>
        <p:spPr>
          <a:xfrm>
            <a:off x="8121551" y="5494437"/>
            <a:ext cx="492770"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Original</a:t>
            </a:r>
          </a:p>
        </p:txBody>
      </p:sp>
      <p:sp>
        <p:nvSpPr>
          <p:cNvPr id="45" name="">
            <a:extLst>
              <a:ext uri="{FF2B5EF4-FFF2-40B4-BE49-F238E27FC236}">
                <a16:creationId id="{95CF12D0-5629-418D-83D8-00B73833FDED}"/>
              </a:ext>
            </a:extLst>
          </p:cNvPr>
          <p:cNvSpPr>
            <a:spLocks noGrp="1"/>
          </p:cNvSpPr>
          <p:nvPr/>
        </p:nvSpPr>
        <p:spPr>
          <a:xfrm>
            <a:off x="9024789" y="5494437"/>
            <a:ext cx="65588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User C edit</a:t>
            </a:r>
          </a:p>
        </p:txBody>
      </p:sp>
      <p:pic>
        <p:nvPicPr>
          <p:cNvPr id="46" name=""/>
          <p:cNvPicPr>
            <a:picLocks noChangeAspect="1"/>
          </p:cNvPicPr>
          <p:nvPr/>
        </p:nvPicPr>
        <p:blipFill>
          <a:blip r:embed="R1788212075d64195"/>
          <a:srcRect l="0" t="23721" r="0" b="23721"/>
          <a:stretch>
            <a:fillRect l="0" t="0" r="0" b="0"/>
          </a:stretch>
        </p:blipFill>
        <p:spPr>
          <a:xfrm>
            <a:off x="10004375" y="4722912"/>
            <a:ext cx="846088" cy="723900"/>
          </a:xfrm>
          <a:prstGeom prst="rect">
            <a:avLst/>
          </a:prstGeom>
        </p:spPr>
      </p:pic>
      <p:pic>
        <p:nvPicPr>
          <p:cNvPr id="47" name=""/>
          <p:cNvPicPr>
            <a:picLocks noChangeAspect="1"/>
          </p:cNvPicPr>
          <p:nvPr/>
        </p:nvPicPr>
        <p:blipFill>
          <a:blip r:embed="R6d3b554cd35448e2"/>
          <a:srcRect l="0" t="20152" r="0" b="20152"/>
          <a:stretch>
            <a:fillRect l="0" t="0" r="0" b="0"/>
          </a:stretch>
        </p:blipFill>
        <p:spPr>
          <a:xfrm>
            <a:off x="10907613" y="4722912"/>
            <a:ext cx="846237" cy="723900"/>
          </a:xfrm>
          <a:prstGeom prst="rect">
            <a:avLst/>
          </a:prstGeom>
        </p:spPr>
      </p:pic>
      <p:sp>
        <p:nvSpPr>
          <p:cNvPr id="48" name="">
            <a:extLst>
              <a:ext uri="{FF2B5EF4-FFF2-40B4-BE49-F238E27FC236}">
                <a16:creationId id="{1EF413E5-BE6D-490D-8CE5-2106F2EF210D}"/>
              </a:ext>
            </a:extLst>
          </p:cNvPr>
          <p:cNvSpPr>
            <a:spLocks noGrp="1"/>
          </p:cNvSpPr>
          <p:nvPr/>
        </p:nvSpPr>
        <p:spPr>
          <a:xfrm>
            <a:off x="10004375" y="5494437"/>
            <a:ext cx="492770"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Original</a:t>
            </a:r>
          </a:p>
        </p:txBody>
      </p:sp>
      <p:sp>
        <p:nvSpPr>
          <p:cNvPr id="49" name="">
            <a:extLst>
              <a:ext uri="{FF2B5EF4-FFF2-40B4-BE49-F238E27FC236}">
                <a16:creationId id="{D73370B4-B400-45F4-8199-B839248E37A0}"/>
              </a:ext>
            </a:extLst>
          </p:cNvPr>
          <p:cNvSpPr>
            <a:spLocks noGrp="1"/>
          </p:cNvSpPr>
          <p:nvPr/>
        </p:nvSpPr>
        <p:spPr>
          <a:xfrm>
            <a:off x="10907613" y="5494437"/>
            <a:ext cx="65588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User C edit</a:t>
            </a:r>
          </a:p>
        </p:txBody>
      </p:sp>
      <p:sp>
        <p:nvSpPr>
          <p:cNvPr id="50" name="">
            <a:extLst>
              <a:ext uri="{FF2B5EF4-FFF2-40B4-BE49-F238E27FC236}">
                <a16:creationId id="{E7158E33-9B4D-41D6-BA71-AB2E81D354D4}"/>
              </a:ext>
            </a:extLst>
          </p:cNvPr>
          <p:cNvSpPr>
            <a:spLocks noGrp="1"/>
          </p:cNvSpPr>
          <p:nvPr/>
        </p:nvSpPr>
        <p:spPr>
          <a:xfrm>
            <a:off x="438150" y="6037064"/>
            <a:ext cx="6094512"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Learn from historical edits. Adapt to unseen users without additional training. Preference illustration.</a:t>
            </a:r>
          </a:p>
        </p:txBody>
      </p:sp>
      <p:sp>
        <p:nvSpPr>
          <p:cNvPr id="51" name="">
            <a:extLst>
              <a:ext uri="{FF2B5EF4-FFF2-40B4-BE49-F238E27FC236}">
                <a16:creationId id="{4BF0250C-509F-4B83-A2E2-B2A1B080AF12}"/>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52" name="">
            <a:extLst>
              <a:ext uri="{FF2B5EF4-FFF2-40B4-BE49-F238E27FC236}">
                <a16:creationId id="{7C1874AD-B508-4685-92B7-80A14A7DF048}"/>
              </a:ext>
            </a:extLst>
          </p:cNvPr>
          <p:cNvSpPr>
            <a:spLocks noGrp="1"/>
          </p:cNvSpPr>
          <p:nvPr/>
        </p:nvSpPr>
        <p:spPr>
          <a:xfrm>
            <a:off x="438150" y="6480870"/>
            <a:ext cx="748159"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1.1</a:t>
            </a:r>
          </a:p>
        </p:txBody>
      </p:sp>
      <p:sp>
        <p:nvSpPr>
          <p:cNvPr id="53" name="">
            <a:extLst>
              <a:ext uri="{FF2B5EF4-FFF2-40B4-BE49-F238E27FC236}">
                <a16:creationId id="{C94F8E1A-0DF4-4722-A632-8CFEA9EDA185}"/>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02 / 25</a:t>
            </a:r>
          </a:p>
        </p:txBody>
      </p:sp>
      <p:sp>
        <p:nvSpPr>
          <p:cNvPr id="54" name="">
            <a:extLst>
              <a:ext uri="{FF2B5EF4-FFF2-40B4-BE49-F238E27FC236}">
                <a16:creationId id="{594FF1A1-DF19-41E6-BDC9-9F38770EB678}"/>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4:creationId val="799231799"/>
      </p:ext>
    </p:extLst>
  </p:cSld>
</p:sld>
</file>

<file path=ppt/slides/slide3.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12E9716E-34D8-4D07-87D8-BC32F6CEC480}"/>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624FBDCC-61D7-43B6-8ED7-30A65C8124B2}"/>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346AC131-067C-470B-857C-76387BF1FB1D}"/>
              </a:ext>
            </a:extLst>
          </p:cNvPr>
          <p:cNvSpPr>
            <a:spLocks noGrp="1"/>
          </p:cNvSpPr>
          <p:nvPr/>
        </p:nvSpPr>
        <p:spPr>
          <a:xfrm>
            <a:off x="660648" y="328613"/>
            <a:ext cx="413742" cy="342900"/>
          </a:xfrm>
          <a:prstGeom prst="rect">
            <a:avLst/>
          </a:prstGeom>
          <a:solidFill>
            <a:srgbClr val="F3DF4F"/>
          </a:solidFill>
          <a:ln w="0">
            <a:solidFill>
              <a:srgbClr val="000000">
                <a:alpha val="0"/>
              </a:srgbClr>
            </a:solidFill>
          </a:ln>
        </p:spPr>
      </p:sp>
      <p:sp>
        <p:nvSpPr>
          <p:cNvPr id="5" name="">
            <a:extLst>
              <a:ext uri="{FF2B5EF4-FFF2-40B4-BE49-F238E27FC236}">
                <a16:creationId id="{15396C49-572A-407D-9F54-4DA266EA1B55}"/>
              </a:ext>
            </a:extLst>
          </p:cNvPr>
          <p:cNvSpPr>
            <a:spLocks noGrp="1"/>
          </p:cNvSpPr>
          <p:nvPr/>
        </p:nvSpPr>
        <p:spPr>
          <a:xfrm>
            <a:off x="746373" y="347663"/>
            <a:ext cx="337542"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03</a:t>
            </a:r>
          </a:p>
        </p:txBody>
      </p:sp>
      <p:sp>
        <p:nvSpPr>
          <p:cNvPr id="6" name="">
            <a:extLst>
              <a:ext uri="{FF2B5EF4-FFF2-40B4-BE49-F238E27FC236}">
                <a16:creationId id="{D42275E3-B12C-4C57-A9DC-401F243CD7F9}"/>
              </a:ext>
            </a:extLst>
          </p:cNvPr>
          <p:cNvSpPr>
            <a:spLocks noGrp="1"/>
          </p:cNvSpPr>
          <p:nvPr/>
        </p:nvSpPr>
        <p:spPr>
          <a:xfrm>
            <a:off x="1255365" y="242292"/>
            <a:ext cx="5215979"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Existing methods and our core idea</a:t>
            </a:r>
          </a:p>
        </p:txBody>
      </p:sp>
      <p:sp>
        <p:nvSpPr>
          <p:cNvPr id="7" name="">
            <a:extLst>
              <a:ext uri="{FF2B5EF4-FFF2-40B4-BE49-F238E27FC236}">
                <a16:creationId id="{AFB4B5A2-539D-45D8-80A7-BDEDB9944515}"/>
              </a:ext>
            </a:extLst>
          </p:cNvPr>
          <p:cNvSpPr>
            <a:spLocks noGrp="1"/>
          </p:cNvSpPr>
          <p:nvPr/>
        </p:nvSpPr>
        <p:spPr>
          <a:xfrm>
            <a:off x="438150" y="1617315"/>
            <a:ext cx="5116264" cy="9525"/>
          </a:xfrm>
          <a:prstGeom prst="rect">
            <a:avLst/>
          </a:prstGeom>
          <a:solidFill>
            <a:srgbClr val="D6DCD9"/>
          </a:solidFill>
          <a:ln w="0">
            <a:solidFill>
              <a:srgbClr val="000000">
                <a:alpha val="0"/>
              </a:srgbClr>
            </a:solidFill>
          </a:ln>
        </p:spPr>
      </p:sp>
      <p:sp>
        <p:nvSpPr>
          <p:cNvPr id="8" name="">
            <a:extLst>
              <a:ext uri="{FF2B5EF4-FFF2-40B4-BE49-F238E27FC236}">
                <a16:creationId id="{899F6584-4F21-4B13-9748-50DC09C32370}"/>
              </a:ext>
            </a:extLst>
          </p:cNvPr>
          <p:cNvSpPr>
            <a:spLocks noGrp="1"/>
          </p:cNvSpPr>
          <p:nvPr/>
        </p:nvSpPr>
        <p:spPr>
          <a:xfrm>
            <a:off x="438150" y="1836390"/>
            <a:ext cx="334714" cy="39052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68727A"/>
                </a:solidFill>
              </a:rPr>
              <a:t>01</a:t>
            </a:r>
          </a:p>
        </p:txBody>
      </p:sp>
      <p:sp>
        <p:nvSpPr>
          <p:cNvPr id="9" name="">
            <a:extLst>
              <a:ext uri="{FF2B5EF4-FFF2-40B4-BE49-F238E27FC236}">
                <a16:creationId id="{B1E97615-1621-4CD3-8A46-BE590DC4F6BD}"/>
              </a:ext>
            </a:extLst>
          </p:cNvPr>
          <p:cNvSpPr>
            <a:spLocks noGrp="1"/>
          </p:cNvSpPr>
          <p:nvPr/>
        </p:nvSpPr>
        <p:spPr>
          <a:xfrm>
            <a:off x="868114" y="1779240"/>
            <a:ext cx="2604492"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User-specific training</a:t>
            </a:r>
          </a:p>
        </p:txBody>
      </p:sp>
      <p:sp>
        <p:nvSpPr>
          <p:cNvPr id="10" name="">
            <a:extLst>
              <a:ext uri="{FF2B5EF4-FFF2-40B4-BE49-F238E27FC236}">
                <a16:creationId id="{C9A778EF-19B1-4AFC-BF95-6FBEB48E60A9}"/>
              </a:ext>
            </a:extLst>
          </p:cNvPr>
          <p:cNvSpPr>
            <a:spLocks noGrp="1"/>
          </p:cNvSpPr>
          <p:nvPr/>
        </p:nvSpPr>
        <p:spPr>
          <a:xfrm>
            <a:off x="868114" y="2235845"/>
            <a:ext cx="1489025" cy="266700"/>
          </a:xfrm>
          <a:prstGeom prst="rect">
            <a:avLst/>
          </a:prstGeom>
          <a:solidFill>
            <a:srgbClr val="000000">
              <a:alpha val="0"/>
            </a:srgbClr>
          </a:solidFill>
          <a:ln w="0">
            <a:solidFill>
              <a:srgbClr val="000000">
                <a:alpha val="0"/>
              </a:srgbClr>
            </a:solidFill>
          </a:ln>
        </p:spPr>
        <p:txBody>
          <a:bodyPr lIns="0" tIns="0" rIns="0" bIns="0" anchor="ctr"/>
          <a:lstStyle/>
          <a:p>
            <a:r>
              <a:rPr sz="1365" b="0">
                <a:solidFill>
                  <a:srgbClr val="20272D"/>
                </a:solidFill>
              </a:rPr>
              <a:t>AdaInt / RSFNet</a:t>
            </a:r>
          </a:p>
        </p:txBody>
      </p:sp>
      <p:sp>
        <p:nvSpPr>
          <p:cNvPr id="11" name="">
            <a:extLst>
              <a:ext uri="{FF2B5EF4-FFF2-40B4-BE49-F238E27FC236}">
                <a16:creationId id="{3AC74A90-58D7-48D5-A5ED-7FE18A6A009B}"/>
              </a:ext>
            </a:extLst>
          </p:cNvPr>
          <p:cNvSpPr>
            <a:spLocks noGrp="1"/>
          </p:cNvSpPr>
          <p:nvPr/>
        </p:nvSpPr>
        <p:spPr>
          <a:xfrm>
            <a:off x="868114" y="2578745"/>
            <a:ext cx="2331541"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A separate user or expert model.</a:t>
            </a:r>
          </a:p>
        </p:txBody>
      </p:sp>
      <p:sp>
        <p:nvSpPr>
          <p:cNvPr id="12" name="">
            <a:extLst>
              <a:ext uri="{FF2B5EF4-FFF2-40B4-BE49-F238E27FC236}">
                <a16:creationId id="{4F706837-7BEB-499D-BDBD-AE93AA81B837}"/>
              </a:ext>
            </a:extLst>
          </p:cNvPr>
          <p:cNvSpPr>
            <a:spLocks noGrp="1"/>
          </p:cNvSpPr>
          <p:nvPr/>
        </p:nvSpPr>
        <p:spPr>
          <a:xfrm>
            <a:off x="438150" y="3054995"/>
            <a:ext cx="5116264" cy="9525"/>
          </a:xfrm>
          <a:prstGeom prst="rect">
            <a:avLst/>
          </a:prstGeom>
          <a:solidFill>
            <a:srgbClr val="D6DCD9"/>
          </a:solidFill>
          <a:ln w="0">
            <a:solidFill>
              <a:srgbClr val="000000">
                <a:alpha val="0"/>
              </a:srgbClr>
            </a:solidFill>
          </a:ln>
        </p:spPr>
      </p:sp>
      <p:sp>
        <p:nvSpPr>
          <p:cNvPr id="13" name="">
            <a:extLst>
              <a:ext uri="{FF2B5EF4-FFF2-40B4-BE49-F238E27FC236}">
                <a16:creationId id="{98AFE1EB-1B80-477A-8594-CB3E2D8C7324}"/>
              </a:ext>
            </a:extLst>
          </p:cNvPr>
          <p:cNvSpPr>
            <a:spLocks noGrp="1"/>
          </p:cNvSpPr>
          <p:nvPr/>
        </p:nvSpPr>
        <p:spPr>
          <a:xfrm>
            <a:off x="438150" y="3274070"/>
            <a:ext cx="388144" cy="39052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68727A"/>
                </a:solidFill>
              </a:rPr>
              <a:t>02</a:t>
            </a:r>
          </a:p>
        </p:txBody>
      </p:sp>
      <p:sp>
        <p:nvSpPr>
          <p:cNvPr id="14" name="">
            <a:extLst>
              <a:ext uri="{FF2B5EF4-FFF2-40B4-BE49-F238E27FC236}">
                <a16:creationId id="{4A5D5798-ECF8-4AB3-AE88-8F9E217EDBE0}"/>
              </a:ext>
            </a:extLst>
          </p:cNvPr>
          <p:cNvSpPr>
            <a:spLocks noGrp="1"/>
          </p:cNvSpPr>
          <p:nvPr/>
        </p:nvSpPr>
        <p:spPr>
          <a:xfrm>
            <a:off x="921544" y="3216920"/>
            <a:ext cx="2764631"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Additional instructions</a:t>
            </a:r>
          </a:p>
        </p:txBody>
      </p:sp>
      <p:sp>
        <p:nvSpPr>
          <p:cNvPr id="15" name="">
            <a:extLst>
              <a:ext uri="{FF2B5EF4-FFF2-40B4-BE49-F238E27FC236}">
                <a16:creationId id="{746B2D56-90D6-4DF5-9671-EA106435742F}"/>
              </a:ext>
            </a:extLst>
          </p:cNvPr>
          <p:cNvSpPr>
            <a:spLocks noGrp="1"/>
          </p:cNvSpPr>
          <p:nvPr/>
        </p:nvSpPr>
        <p:spPr>
          <a:xfrm>
            <a:off x="921544" y="3673525"/>
            <a:ext cx="2065437" cy="266700"/>
          </a:xfrm>
          <a:prstGeom prst="rect">
            <a:avLst/>
          </a:prstGeom>
          <a:solidFill>
            <a:srgbClr val="000000">
              <a:alpha val="0"/>
            </a:srgbClr>
          </a:solidFill>
          <a:ln w="0">
            <a:solidFill>
              <a:srgbClr val="000000">
                <a:alpha val="0"/>
              </a:srgbClr>
            </a:solidFill>
          </a:ln>
        </p:spPr>
        <p:txBody>
          <a:bodyPr lIns="0" tIns="0" rIns="0" bIns="0" anchor="ctr"/>
          <a:lstStyle/>
          <a:p>
            <a:r>
              <a:rPr sz="1365" b="0">
                <a:solidFill>
                  <a:srgbClr val="20272D"/>
                </a:solidFill>
              </a:rPr>
              <a:t>DiffRetouch / PerTouch</a:t>
            </a:r>
          </a:p>
        </p:txBody>
      </p:sp>
      <p:sp>
        <p:nvSpPr>
          <p:cNvPr id="16" name="">
            <a:extLst>
              <a:ext uri="{FF2B5EF4-FFF2-40B4-BE49-F238E27FC236}">
                <a16:creationId id="{A3474506-8174-404E-82F3-484C3D30A4FD}"/>
              </a:ext>
            </a:extLst>
          </p:cNvPr>
          <p:cNvSpPr>
            <a:spLocks noGrp="1"/>
          </p:cNvSpPr>
          <p:nvPr/>
        </p:nvSpPr>
        <p:spPr>
          <a:xfrm>
            <a:off x="921544" y="4016425"/>
            <a:ext cx="1796951"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Explicit editing guidance.</a:t>
            </a:r>
          </a:p>
        </p:txBody>
      </p:sp>
      <p:sp>
        <p:nvSpPr>
          <p:cNvPr id="17" name="">
            <a:extLst>
              <a:ext uri="{FF2B5EF4-FFF2-40B4-BE49-F238E27FC236}">
                <a16:creationId id="{19063DEE-A51E-481C-9808-2770E0C0E39D}"/>
              </a:ext>
            </a:extLst>
          </p:cNvPr>
          <p:cNvSpPr>
            <a:spLocks noGrp="1"/>
          </p:cNvSpPr>
          <p:nvPr/>
        </p:nvSpPr>
        <p:spPr>
          <a:xfrm>
            <a:off x="438150" y="4492675"/>
            <a:ext cx="5116264" cy="9525"/>
          </a:xfrm>
          <a:prstGeom prst="rect">
            <a:avLst/>
          </a:prstGeom>
          <a:solidFill>
            <a:srgbClr val="D6DCD9"/>
          </a:solidFill>
          <a:ln w="0">
            <a:solidFill>
              <a:srgbClr val="000000">
                <a:alpha val="0"/>
              </a:srgbClr>
            </a:solidFill>
          </a:ln>
        </p:spPr>
      </p:sp>
      <p:sp>
        <p:nvSpPr>
          <p:cNvPr id="18" name="">
            <a:extLst>
              <a:ext uri="{FF2B5EF4-FFF2-40B4-BE49-F238E27FC236}">
                <a16:creationId id="{5D9300E0-6182-4735-8CAC-508FCCD15519}"/>
              </a:ext>
            </a:extLst>
          </p:cNvPr>
          <p:cNvSpPr>
            <a:spLocks noGrp="1"/>
          </p:cNvSpPr>
          <p:nvPr/>
        </p:nvSpPr>
        <p:spPr>
          <a:xfrm>
            <a:off x="438150" y="4711750"/>
            <a:ext cx="386209" cy="39052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68727A"/>
                </a:solidFill>
              </a:rPr>
              <a:t>03</a:t>
            </a:r>
          </a:p>
        </p:txBody>
      </p:sp>
      <p:sp>
        <p:nvSpPr>
          <p:cNvPr id="19" name="">
            <a:extLst>
              <a:ext uri="{FF2B5EF4-FFF2-40B4-BE49-F238E27FC236}">
                <a16:creationId id="{29A8FC3D-9C2A-458B-8833-42802381120C}"/>
              </a:ext>
            </a:extLst>
          </p:cNvPr>
          <p:cNvSpPr>
            <a:spLocks noGrp="1"/>
          </p:cNvSpPr>
          <p:nvPr/>
        </p:nvSpPr>
        <p:spPr>
          <a:xfrm>
            <a:off x="919609" y="4654600"/>
            <a:ext cx="2707035"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One preference vector</a:t>
            </a:r>
          </a:p>
        </p:txBody>
      </p:sp>
      <p:sp>
        <p:nvSpPr>
          <p:cNvPr id="20" name="">
            <a:extLst>
              <a:ext uri="{FF2B5EF4-FFF2-40B4-BE49-F238E27FC236}">
                <a16:creationId id="{08D205A9-4AA6-451D-B7D4-7169689E810F}"/>
              </a:ext>
            </a:extLst>
          </p:cNvPr>
          <p:cNvSpPr>
            <a:spLocks noGrp="1"/>
          </p:cNvSpPr>
          <p:nvPr/>
        </p:nvSpPr>
        <p:spPr>
          <a:xfrm>
            <a:off x="919609" y="5111204"/>
            <a:ext cx="669131" cy="266700"/>
          </a:xfrm>
          <a:prstGeom prst="rect">
            <a:avLst/>
          </a:prstGeom>
          <a:solidFill>
            <a:srgbClr val="000000">
              <a:alpha val="0"/>
            </a:srgbClr>
          </a:solidFill>
          <a:ln w="0">
            <a:solidFill>
              <a:srgbClr val="000000">
                <a:alpha val="0"/>
              </a:srgbClr>
            </a:solidFill>
          </a:ln>
        </p:spPr>
        <p:txBody>
          <a:bodyPr lIns="0" tIns="0" rIns="0" bIns="0" anchor="ctr"/>
          <a:lstStyle/>
          <a:p>
            <a:r>
              <a:rPr sz="1365" b="0">
                <a:solidFill>
                  <a:srgbClr val="20272D"/>
                </a:solidFill>
              </a:rPr>
              <a:t>PieNet</a:t>
            </a:r>
          </a:p>
        </p:txBody>
      </p:sp>
      <p:sp>
        <p:nvSpPr>
          <p:cNvPr id="21" name="">
            <a:extLst>
              <a:ext uri="{FF2B5EF4-FFF2-40B4-BE49-F238E27FC236}">
                <a16:creationId id="{EABE93D3-6BF0-4E20-B4BA-B8C80484BF41}"/>
              </a:ext>
            </a:extLst>
          </p:cNvPr>
          <p:cNvSpPr>
            <a:spLocks noGrp="1"/>
          </p:cNvSpPr>
          <p:nvPr/>
        </p:nvSpPr>
        <p:spPr>
          <a:xfrm>
            <a:off x="919609" y="5454104"/>
            <a:ext cx="3139678"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History compressed into one representation.</a:t>
            </a:r>
          </a:p>
        </p:txBody>
      </p:sp>
      <p:sp>
        <p:nvSpPr>
          <p:cNvPr id="22" name="">
            <a:extLst>
              <a:ext uri="{FF2B5EF4-FFF2-40B4-BE49-F238E27FC236}">
                <a16:creationId id="{61DC6107-7D51-4CB4-B46A-9E25B1400AEB}"/>
              </a:ext>
            </a:extLst>
          </p:cNvPr>
          <p:cNvSpPr>
            <a:spLocks noGrp="1"/>
          </p:cNvSpPr>
          <p:nvPr/>
        </p:nvSpPr>
        <p:spPr>
          <a:xfrm>
            <a:off x="6125914" y="1643807"/>
            <a:ext cx="9525" cy="3993356"/>
          </a:xfrm>
          <a:prstGeom prst="rect">
            <a:avLst/>
          </a:prstGeom>
          <a:solidFill>
            <a:srgbClr val="D6DCD9"/>
          </a:solidFill>
          <a:ln w="0">
            <a:solidFill>
              <a:srgbClr val="000000">
                <a:alpha val="0"/>
              </a:srgbClr>
            </a:solidFill>
          </a:ln>
        </p:spPr>
      </p:sp>
      <p:sp>
        <p:nvSpPr>
          <p:cNvPr id="23" name="">
            <a:extLst>
              <a:ext uri="{FF2B5EF4-FFF2-40B4-BE49-F238E27FC236}">
                <a16:creationId id="{6C391216-7F2C-4283-898B-36D587913D9F}"/>
              </a:ext>
            </a:extLst>
          </p:cNvPr>
          <p:cNvSpPr>
            <a:spLocks noGrp="1"/>
          </p:cNvSpPr>
          <p:nvPr/>
        </p:nvSpPr>
        <p:spPr>
          <a:xfrm>
            <a:off x="6478339" y="1653332"/>
            <a:ext cx="1390501"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20272D"/>
                </a:solidFill>
              </a:rPr>
              <a:t>OUR CORE IDEA</a:t>
            </a:r>
          </a:p>
        </p:txBody>
      </p:sp>
      <p:sp>
        <p:nvSpPr>
          <p:cNvPr id="24" name="">
            <a:extLst>
              <a:ext uri="{FF2B5EF4-FFF2-40B4-BE49-F238E27FC236}">
                <a16:creationId id="{7C23FD88-E9D8-4F5C-89D2-E586AF336063}"/>
              </a:ext>
            </a:extLst>
          </p:cNvPr>
          <p:cNvSpPr>
            <a:spLocks noGrp="1"/>
          </p:cNvSpPr>
          <p:nvPr/>
        </p:nvSpPr>
        <p:spPr>
          <a:xfrm>
            <a:off x="6478339" y="1936700"/>
            <a:ext cx="3339554" cy="600075"/>
          </a:xfrm>
          <a:prstGeom prst="rect">
            <a:avLst/>
          </a:prstGeom>
          <a:solidFill>
            <a:srgbClr val="000000">
              <a:alpha val="0"/>
            </a:srgbClr>
          </a:solidFill>
          <a:ln w="0">
            <a:solidFill>
              <a:srgbClr val="000000">
                <a:alpha val="0"/>
              </a:srgbClr>
            </a:solidFill>
          </a:ln>
        </p:spPr>
        <p:txBody>
          <a:bodyPr lIns="0" tIns="0" rIns="0" bIns="0" anchor="ctr"/>
          <a:lstStyle/>
          <a:p>
            <a:r>
              <a:rPr sz="2594" b="0">
                <a:solidFill>
                  <a:srgbClr val="20272D"/>
                </a:solidFill>
              </a:rPr>
              <a:t>Learn a distribution</a:t>
            </a:r>
          </a:p>
        </p:txBody>
      </p:sp>
      <p:sp>
        <p:nvSpPr>
          <p:cNvPr id="25" name="">
            <a:extLst>
              <a:ext uri="{FF2B5EF4-FFF2-40B4-BE49-F238E27FC236}">
                <a16:creationId id="{CE6D6030-D2D5-4084-9EB1-75DC83ED020A}"/>
              </a:ext>
            </a:extLst>
          </p:cNvPr>
          <p:cNvSpPr>
            <a:spLocks noGrp="1"/>
          </p:cNvSpPr>
          <p:nvPr/>
        </p:nvSpPr>
        <p:spPr>
          <a:xfrm>
            <a:off x="6478339" y="2352824"/>
            <a:ext cx="2890986" cy="600075"/>
          </a:xfrm>
          <a:prstGeom prst="rect">
            <a:avLst/>
          </a:prstGeom>
          <a:solidFill>
            <a:srgbClr val="000000">
              <a:alpha val="0"/>
            </a:srgbClr>
          </a:solidFill>
          <a:ln w="0">
            <a:solidFill>
              <a:srgbClr val="000000">
                <a:alpha val="0"/>
              </a:srgbClr>
            </a:solidFill>
          </a:ln>
        </p:spPr>
        <p:txBody>
          <a:bodyPr lIns="0" tIns="0" rIns="0" bIns="0" anchor="ctr"/>
          <a:lstStyle/>
          <a:p>
            <a:r>
              <a:rPr sz="2594" b="0">
                <a:solidFill>
                  <a:srgbClr val="20272D"/>
                </a:solidFill>
              </a:rPr>
              <a:t>of possible edits.</a:t>
            </a:r>
          </a:p>
        </p:txBody>
      </p:sp>
      <p:pic>
        <p:nvPicPr>
          <p:cNvPr id="26" name=""/>
          <p:cNvPicPr>
            <a:picLocks noChangeAspect="1"/>
          </p:cNvPicPr>
          <p:nvPr/>
        </p:nvPicPr>
        <p:blipFill>
          <a:blip r:embed="R7daf6d697a9245c8"/>
          <a:srcRect l="0" t="227" r="0" b="227"/>
          <a:stretch>
            <a:fillRect l="0" t="0" r="0" b="0"/>
          </a:stretch>
        </p:blipFill>
        <p:spPr>
          <a:xfrm>
            <a:off x="6478339" y="3026122"/>
            <a:ext cx="5275511" cy="1791593"/>
          </a:xfrm>
          <a:prstGeom prst="rect">
            <a:avLst/>
          </a:prstGeom>
        </p:spPr>
      </p:pic>
      <p:sp>
        <p:nvSpPr>
          <p:cNvPr id="27" name="">
            <a:extLst>
              <a:ext uri="{FF2B5EF4-FFF2-40B4-BE49-F238E27FC236}">
                <a16:creationId id="{6D05415C-FE25-483C-A993-9A7F764AC1ED}"/>
              </a:ext>
            </a:extLst>
          </p:cNvPr>
          <p:cNvSpPr>
            <a:spLocks noGrp="1"/>
          </p:cNvSpPr>
          <p:nvPr/>
        </p:nvSpPr>
        <p:spPr>
          <a:xfrm>
            <a:off x="6478339" y="5017740"/>
            <a:ext cx="4060180" cy="2571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P(z | current image, user history)</a:t>
            </a:r>
          </a:p>
        </p:txBody>
      </p:sp>
      <p:sp>
        <p:nvSpPr>
          <p:cNvPr id="28" name="">
            <a:extLst>
              <a:ext uri="{FF2B5EF4-FFF2-40B4-BE49-F238E27FC236}">
                <a16:creationId id="{3793A23C-52E6-4B34-AFAB-E302A5D093D2}"/>
              </a:ext>
            </a:extLst>
          </p:cNvPr>
          <p:cNvSpPr>
            <a:spLocks noGrp="1"/>
          </p:cNvSpPr>
          <p:nvPr/>
        </p:nvSpPr>
        <p:spPr>
          <a:xfrm>
            <a:off x="6478339" y="5450532"/>
            <a:ext cx="4182814"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Hypothesis: one image and user may admit several acceptable edits.</a:t>
            </a:r>
          </a:p>
        </p:txBody>
      </p:sp>
      <p:sp>
        <p:nvSpPr>
          <p:cNvPr id="29" name="">
            <a:extLst>
              <a:ext uri="{FF2B5EF4-FFF2-40B4-BE49-F238E27FC236}">
                <a16:creationId id="{1475587E-84D0-4884-8555-0A9EBEA5CE5C}"/>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30" name="">
            <a:extLst>
              <a:ext uri="{FF2B5EF4-FFF2-40B4-BE49-F238E27FC236}">
                <a16:creationId id="{38784FA8-20C2-4B2A-85EC-4919928A931D}"/>
              </a:ext>
            </a:extLst>
          </p:cNvPr>
          <p:cNvSpPr>
            <a:spLocks noGrp="1"/>
          </p:cNvSpPr>
          <p:nvPr/>
        </p:nvSpPr>
        <p:spPr>
          <a:xfrm>
            <a:off x="438150" y="6480870"/>
            <a:ext cx="995214"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1.1–2.2</a:t>
            </a:r>
          </a:p>
        </p:txBody>
      </p:sp>
      <p:sp>
        <p:nvSpPr>
          <p:cNvPr id="31" name="">
            <a:extLst>
              <a:ext uri="{FF2B5EF4-FFF2-40B4-BE49-F238E27FC236}">
                <a16:creationId id="{D6833BF0-6C84-4215-8345-E0FE294DD523}"/>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03 / 25</a:t>
            </a:r>
          </a:p>
        </p:txBody>
      </p:sp>
      <p:sp>
        <p:nvSpPr>
          <p:cNvPr id="32" name="">
            <a:extLst>
              <a:ext uri="{FF2B5EF4-FFF2-40B4-BE49-F238E27FC236}">
                <a16:creationId id="{40F40153-AED1-43D1-9F9D-03BB3EA273EF}"/>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4:creationId val="1354406709"/>
      </p:ext>
    </p:extLst>
  </p:cSld>
</p:sld>
</file>

<file path=ppt/slides/slide4.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39AEEA93-EFE4-4929-A54C-8EC3D5CAB615}"/>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B65C46B5-459A-4DAF-85C5-3CD7DFAE8DAF}"/>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72A3823B-F6F0-44A0-A1C3-5AA0656CDE08}"/>
              </a:ext>
            </a:extLst>
          </p:cNvPr>
          <p:cNvSpPr>
            <a:spLocks noGrp="1"/>
          </p:cNvSpPr>
          <p:nvPr/>
        </p:nvSpPr>
        <p:spPr>
          <a:xfrm>
            <a:off x="660648" y="328613"/>
            <a:ext cx="421779" cy="342900"/>
          </a:xfrm>
          <a:prstGeom prst="rect">
            <a:avLst/>
          </a:prstGeom>
          <a:solidFill>
            <a:srgbClr val="F3DF4F"/>
          </a:solidFill>
          <a:ln w="0">
            <a:solidFill>
              <a:srgbClr val="000000">
                <a:alpha val="0"/>
              </a:srgbClr>
            </a:solidFill>
          </a:ln>
        </p:spPr>
      </p:sp>
      <p:sp>
        <p:nvSpPr>
          <p:cNvPr id="5" name="">
            <a:extLst>
              <a:ext uri="{FF2B5EF4-FFF2-40B4-BE49-F238E27FC236}">
                <a16:creationId id="{7C7268E3-9EF0-4B1C-BBC2-EEA5A9DCAC80}"/>
              </a:ext>
            </a:extLst>
          </p:cNvPr>
          <p:cNvSpPr>
            <a:spLocks noGrp="1"/>
          </p:cNvSpPr>
          <p:nvPr/>
        </p:nvSpPr>
        <p:spPr>
          <a:xfrm>
            <a:off x="746373" y="347663"/>
            <a:ext cx="345579"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04</a:t>
            </a:r>
          </a:p>
        </p:txBody>
      </p:sp>
      <p:sp>
        <p:nvSpPr>
          <p:cNvPr id="6" name="">
            <a:extLst>
              <a:ext uri="{FF2B5EF4-FFF2-40B4-BE49-F238E27FC236}">
                <a16:creationId id="{2EB7832F-DE94-4BD8-A14C-74D1481C4515}"/>
              </a:ext>
            </a:extLst>
          </p:cNvPr>
          <p:cNvSpPr>
            <a:spLocks noGrp="1"/>
          </p:cNvSpPr>
          <p:nvPr/>
        </p:nvSpPr>
        <p:spPr>
          <a:xfrm>
            <a:off x="1263402" y="242292"/>
            <a:ext cx="4709220"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Project goals and achievements</a:t>
            </a:r>
          </a:p>
        </p:txBody>
      </p:sp>
      <p:sp>
        <p:nvSpPr>
          <p:cNvPr id="7" name="">
            <a:extLst>
              <a:ext uri="{FF2B5EF4-FFF2-40B4-BE49-F238E27FC236}">
                <a16:creationId id="{CB8BA4B7-0F25-4AC5-8ECB-46B6B16DCFCD}"/>
              </a:ext>
            </a:extLst>
          </p:cNvPr>
          <p:cNvSpPr>
            <a:spLocks noGrp="1"/>
          </p:cNvSpPr>
          <p:nvPr/>
        </p:nvSpPr>
        <p:spPr>
          <a:xfrm>
            <a:off x="438150" y="1066800"/>
            <a:ext cx="3999309" cy="342900"/>
          </a:xfrm>
          <a:prstGeom prst="rect">
            <a:avLst/>
          </a:prstGeom>
          <a:solidFill>
            <a:srgbClr val="000000">
              <a:alpha val="0"/>
            </a:srgbClr>
          </a:solidFill>
          <a:ln w="0">
            <a:solidFill>
              <a:srgbClr val="000000">
                <a:alpha val="0"/>
              </a:srgbClr>
            </a:solidFill>
          </a:ln>
        </p:spPr>
        <p:txBody>
          <a:bodyPr lIns="0" tIns="0" rIns="0" bIns="0" anchor="ctr"/>
          <a:lstStyle/>
          <a:p>
            <a:r>
              <a:rPr sz="1706" b="0">
                <a:solidFill>
                  <a:srgbClr val="68727A"/>
                </a:solidFill>
              </a:rPr>
              <a:t>Three objectives. One shared model.</a:t>
            </a:r>
          </a:p>
        </p:txBody>
      </p:sp>
      <p:sp>
        <p:nvSpPr>
          <p:cNvPr id="8" name="">
            <a:extLst>
              <a:ext uri="{FF2B5EF4-FFF2-40B4-BE49-F238E27FC236}">
                <a16:creationId id="{971C37D2-E35D-4960-9ED4-2B8D624B40F0}"/>
              </a:ext>
            </a:extLst>
          </p:cNvPr>
          <p:cNvSpPr>
            <a:spLocks noGrp="1"/>
          </p:cNvSpPr>
          <p:nvPr/>
        </p:nvSpPr>
        <p:spPr>
          <a:xfrm>
            <a:off x="438150" y="2029123"/>
            <a:ext cx="3505200" cy="19050"/>
          </a:xfrm>
          <a:prstGeom prst="rect">
            <a:avLst/>
          </a:prstGeom>
          <a:solidFill>
            <a:srgbClr val="20272D"/>
          </a:solidFill>
          <a:ln w="0">
            <a:solidFill>
              <a:srgbClr val="000000">
                <a:alpha val="0"/>
              </a:srgbClr>
            </a:solidFill>
          </a:ln>
        </p:spPr>
      </p:sp>
      <p:sp>
        <p:nvSpPr>
          <p:cNvPr id="9" name="">
            <a:extLst>
              <a:ext uri="{FF2B5EF4-FFF2-40B4-BE49-F238E27FC236}">
                <a16:creationId id="{1BF3F8DB-95F2-469D-A50B-4904C40F0C70}"/>
              </a:ext>
            </a:extLst>
          </p:cNvPr>
          <p:cNvSpPr>
            <a:spLocks noGrp="1"/>
          </p:cNvSpPr>
          <p:nvPr/>
        </p:nvSpPr>
        <p:spPr>
          <a:xfrm>
            <a:off x="438150" y="2248198"/>
            <a:ext cx="1222623" cy="266700"/>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OBJECTIVE 01</a:t>
            </a:r>
          </a:p>
        </p:txBody>
      </p:sp>
      <p:sp>
        <p:nvSpPr>
          <p:cNvPr id="10" name="">
            <a:extLst>
              <a:ext uri="{FF2B5EF4-FFF2-40B4-BE49-F238E27FC236}">
                <a16:creationId id="{8A97AF9F-02B6-4E1C-84A1-0790F4617853}"/>
              </a:ext>
            </a:extLst>
          </p:cNvPr>
          <p:cNvSpPr>
            <a:spLocks noGrp="1"/>
          </p:cNvSpPr>
          <p:nvPr/>
        </p:nvSpPr>
        <p:spPr>
          <a:xfrm>
            <a:off x="438150" y="2632918"/>
            <a:ext cx="1807518" cy="600075"/>
          </a:xfrm>
          <a:prstGeom prst="rect">
            <a:avLst/>
          </a:prstGeom>
          <a:solidFill>
            <a:srgbClr val="000000">
              <a:alpha val="0"/>
            </a:srgbClr>
          </a:solidFill>
          <a:ln w="0">
            <a:solidFill>
              <a:srgbClr val="000000">
                <a:alpha val="0"/>
              </a:srgbClr>
            </a:solidFill>
          </a:ln>
        </p:spPr>
        <p:txBody>
          <a:bodyPr lIns="0" tIns="0" rIns="0" bIns="0" anchor="ctr"/>
          <a:lstStyle/>
          <a:p>
            <a:r>
              <a:rPr sz="2594" b="0">
                <a:solidFill>
                  <a:srgbClr val="20272D"/>
                </a:solidFill>
              </a:rPr>
              <a:t>Automatic</a:t>
            </a:r>
          </a:p>
        </p:txBody>
      </p:sp>
      <p:sp>
        <p:nvSpPr>
          <p:cNvPr id="11" name="">
            <a:extLst>
              <a:ext uri="{FF2B5EF4-FFF2-40B4-BE49-F238E27FC236}">
                <a16:creationId id="{40B514D7-5016-4469-997F-A43435705C03}"/>
              </a:ext>
            </a:extLst>
          </p:cNvPr>
          <p:cNvSpPr>
            <a:spLocks noGrp="1"/>
          </p:cNvSpPr>
          <p:nvPr/>
        </p:nvSpPr>
        <p:spPr>
          <a:xfrm>
            <a:off x="438150" y="3245941"/>
            <a:ext cx="2119164"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68727A"/>
                </a:solidFill>
              </a:rPr>
              <a:t>No editing instructions</a:t>
            </a:r>
          </a:p>
        </p:txBody>
      </p:sp>
      <p:sp>
        <p:nvSpPr>
          <p:cNvPr id="12" name="">
            <a:extLst>
              <a:ext uri="{FF2B5EF4-FFF2-40B4-BE49-F238E27FC236}">
                <a16:creationId id="{94281809-3603-4737-9870-F021BAD7FF4C}"/>
              </a:ext>
            </a:extLst>
          </p:cNvPr>
          <p:cNvSpPr>
            <a:spLocks noGrp="1"/>
          </p:cNvSpPr>
          <p:nvPr/>
        </p:nvSpPr>
        <p:spPr>
          <a:xfrm>
            <a:off x="438150" y="3812084"/>
            <a:ext cx="1616869" cy="600075"/>
          </a:xfrm>
          <a:prstGeom prst="rect">
            <a:avLst/>
          </a:prstGeom>
          <a:solidFill>
            <a:srgbClr val="000000">
              <a:alpha val="0"/>
            </a:srgbClr>
          </a:solidFill>
          <a:ln w="0">
            <a:solidFill>
              <a:srgbClr val="000000">
                <a:alpha val="0"/>
              </a:srgbClr>
            </a:solidFill>
          </a:ln>
        </p:spPr>
        <p:txBody>
          <a:bodyPr lIns="0" tIns="0" rIns="0" bIns="0" anchor="ctr"/>
          <a:lstStyle/>
          <a:p>
            <a:r>
              <a:rPr sz="2594" b="1">
                <a:solidFill>
                  <a:srgbClr val="20272D"/>
                </a:solidFill>
              </a:rPr>
              <a:t>3D space</a:t>
            </a:r>
          </a:p>
        </p:txBody>
      </p:sp>
      <p:sp>
        <p:nvSpPr>
          <p:cNvPr id="13" name="">
            <a:extLst>
              <a:ext uri="{FF2B5EF4-FFF2-40B4-BE49-F238E27FC236}">
                <a16:creationId id="{4A06F79F-CC21-4B84-A98F-852503DDD16A}"/>
              </a:ext>
            </a:extLst>
          </p:cNvPr>
          <p:cNvSpPr>
            <a:spLocks noGrp="1"/>
          </p:cNvSpPr>
          <p:nvPr/>
        </p:nvSpPr>
        <p:spPr>
          <a:xfrm>
            <a:off x="438150" y="4372124"/>
            <a:ext cx="2672655"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68727A"/>
                </a:solidFill>
              </a:rPr>
              <a:t>Compact retouching representation</a:t>
            </a:r>
          </a:p>
        </p:txBody>
      </p:sp>
      <p:sp>
        <p:nvSpPr>
          <p:cNvPr id="14" name="">
            <a:extLst>
              <a:ext uri="{FF2B5EF4-FFF2-40B4-BE49-F238E27FC236}">
                <a16:creationId id="{5BC050AB-E4FA-44B0-84C3-B646687CF2EF}"/>
              </a:ext>
            </a:extLst>
          </p:cNvPr>
          <p:cNvSpPr>
            <a:spLocks noGrp="1"/>
          </p:cNvSpPr>
          <p:nvPr/>
        </p:nvSpPr>
        <p:spPr>
          <a:xfrm>
            <a:off x="4343400" y="2029123"/>
            <a:ext cx="3505200" cy="19050"/>
          </a:xfrm>
          <a:prstGeom prst="rect">
            <a:avLst/>
          </a:prstGeom>
          <a:solidFill>
            <a:srgbClr val="20272D"/>
          </a:solidFill>
          <a:ln w="0">
            <a:solidFill>
              <a:srgbClr val="000000">
                <a:alpha val="0"/>
              </a:srgbClr>
            </a:solidFill>
          </a:ln>
        </p:spPr>
      </p:sp>
      <p:sp>
        <p:nvSpPr>
          <p:cNvPr id="15" name="">
            <a:extLst>
              <a:ext uri="{FF2B5EF4-FFF2-40B4-BE49-F238E27FC236}">
                <a16:creationId id="{42458DB5-4F72-4E84-868A-16A7983CA64B}"/>
              </a:ext>
            </a:extLst>
          </p:cNvPr>
          <p:cNvSpPr>
            <a:spLocks noGrp="1"/>
          </p:cNvSpPr>
          <p:nvPr/>
        </p:nvSpPr>
        <p:spPr>
          <a:xfrm>
            <a:off x="4343400" y="2248198"/>
            <a:ext cx="1258193" cy="266700"/>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OBJECTIVE 02</a:t>
            </a:r>
          </a:p>
        </p:txBody>
      </p:sp>
      <p:sp>
        <p:nvSpPr>
          <p:cNvPr id="16" name="">
            <a:extLst>
              <a:ext uri="{FF2B5EF4-FFF2-40B4-BE49-F238E27FC236}">
                <a16:creationId id="{CA5C824E-5E8E-4C71-AC07-BD76EE6C8EFE}"/>
              </a:ext>
            </a:extLst>
          </p:cNvPr>
          <p:cNvSpPr>
            <a:spLocks noGrp="1"/>
          </p:cNvSpPr>
          <p:nvPr/>
        </p:nvSpPr>
        <p:spPr>
          <a:xfrm>
            <a:off x="4343400" y="2632918"/>
            <a:ext cx="2378125" cy="600075"/>
          </a:xfrm>
          <a:prstGeom prst="rect">
            <a:avLst/>
          </a:prstGeom>
          <a:solidFill>
            <a:srgbClr val="000000">
              <a:alpha val="0"/>
            </a:srgbClr>
          </a:solidFill>
          <a:ln w="0">
            <a:solidFill>
              <a:srgbClr val="000000">
                <a:alpha val="0"/>
              </a:srgbClr>
            </a:solidFill>
          </a:ln>
        </p:spPr>
        <p:txBody>
          <a:bodyPr lIns="0" tIns="0" rIns="0" bIns="0" anchor="ctr"/>
          <a:lstStyle/>
          <a:p>
            <a:r>
              <a:rPr sz="2594" b="0">
                <a:solidFill>
                  <a:srgbClr val="20272D"/>
                </a:solidFill>
              </a:rPr>
              <a:t>Generalizable</a:t>
            </a:r>
          </a:p>
        </p:txBody>
      </p:sp>
      <p:sp>
        <p:nvSpPr>
          <p:cNvPr id="17" name="">
            <a:extLst>
              <a:ext uri="{FF2B5EF4-FFF2-40B4-BE49-F238E27FC236}">
                <a16:creationId id="{C409DE25-4114-49EB-88BF-B0E812E08DBA}"/>
              </a:ext>
            </a:extLst>
          </p:cNvPr>
          <p:cNvSpPr>
            <a:spLocks noGrp="1"/>
          </p:cNvSpPr>
          <p:nvPr/>
        </p:nvSpPr>
        <p:spPr>
          <a:xfrm>
            <a:off x="4343400" y="3245941"/>
            <a:ext cx="2586484"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68727A"/>
                </a:solidFill>
              </a:rPr>
              <a:t>No user-specific fine-tuning</a:t>
            </a:r>
          </a:p>
        </p:txBody>
      </p:sp>
      <p:sp>
        <p:nvSpPr>
          <p:cNvPr id="18" name="">
            <a:extLst>
              <a:ext uri="{FF2B5EF4-FFF2-40B4-BE49-F238E27FC236}">
                <a16:creationId id="{B0D64600-EFC7-4660-AA8D-0701F947C8FD}"/>
              </a:ext>
            </a:extLst>
          </p:cNvPr>
          <p:cNvSpPr>
            <a:spLocks noGrp="1"/>
          </p:cNvSpPr>
          <p:nvPr/>
        </p:nvSpPr>
        <p:spPr>
          <a:xfrm>
            <a:off x="4343400" y="3812084"/>
            <a:ext cx="2199977" cy="600075"/>
          </a:xfrm>
          <a:prstGeom prst="rect">
            <a:avLst/>
          </a:prstGeom>
          <a:solidFill>
            <a:srgbClr val="000000">
              <a:alpha val="0"/>
            </a:srgbClr>
          </a:solidFill>
          <a:ln w="0">
            <a:solidFill>
              <a:srgbClr val="000000">
                <a:alpha val="0"/>
              </a:srgbClr>
            </a:solidFill>
          </a:ln>
        </p:spPr>
        <p:txBody>
          <a:bodyPr lIns="0" tIns="0" rIns="0" bIns="0" anchor="ctr"/>
          <a:lstStyle/>
          <a:p>
            <a:r>
              <a:rPr sz="2594" b="1">
                <a:solidFill>
                  <a:srgbClr val="20272D"/>
                </a:solidFill>
              </a:rPr>
              <a:t>Transformer</a:t>
            </a:r>
          </a:p>
        </p:txBody>
      </p:sp>
      <p:sp>
        <p:nvSpPr>
          <p:cNvPr id="19" name="">
            <a:extLst>
              <a:ext uri="{FF2B5EF4-FFF2-40B4-BE49-F238E27FC236}">
                <a16:creationId id="{DF26642F-EB77-450E-BA2B-508B003B7794}"/>
              </a:ext>
            </a:extLst>
          </p:cNvPr>
          <p:cNvSpPr>
            <a:spLocks noGrp="1"/>
          </p:cNvSpPr>
          <p:nvPr/>
        </p:nvSpPr>
        <p:spPr>
          <a:xfrm>
            <a:off x="4343400" y="4372124"/>
            <a:ext cx="2342704"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68727A"/>
                </a:solidFill>
              </a:rPr>
              <a:t>Image and history conditioning</a:t>
            </a:r>
          </a:p>
        </p:txBody>
      </p:sp>
      <p:sp>
        <p:nvSpPr>
          <p:cNvPr id="20" name="">
            <a:extLst>
              <a:ext uri="{FF2B5EF4-FFF2-40B4-BE49-F238E27FC236}">
                <a16:creationId id="{D87D3DFB-C8A9-466E-923E-FF4FE837957E}"/>
              </a:ext>
            </a:extLst>
          </p:cNvPr>
          <p:cNvSpPr>
            <a:spLocks noGrp="1"/>
          </p:cNvSpPr>
          <p:nvPr/>
        </p:nvSpPr>
        <p:spPr>
          <a:xfrm>
            <a:off x="8248650" y="2029123"/>
            <a:ext cx="3505200" cy="19050"/>
          </a:xfrm>
          <a:prstGeom prst="rect">
            <a:avLst/>
          </a:prstGeom>
          <a:solidFill>
            <a:srgbClr val="20272D"/>
          </a:solidFill>
          <a:ln w="0">
            <a:solidFill>
              <a:srgbClr val="000000">
                <a:alpha val="0"/>
              </a:srgbClr>
            </a:solidFill>
          </a:ln>
        </p:spPr>
      </p:sp>
      <p:sp>
        <p:nvSpPr>
          <p:cNvPr id="21" name="">
            <a:extLst>
              <a:ext uri="{FF2B5EF4-FFF2-40B4-BE49-F238E27FC236}">
                <a16:creationId id="{50CA900D-CD0B-4D0A-82C9-49B79D99C308}"/>
              </a:ext>
            </a:extLst>
          </p:cNvPr>
          <p:cNvSpPr>
            <a:spLocks noGrp="1"/>
          </p:cNvSpPr>
          <p:nvPr/>
        </p:nvSpPr>
        <p:spPr>
          <a:xfrm>
            <a:off x="8248650" y="2248198"/>
            <a:ext cx="1256854" cy="266700"/>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OBJECTIVE 03</a:t>
            </a:r>
          </a:p>
        </p:txBody>
      </p:sp>
      <p:sp>
        <p:nvSpPr>
          <p:cNvPr id="22" name="">
            <a:extLst>
              <a:ext uri="{FF2B5EF4-FFF2-40B4-BE49-F238E27FC236}">
                <a16:creationId id="{CC462A70-0E9B-4C2E-A14C-1337B08BAFB2}"/>
              </a:ext>
            </a:extLst>
          </p:cNvPr>
          <p:cNvSpPr>
            <a:spLocks noGrp="1"/>
          </p:cNvSpPr>
          <p:nvPr/>
        </p:nvSpPr>
        <p:spPr>
          <a:xfrm>
            <a:off x="8248650" y="2632918"/>
            <a:ext cx="1992957" cy="600075"/>
          </a:xfrm>
          <a:prstGeom prst="rect">
            <a:avLst/>
          </a:prstGeom>
          <a:solidFill>
            <a:srgbClr val="000000">
              <a:alpha val="0"/>
            </a:srgbClr>
          </a:solidFill>
          <a:ln w="0">
            <a:solidFill>
              <a:srgbClr val="000000">
                <a:alpha val="0"/>
              </a:srgbClr>
            </a:solidFill>
          </a:ln>
        </p:spPr>
        <p:txBody>
          <a:bodyPr lIns="0" tIns="0" rIns="0" bIns="0" anchor="ctr"/>
          <a:lstStyle/>
          <a:p>
            <a:r>
              <a:rPr sz="2594" b="0">
                <a:solidFill>
                  <a:srgbClr val="20272D"/>
                </a:solidFill>
              </a:rPr>
              <a:t>Multimodal</a:t>
            </a:r>
          </a:p>
        </p:txBody>
      </p:sp>
      <p:sp>
        <p:nvSpPr>
          <p:cNvPr id="23" name="">
            <a:extLst>
              <a:ext uri="{FF2B5EF4-FFF2-40B4-BE49-F238E27FC236}">
                <a16:creationId id="{81ED3F0D-A7C6-42B7-A556-CBF913D61C75}"/>
              </a:ext>
            </a:extLst>
          </p:cNvPr>
          <p:cNvSpPr>
            <a:spLocks noGrp="1"/>
          </p:cNvSpPr>
          <p:nvPr/>
        </p:nvSpPr>
        <p:spPr>
          <a:xfrm>
            <a:off x="8248650" y="3245941"/>
            <a:ext cx="2187178"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68727A"/>
                </a:solidFill>
              </a:rPr>
              <a:t>Several candidate edits</a:t>
            </a:r>
          </a:p>
        </p:txBody>
      </p:sp>
      <p:sp>
        <p:nvSpPr>
          <p:cNvPr id="24" name="">
            <a:extLst>
              <a:ext uri="{FF2B5EF4-FFF2-40B4-BE49-F238E27FC236}">
                <a16:creationId id="{CB1DFF47-5D4D-4A5E-9E8B-06421E2B6738}"/>
              </a:ext>
            </a:extLst>
          </p:cNvPr>
          <p:cNvSpPr>
            <a:spLocks noGrp="1"/>
          </p:cNvSpPr>
          <p:nvPr/>
        </p:nvSpPr>
        <p:spPr>
          <a:xfrm>
            <a:off x="8248650" y="3812084"/>
            <a:ext cx="906066" cy="600075"/>
          </a:xfrm>
          <a:prstGeom prst="rect">
            <a:avLst/>
          </a:prstGeom>
          <a:solidFill>
            <a:srgbClr val="000000">
              <a:alpha val="0"/>
            </a:srgbClr>
          </a:solidFill>
          <a:ln w="0">
            <a:solidFill>
              <a:srgbClr val="000000">
                <a:alpha val="0"/>
              </a:srgbClr>
            </a:solidFill>
          </a:ln>
        </p:spPr>
        <p:txBody>
          <a:bodyPr lIns="0" tIns="0" rIns="0" bIns="0" anchor="ctr"/>
          <a:lstStyle/>
          <a:p>
            <a:r>
              <a:rPr sz="2594" b="1">
                <a:solidFill>
                  <a:srgbClr val="20272D"/>
                </a:solidFill>
              </a:rPr>
              <a:t>Flow</a:t>
            </a:r>
          </a:p>
        </p:txBody>
      </p:sp>
      <p:sp>
        <p:nvSpPr>
          <p:cNvPr id="25" name="">
            <a:extLst>
              <a:ext uri="{FF2B5EF4-FFF2-40B4-BE49-F238E27FC236}">
                <a16:creationId id="{3DF6D4D5-5E38-4ADA-BA39-179B2B1F495F}"/>
              </a:ext>
            </a:extLst>
          </p:cNvPr>
          <p:cNvSpPr>
            <a:spLocks noGrp="1"/>
          </p:cNvSpPr>
          <p:nvPr/>
        </p:nvSpPr>
        <p:spPr>
          <a:xfrm>
            <a:off x="8248650" y="4372124"/>
            <a:ext cx="2337495"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68727A"/>
                </a:solidFill>
              </a:rPr>
              <a:t>Continuous conditional density</a:t>
            </a:r>
          </a:p>
        </p:txBody>
      </p:sp>
      <p:sp>
        <p:nvSpPr>
          <p:cNvPr id="26" name="">
            <a:extLst>
              <a:ext uri="{FF2B5EF4-FFF2-40B4-BE49-F238E27FC236}">
                <a16:creationId id="{F15984D2-36E4-4A62-8A9A-34B7CF839F32}"/>
              </a:ext>
            </a:extLst>
          </p:cNvPr>
          <p:cNvSpPr>
            <a:spLocks noGrp="1"/>
          </p:cNvSpPr>
          <p:nvPr/>
        </p:nvSpPr>
        <p:spPr>
          <a:xfrm>
            <a:off x="438150" y="5232202"/>
            <a:ext cx="11315700" cy="9525"/>
          </a:xfrm>
          <a:prstGeom prst="rect">
            <a:avLst/>
          </a:prstGeom>
          <a:solidFill>
            <a:srgbClr val="20272D"/>
          </a:solidFill>
          <a:ln w="0">
            <a:solidFill>
              <a:srgbClr val="000000">
                <a:alpha val="0"/>
              </a:srgbClr>
            </a:solidFill>
          </a:ln>
        </p:spPr>
      </p:sp>
      <p:sp>
        <p:nvSpPr>
          <p:cNvPr id="27" name="">
            <a:extLst>
              <a:ext uri="{FF2B5EF4-FFF2-40B4-BE49-F238E27FC236}">
                <a16:creationId id="{841534DD-992C-4FA6-832B-F0DB58946582}"/>
              </a:ext>
            </a:extLst>
          </p:cNvPr>
          <p:cNvSpPr>
            <a:spLocks noGrp="1"/>
          </p:cNvSpPr>
          <p:nvPr/>
        </p:nvSpPr>
        <p:spPr>
          <a:xfrm>
            <a:off x="438150" y="5470327"/>
            <a:ext cx="377726" cy="314325"/>
          </a:xfrm>
          <a:prstGeom prst="rect">
            <a:avLst/>
          </a:prstGeom>
          <a:solidFill>
            <a:srgbClr val="000000">
              <a:alpha val="0"/>
            </a:srgbClr>
          </a:solidFill>
          <a:ln w="0">
            <a:solidFill>
              <a:srgbClr val="000000">
                <a:alpha val="0"/>
              </a:srgbClr>
            </a:solidFill>
          </a:ln>
        </p:spPr>
        <p:txBody>
          <a:bodyPr lIns="0" tIns="0" rIns="0" bIns="0" anchor="ctr"/>
          <a:lstStyle/>
          <a:p>
            <a:r>
              <a:rPr sz="1570" b="1">
                <a:solidFill>
                  <a:srgbClr val="20272D"/>
                </a:solidFill>
              </a:rPr>
              <a:t>3D</a:t>
            </a:r>
          </a:p>
        </p:txBody>
      </p:sp>
      <p:sp>
        <p:nvSpPr>
          <p:cNvPr id="28" name="">
            <a:extLst>
              <a:ext uri="{FF2B5EF4-FFF2-40B4-BE49-F238E27FC236}">
                <a16:creationId id="{783FD75F-CCB9-4B02-87AD-CDD01E688F26}"/>
              </a:ext>
            </a:extLst>
          </p:cNvPr>
          <p:cNvSpPr>
            <a:spLocks noGrp="1"/>
          </p:cNvSpPr>
          <p:nvPr/>
        </p:nvSpPr>
        <p:spPr>
          <a:xfrm>
            <a:off x="720626" y="5470327"/>
            <a:ext cx="1157585" cy="31432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 edit space</a:t>
            </a:r>
          </a:p>
        </p:txBody>
      </p:sp>
      <p:sp>
        <p:nvSpPr>
          <p:cNvPr id="29" name="">
            <a:extLst>
              <a:ext uri="{FF2B5EF4-FFF2-40B4-BE49-F238E27FC236}">
                <a16:creationId id="{A5B703B4-C2F9-479F-B72E-B0B574D429BC}"/>
              </a:ext>
            </a:extLst>
          </p:cNvPr>
          <p:cNvSpPr>
            <a:spLocks noGrp="1"/>
          </p:cNvSpPr>
          <p:nvPr/>
        </p:nvSpPr>
        <p:spPr>
          <a:xfrm>
            <a:off x="3211264" y="5470327"/>
            <a:ext cx="314325" cy="31432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a:t>
            </a:r>
          </a:p>
        </p:txBody>
      </p:sp>
      <p:sp>
        <p:nvSpPr>
          <p:cNvPr id="30" name="">
            <a:extLst>
              <a:ext uri="{FF2B5EF4-FFF2-40B4-BE49-F238E27FC236}">
                <a16:creationId id="{B5B6C4A5-E859-4798-A8FA-63CE4AA7512D}"/>
              </a:ext>
            </a:extLst>
          </p:cNvPr>
          <p:cNvSpPr>
            <a:spLocks noGrp="1"/>
          </p:cNvSpPr>
          <p:nvPr/>
        </p:nvSpPr>
        <p:spPr>
          <a:xfrm>
            <a:off x="4858792" y="5470327"/>
            <a:ext cx="2270671" cy="31432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Transformer condition</a:t>
            </a:r>
          </a:p>
        </p:txBody>
      </p:sp>
      <p:sp>
        <p:nvSpPr>
          <p:cNvPr id="31" name="">
            <a:extLst>
              <a:ext uri="{FF2B5EF4-FFF2-40B4-BE49-F238E27FC236}">
                <a16:creationId id="{E587EA6F-8611-4271-8456-B15B76AAC19E}"/>
              </a:ext>
            </a:extLst>
          </p:cNvPr>
          <p:cNvSpPr>
            <a:spLocks noGrp="1"/>
          </p:cNvSpPr>
          <p:nvPr/>
        </p:nvSpPr>
        <p:spPr>
          <a:xfrm>
            <a:off x="8462516" y="5470327"/>
            <a:ext cx="314325" cy="31432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a:t>
            </a:r>
          </a:p>
        </p:txBody>
      </p:sp>
      <p:sp>
        <p:nvSpPr>
          <p:cNvPr id="32" name="">
            <a:extLst>
              <a:ext uri="{FF2B5EF4-FFF2-40B4-BE49-F238E27FC236}">
                <a16:creationId id="{B6B89C12-E286-4206-AD4A-32977CD29CC9}"/>
              </a:ext>
            </a:extLst>
          </p:cNvPr>
          <p:cNvSpPr>
            <a:spLocks noGrp="1"/>
          </p:cNvSpPr>
          <p:nvPr/>
        </p:nvSpPr>
        <p:spPr>
          <a:xfrm>
            <a:off x="10109895" y="5470327"/>
            <a:ext cx="1739205" cy="31432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Conditional Flow</a:t>
            </a:r>
          </a:p>
        </p:txBody>
      </p:sp>
      <p:sp>
        <p:nvSpPr>
          <p:cNvPr id="33" name="">
            <a:extLst>
              <a:ext uri="{FF2B5EF4-FFF2-40B4-BE49-F238E27FC236}">
                <a16:creationId id="{0A9D3E9E-6C3E-4F5A-836C-653245E85095}"/>
              </a:ext>
            </a:extLst>
          </p:cNvPr>
          <p:cNvSpPr>
            <a:spLocks noGrp="1"/>
          </p:cNvSpPr>
          <p:nvPr/>
        </p:nvSpPr>
        <p:spPr>
          <a:xfrm>
            <a:off x="438150" y="6037064"/>
            <a:ext cx="5042148"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A two-stage architecture supports automatic, training-free, multimodal retouching.</a:t>
            </a:r>
          </a:p>
        </p:txBody>
      </p:sp>
      <p:sp>
        <p:nvSpPr>
          <p:cNvPr id="34" name="">
            <a:extLst>
              <a:ext uri="{FF2B5EF4-FFF2-40B4-BE49-F238E27FC236}">
                <a16:creationId id="{ECADEE3B-4AA2-4FA3-A5C5-8BB3250AFAE8}"/>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35" name="">
            <a:extLst>
              <a:ext uri="{FF2B5EF4-FFF2-40B4-BE49-F238E27FC236}">
                <a16:creationId id="{C93AB3F4-8A62-4AA6-8B6C-3291744215B8}"/>
              </a:ext>
            </a:extLst>
          </p:cNvPr>
          <p:cNvSpPr>
            <a:spLocks noGrp="1"/>
          </p:cNvSpPr>
          <p:nvPr/>
        </p:nvSpPr>
        <p:spPr>
          <a:xfrm>
            <a:off x="438150" y="6480870"/>
            <a:ext cx="994470"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1.2–1.3</a:t>
            </a:r>
          </a:p>
        </p:txBody>
      </p:sp>
      <p:sp>
        <p:nvSpPr>
          <p:cNvPr id="36" name="">
            <a:extLst>
              <a:ext uri="{FF2B5EF4-FFF2-40B4-BE49-F238E27FC236}">
                <a16:creationId id="{93D18791-0B22-43A7-AF0D-25816351B737}"/>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04 / 25</a:t>
            </a:r>
          </a:p>
        </p:txBody>
      </p:sp>
      <p:sp>
        <p:nvSpPr>
          <p:cNvPr id="37" name="">
            <a:extLst>
              <a:ext uri="{FF2B5EF4-FFF2-40B4-BE49-F238E27FC236}">
                <a16:creationId id="{13336F37-F2FD-4DB5-91A6-BB6F6066E5DC}"/>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3:creationId val="2107290372"/>
      </p:ext>
    </p:extLst>
  </p:cSld>
</p:sld>
</file>

<file path=ppt/slides/slide5.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DE7B6D8B-E368-4726-BEB8-6065FB7D1F13}"/>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B84D48F4-797D-49FC-9C52-DDD540A8703A}"/>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43B28E64-741A-47A0-B946-5056D830F509}"/>
              </a:ext>
            </a:extLst>
          </p:cNvPr>
          <p:cNvSpPr>
            <a:spLocks noGrp="1"/>
          </p:cNvSpPr>
          <p:nvPr/>
        </p:nvSpPr>
        <p:spPr>
          <a:xfrm>
            <a:off x="660648" y="328613"/>
            <a:ext cx="417016" cy="342900"/>
          </a:xfrm>
          <a:prstGeom prst="rect">
            <a:avLst/>
          </a:prstGeom>
          <a:solidFill>
            <a:srgbClr val="F3DF4F"/>
          </a:solidFill>
          <a:ln w="0">
            <a:solidFill>
              <a:srgbClr val="000000">
                <a:alpha val="0"/>
              </a:srgbClr>
            </a:solidFill>
          </a:ln>
        </p:spPr>
      </p:sp>
      <p:sp>
        <p:nvSpPr>
          <p:cNvPr id="5" name="">
            <a:extLst>
              <a:ext uri="{FF2B5EF4-FFF2-40B4-BE49-F238E27FC236}">
                <a16:creationId id="{10A05CCF-743A-45E7-8D77-9F823FCE0FE3}"/>
              </a:ext>
            </a:extLst>
          </p:cNvPr>
          <p:cNvSpPr>
            <a:spLocks noGrp="1"/>
          </p:cNvSpPr>
          <p:nvPr/>
        </p:nvSpPr>
        <p:spPr>
          <a:xfrm>
            <a:off x="746373" y="347663"/>
            <a:ext cx="340816"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05</a:t>
            </a:r>
          </a:p>
        </p:txBody>
      </p:sp>
      <p:sp>
        <p:nvSpPr>
          <p:cNvPr id="6" name="">
            <a:extLst>
              <a:ext uri="{FF2B5EF4-FFF2-40B4-BE49-F238E27FC236}">
                <a16:creationId id="{701DD3E4-86D5-4483-8F50-C282A7F8761A}"/>
              </a:ext>
            </a:extLst>
          </p:cNvPr>
          <p:cNvSpPr>
            <a:spLocks noGrp="1"/>
          </p:cNvSpPr>
          <p:nvPr/>
        </p:nvSpPr>
        <p:spPr>
          <a:xfrm>
            <a:off x="1258639" y="242292"/>
            <a:ext cx="6061323"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User stories and functional requirements</a:t>
            </a:r>
          </a:p>
        </p:txBody>
      </p:sp>
      <p:sp>
        <p:nvSpPr>
          <p:cNvPr id="7" name="">
            <a:extLst>
              <a:ext uri="{FF2B5EF4-FFF2-40B4-BE49-F238E27FC236}">
                <a16:creationId id="{6B7163B0-4BB6-4DA4-A265-82E59759A6B5}"/>
              </a:ext>
            </a:extLst>
          </p:cNvPr>
          <p:cNvSpPr>
            <a:spLocks noGrp="1"/>
          </p:cNvSpPr>
          <p:nvPr/>
        </p:nvSpPr>
        <p:spPr>
          <a:xfrm>
            <a:off x="438150" y="1066800"/>
            <a:ext cx="4462909" cy="33337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68727A"/>
                </a:solidFill>
              </a:rPr>
              <a:t>Three user needs guide the system design.</a:t>
            </a:r>
          </a:p>
        </p:txBody>
      </p:sp>
      <p:sp>
        <p:nvSpPr>
          <p:cNvPr id="8" name="">
            <a:extLst>
              <a:ext uri="{FF2B5EF4-FFF2-40B4-BE49-F238E27FC236}">
                <a16:creationId id="{9691321F-F331-4AA3-B5E8-C083C5F094FE}"/>
              </a:ext>
            </a:extLst>
          </p:cNvPr>
          <p:cNvSpPr>
            <a:spLocks noGrp="1"/>
          </p:cNvSpPr>
          <p:nvPr/>
        </p:nvSpPr>
        <p:spPr>
          <a:xfrm>
            <a:off x="438150" y="1984474"/>
            <a:ext cx="3530501" cy="19050"/>
          </a:xfrm>
          <a:prstGeom prst="rect">
            <a:avLst/>
          </a:prstGeom>
          <a:solidFill>
            <a:srgbClr val="20272D"/>
          </a:solidFill>
          <a:ln w="0">
            <a:solidFill>
              <a:srgbClr val="000000">
                <a:alpha val="0"/>
              </a:srgbClr>
            </a:solidFill>
          </a:ln>
        </p:spPr>
      </p:sp>
      <p:sp>
        <p:nvSpPr>
          <p:cNvPr id="9" name="">
            <a:extLst>
              <a:ext uri="{FF2B5EF4-FFF2-40B4-BE49-F238E27FC236}">
                <a16:creationId id="{65FB423E-DE02-4795-A925-D315E7E1BEA3}"/>
              </a:ext>
            </a:extLst>
          </p:cNvPr>
          <p:cNvSpPr>
            <a:spLocks noGrp="1"/>
          </p:cNvSpPr>
          <p:nvPr/>
        </p:nvSpPr>
        <p:spPr>
          <a:xfrm>
            <a:off x="438150" y="2194024"/>
            <a:ext cx="697409" cy="2571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68727A"/>
                </a:solidFill>
              </a:rPr>
              <a:t>FR-01</a:t>
            </a:r>
          </a:p>
        </p:txBody>
      </p:sp>
      <p:sp>
        <p:nvSpPr>
          <p:cNvPr id="10" name="">
            <a:extLst>
              <a:ext uri="{FF2B5EF4-FFF2-40B4-BE49-F238E27FC236}">
                <a16:creationId id="{EEA45AB2-B06F-4D9B-9812-1422D902A498}"/>
              </a:ext>
            </a:extLst>
          </p:cNvPr>
          <p:cNvSpPr>
            <a:spLocks noGrp="1"/>
          </p:cNvSpPr>
          <p:nvPr/>
        </p:nvSpPr>
        <p:spPr>
          <a:xfrm>
            <a:off x="438150" y="2607320"/>
            <a:ext cx="1537097" cy="504825"/>
          </a:xfrm>
          <a:prstGeom prst="rect">
            <a:avLst/>
          </a:prstGeom>
          <a:solidFill>
            <a:srgbClr val="000000">
              <a:alpha val="0"/>
            </a:srgbClr>
          </a:solidFill>
          <a:ln w="0">
            <a:solidFill>
              <a:srgbClr val="000000">
                <a:alpha val="0"/>
              </a:srgbClr>
            </a:solidFill>
          </a:ln>
        </p:spPr>
        <p:txBody>
          <a:bodyPr lIns="0" tIns="0" rIns="0" bIns="0" anchor="ctr"/>
          <a:lstStyle/>
          <a:p>
            <a:r>
              <a:rPr sz="2184" b="0">
                <a:solidFill>
                  <a:srgbClr val="20272D"/>
                </a:solidFill>
              </a:rPr>
              <a:t>Automatic</a:t>
            </a:r>
          </a:p>
        </p:txBody>
      </p:sp>
      <p:sp>
        <p:nvSpPr>
          <p:cNvPr id="11" name="">
            <a:extLst>
              <a:ext uri="{FF2B5EF4-FFF2-40B4-BE49-F238E27FC236}">
                <a16:creationId id="{ED72BE6D-AE2C-4A3D-9B70-60C380C13D3E}"/>
              </a:ext>
            </a:extLst>
          </p:cNvPr>
          <p:cNvSpPr>
            <a:spLocks noGrp="1"/>
          </p:cNvSpPr>
          <p:nvPr/>
        </p:nvSpPr>
        <p:spPr>
          <a:xfrm>
            <a:off x="438150" y="2972991"/>
            <a:ext cx="2267545" cy="504825"/>
          </a:xfrm>
          <a:prstGeom prst="rect">
            <a:avLst/>
          </a:prstGeom>
          <a:solidFill>
            <a:srgbClr val="000000">
              <a:alpha val="0"/>
            </a:srgbClr>
          </a:solidFill>
          <a:ln w="0">
            <a:solidFill>
              <a:srgbClr val="000000">
                <a:alpha val="0"/>
              </a:srgbClr>
            </a:solidFill>
          </a:ln>
        </p:spPr>
        <p:txBody>
          <a:bodyPr lIns="0" tIns="0" rIns="0" bIns="0" anchor="ctr"/>
          <a:lstStyle/>
          <a:p>
            <a:r>
              <a:rPr sz="2184" b="0">
                <a:solidFill>
                  <a:srgbClr val="20272D"/>
                </a:solidFill>
              </a:rPr>
              <a:t>personalization</a:t>
            </a:r>
          </a:p>
        </p:txBody>
      </p:sp>
      <p:sp>
        <p:nvSpPr>
          <p:cNvPr id="12" name="">
            <a:extLst>
              <a:ext uri="{FF2B5EF4-FFF2-40B4-BE49-F238E27FC236}">
                <a16:creationId id="{4697855E-ACC9-4C49-83D5-26B3B1A5A776}"/>
              </a:ext>
            </a:extLst>
          </p:cNvPr>
          <p:cNvSpPr>
            <a:spLocks noGrp="1"/>
          </p:cNvSpPr>
          <p:nvPr/>
        </p:nvSpPr>
        <p:spPr>
          <a:xfrm>
            <a:off x="438150" y="3614886"/>
            <a:ext cx="3530501" cy="9525"/>
          </a:xfrm>
          <a:prstGeom prst="rect">
            <a:avLst/>
          </a:prstGeom>
          <a:solidFill>
            <a:srgbClr val="D6DCD9"/>
          </a:solidFill>
          <a:ln w="0">
            <a:solidFill>
              <a:srgbClr val="000000">
                <a:alpha val="0"/>
              </a:srgbClr>
            </a:solidFill>
          </a:ln>
        </p:spPr>
      </p:sp>
      <p:sp>
        <p:nvSpPr>
          <p:cNvPr id="13" name="">
            <a:extLst>
              <a:ext uri="{FF2B5EF4-FFF2-40B4-BE49-F238E27FC236}">
                <a16:creationId id="{3E6724F9-BE84-491C-8A26-19D65EF668F1}"/>
              </a:ext>
            </a:extLst>
          </p:cNvPr>
          <p:cNvSpPr>
            <a:spLocks noGrp="1"/>
          </p:cNvSpPr>
          <p:nvPr/>
        </p:nvSpPr>
        <p:spPr>
          <a:xfrm>
            <a:off x="438150" y="3824436"/>
            <a:ext cx="2637681"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68727A"/>
                </a:solidFill>
              </a:rPr>
              <a:t>Current image + user history</a:t>
            </a:r>
          </a:p>
        </p:txBody>
      </p:sp>
      <p:sp>
        <p:nvSpPr>
          <p:cNvPr id="14" name="">
            <a:extLst>
              <a:ext uri="{FF2B5EF4-FFF2-40B4-BE49-F238E27FC236}">
                <a16:creationId id="{EA2DE59B-7DA2-4D7F-9C3D-97FC90A5330F}"/>
              </a:ext>
            </a:extLst>
          </p:cNvPr>
          <p:cNvSpPr>
            <a:spLocks noGrp="1"/>
          </p:cNvSpPr>
          <p:nvPr/>
        </p:nvSpPr>
        <p:spPr>
          <a:xfrm>
            <a:off x="438150" y="4266754"/>
            <a:ext cx="321766" cy="390525"/>
          </a:xfrm>
          <a:prstGeom prst="rect">
            <a:avLst/>
          </a:prstGeom>
          <a:solidFill>
            <a:srgbClr val="000000">
              <a:alpha val="0"/>
            </a:srgbClr>
          </a:solidFill>
          <a:ln w="0">
            <a:solidFill>
              <a:srgbClr val="000000">
                <a:alpha val="0"/>
              </a:srgbClr>
            </a:solidFill>
          </a:ln>
        </p:spPr>
        <p:txBody>
          <a:bodyPr lIns="0" tIns="0" rIns="0" bIns="0" anchor="ctr"/>
          <a:lstStyle/>
          <a:p>
            <a:r>
              <a:rPr sz="1979" b="0">
                <a:solidFill>
                  <a:srgbClr val="20272D"/>
                </a:solidFill>
              </a:rPr>
              <a:t>↓</a:t>
            </a:r>
          </a:p>
        </p:txBody>
      </p:sp>
      <p:sp>
        <p:nvSpPr>
          <p:cNvPr id="15" name="">
            <a:extLst>
              <a:ext uri="{FF2B5EF4-FFF2-40B4-BE49-F238E27FC236}">
                <a16:creationId id="{1D806807-49EF-4056-8CE7-DDB2C20E945B}"/>
              </a:ext>
            </a:extLst>
          </p:cNvPr>
          <p:cNvSpPr>
            <a:spLocks noGrp="1"/>
          </p:cNvSpPr>
          <p:nvPr/>
        </p:nvSpPr>
        <p:spPr>
          <a:xfrm>
            <a:off x="438150" y="4814441"/>
            <a:ext cx="2164110"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No editing instructions</a:t>
            </a:r>
          </a:p>
        </p:txBody>
      </p:sp>
      <p:sp>
        <p:nvSpPr>
          <p:cNvPr id="16" name="">
            <a:extLst>
              <a:ext uri="{FF2B5EF4-FFF2-40B4-BE49-F238E27FC236}">
                <a16:creationId id="{B244F3A3-8FCC-495A-937F-3FB98FD09ECB}"/>
              </a:ext>
            </a:extLst>
          </p:cNvPr>
          <p:cNvSpPr>
            <a:spLocks noGrp="1"/>
          </p:cNvSpPr>
          <p:nvPr/>
        </p:nvSpPr>
        <p:spPr>
          <a:xfrm>
            <a:off x="4330601" y="1984474"/>
            <a:ext cx="3530650" cy="19050"/>
          </a:xfrm>
          <a:prstGeom prst="rect">
            <a:avLst/>
          </a:prstGeom>
          <a:solidFill>
            <a:srgbClr val="20272D"/>
          </a:solidFill>
          <a:ln w="0">
            <a:solidFill>
              <a:srgbClr val="000000">
                <a:alpha val="0"/>
              </a:srgbClr>
            </a:solidFill>
          </a:ln>
        </p:spPr>
      </p:sp>
      <p:sp>
        <p:nvSpPr>
          <p:cNvPr id="17" name="">
            <a:extLst>
              <a:ext uri="{FF2B5EF4-FFF2-40B4-BE49-F238E27FC236}">
                <a16:creationId id="{4C108220-CC8E-44A5-B881-497CE667B0BA}"/>
              </a:ext>
            </a:extLst>
          </p:cNvPr>
          <p:cNvSpPr>
            <a:spLocks noGrp="1"/>
          </p:cNvSpPr>
          <p:nvPr/>
        </p:nvSpPr>
        <p:spPr>
          <a:xfrm>
            <a:off x="4330601" y="2194024"/>
            <a:ext cx="697409" cy="2571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68727A"/>
                </a:solidFill>
              </a:rPr>
              <a:t>FR-02</a:t>
            </a:r>
          </a:p>
        </p:txBody>
      </p:sp>
      <p:sp>
        <p:nvSpPr>
          <p:cNvPr id="18" name="">
            <a:extLst>
              <a:ext uri="{FF2B5EF4-FFF2-40B4-BE49-F238E27FC236}">
                <a16:creationId id="{917C93D9-3EDE-47A7-87BF-73CF688B343D}"/>
              </a:ext>
            </a:extLst>
          </p:cNvPr>
          <p:cNvSpPr>
            <a:spLocks noGrp="1"/>
          </p:cNvSpPr>
          <p:nvPr/>
        </p:nvSpPr>
        <p:spPr>
          <a:xfrm>
            <a:off x="4330601" y="2607320"/>
            <a:ext cx="1973014" cy="504825"/>
          </a:xfrm>
          <a:prstGeom prst="rect">
            <a:avLst/>
          </a:prstGeom>
          <a:solidFill>
            <a:srgbClr val="000000">
              <a:alpha val="0"/>
            </a:srgbClr>
          </a:solidFill>
          <a:ln w="0">
            <a:solidFill>
              <a:srgbClr val="000000">
                <a:alpha val="0"/>
              </a:srgbClr>
            </a:solidFill>
          </a:ln>
        </p:spPr>
        <p:txBody>
          <a:bodyPr lIns="0" tIns="0" rIns="0" bIns="0" anchor="ctr"/>
          <a:lstStyle/>
          <a:p>
            <a:r>
              <a:rPr sz="2184" b="0">
                <a:solidFill>
                  <a:srgbClr val="20272D"/>
                </a:solidFill>
              </a:rPr>
              <a:t>Adapt to new</a:t>
            </a:r>
          </a:p>
        </p:txBody>
      </p:sp>
      <p:sp>
        <p:nvSpPr>
          <p:cNvPr id="19" name="">
            <a:extLst>
              <a:ext uri="{FF2B5EF4-FFF2-40B4-BE49-F238E27FC236}">
                <a16:creationId id="{4299741E-9606-47A8-9F86-53DFBB3B7141}"/>
              </a:ext>
            </a:extLst>
          </p:cNvPr>
          <p:cNvSpPr>
            <a:spLocks noGrp="1"/>
          </p:cNvSpPr>
          <p:nvPr/>
        </p:nvSpPr>
        <p:spPr>
          <a:xfrm>
            <a:off x="4330601" y="2972991"/>
            <a:ext cx="864096" cy="504825"/>
          </a:xfrm>
          <a:prstGeom prst="rect">
            <a:avLst/>
          </a:prstGeom>
          <a:solidFill>
            <a:srgbClr val="000000">
              <a:alpha val="0"/>
            </a:srgbClr>
          </a:solidFill>
          <a:ln w="0">
            <a:solidFill>
              <a:srgbClr val="000000">
                <a:alpha val="0"/>
              </a:srgbClr>
            </a:solidFill>
          </a:ln>
        </p:spPr>
        <p:txBody>
          <a:bodyPr lIns="0" tIns="0" rIns="0" bIns="0" anchor="ctr"/>
          <a:lstStyle/>
          <a:p>
            <a:r>
              <a:rPr sz="2184" b="0">
                <a:solidFill>
                  <a:srgbClr val="20272D"/>
                </a:solidFill>
              </a:rPr>
              <a:t>users</a:t>
            </a:r>
          </a:p>
        </p:txBody>
      </p:sp>
      <p:sp>
        <p:nvSpPr>
          <p:cNvPr id="20" name="">
            <a:extLst>
              <a:ext uri="{FF2B5EF4-FFF2-40B4-BE49-F238E27FC236}">
                <a16:creationId id="{ACA74AB3-3B5B-4FBA-92E2-C0D92EB6D90C}"/>
              </a:ext>
            </a:extLst>
          </p:cNvPr>
          <p:cNvSpPr>
            <a:spLocks noGrp="1"/>
          </p:cNvSpPr>
          <p:nvPr/>
        </p:nvSpPr>
        <p:spPr>
          <a:xfrm>
            <a:off x="4330601" y="3614886"/>
            <a:ext cx="3530650" cy="9525"/>
          </a:xfrm>
          <a:prstGeom prst="rect">
            <a:avLst/>
          </a:prstGeom>
          <a:solidFill>
            <a:srgbClr val="D6DCD9"/>
          </a:solidFill>
          <a:ln w="0">
            <a:solidFill>
              <a:srgbClr val="000000">
                <a:alpha val="0"/>
              </a:srgbClr>
            </a:solidFill>
          </a:ln>
        </p:spPr>
      </p:sp>
      <p:sp>
        <p:nvSpPr>
          <p:cNvPr id="21" name="">
            <a:extLst>
              <a:ext uri="{FF2B5EF4-FFF2-40B4-BE49-F238E27FC236}">
                <a16:creationId id="{63770361-BAD2-4546-8D88-C6A54AB1BCD6}"/>
              </a:ext>
            </a:extLst>
          </p:cNvPr>
          <p:cNvSpPr>
            <a:spLocks noGrp="1"/>
          </p:cNvSpPr>
          <p:nvPr/>
        </p:nvSpPr>
        <p:spPr>
          <a:xfrm>
            <a:off x="4330601" y="3824436"/>
            <a:ext cx="2340025"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68727A"/>
                </a:solidFill>
              </a:rPr>
              <a:t>Eight historical examples</a:t>
            </a:r>
          </a:p>
        </p:txBody>
      </p:sp>
      <p:sp>
        <p:nvSpPr>
          <p:cNvPr id="22" name="">
            <a:extLst>
              <a:ext uri="{FF2B5EF4-FFF2-40B4-BE49-F238E27FC236}">
                <a16:creationId id="{22236D98-F04F-4CE4-BE99-AAA504C5A57C}"/>
              </a:ext>
            </a:extLst>
          </p:cNvPr>
          <p:cNvSpPr>
            <a:spLocks noGrp="1"/>
          </p:cNvSpPr>
          <p:nvPr/>
        </p:nvSpPr>
        <p:spPr>
          <a:xfrm>
            <a:off x="4330601" y="4266754"/>
            <a:ext cx="321766" cy="390525"/>
          </a:xfrm>
          <a:prstGeom prst="rect">
            <a:avLst/>
          </a:prstGeom>
          <a:solidFill>
            <a:srgbClr val="000000">
              <a:alpha val="0"/>
            </a:srgbClr>
          </a:solidFill>
          <a:ln w="0">
            <a:solidFill>
              <a:srgbClr val="000000">
                <a:alpha val="0"/>
              </a:srgbClr>
            </a:solidFill>
          </a:ln>
        </p:spPr>
        <p:txBody>
          <a:bodyPr lIns="0" tIns="0" rIns="0" bIns="0" anchor="ctr"/>
          <a:lstStyle/>
          <a:p>
            <a:r>
              <a:rPr sz="1979" b="0">
                <a:solidFill>
                  <a:srgbClr val="20272D"/>
                </a:solidFill>
              </a:rPr>
              <a:t>↓</a:t>
            </a:r>
          </a:p>
        </p:txBody>
      </p:sp>
      <p:sp>
        <p:nvSpPr>
          <p:cNvPr id="23" name="">
            <a:extLst>
              <a:ext uri="{FF2B5EF4-FFF2-40B4-BE49-F238E27FC236}">
                <a16:creationId id="{5B0230B7-77AB-4210-A4BF-129B8B57BCAC}"/>
              </a:ext>
            </a:extLst>
          </p:cNvPr>
          <p:cNvSpPr>
            <a:spLocks noGrp="1"/>
          </p:cNvSpPr>
          <p:nvPr/>
        </p:nvSpPr>
        <p:spPr>
          <a:xfrm>
            <a:off x="4330601" y="4814441"/>
            <a:ext cx="2069306"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No additional training</a:t>
            </a:r>
          </a:p>
        </p:txBody>
      </p:sp>
      <p:sp>
        <p:nvSpPr>
          <p:cNvPr id="24" name="">
            <a:extLst>
              <a:ext uri="{FF2B5EF4-FFF2-40B4-BE49-F238E27FC236}">
                <a16:creationId id="{D9C7F420-5879-406A-A725-0AB34CAAB143}"/>
              </a:ext>
            </a:extLst>
          </p:cNvPr>
          <p:cNvSpPr>
            <a:spLocks noGrp="1"/>
          </p:cNvSpPr>
          <p:nvPr/>
        </p:nvSpPr>
        <p:spPr>
          <a:xfrm>
            <a:off x="8223200" y="1984474"/>
            <a:ext cx="3530501" cy="19050"/>
          </a:xfrm>
          <a:prstGeom prst="rect">
            <a:avLst/>
          </a:prstGeom>
          <a:solidFill>
            <a:srgbClr val="20272D"/>
          </a:solidFill>
          <a:ln w="0">
            <a:solidFill>
              <a:srgbClr val="000000">
                <a:alpha val="0"/>
              </a:srgbClr>
            </a:solidFill>
          </a:ln>
        </p:spPr>
      </p:sp>
      <p:sp>
        <p:nvSpPr>
          <p:cNvPr id="25" name="">
            <a:extLst>
              <a:ext uri="{FF2B5EF4-FFF2-40B4-BE49-F238E27FC236}">
                <a16:creationId id="{F6BB4884-0055-496E-B31C-C3053C21762D}"/>
              </a:ext>
            </a:extLst>
          </p:cNvPr>
          <p:cNvSpPr>
            <a:spLocks noGrp="1"/>
          </p:cNvSpPr>
          <p:nvPr/>
        </p:nvSpPr>
        <p:spPr>
          <a:xfrm>
            <a:off x="8223200" y="2194024"/>
            <a:ext cx="697409" cy="2571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68727A"/>
                </a:solidFill>
              </a:rPr>
              <a:t>FR-03</a:t>
            </a:r>
          </a:p>
        </p:txBody>
      </p:sp>
      <p:sp>
        <p:nvSpPr>
          <p:cNvPr id="26" name="">
            <a:extLst>
              <a:ext uri="{FF2B5EF4-FFF2-40B4-BE49-F238E27FC236}">
                <a16:creationId id="{38FBBAD9-6103-440B-9F45-559BC246D958}"/>
              </a:ext>
            </a:extLst>
          </p:cNvPr>
          <p:cNvSpPr>
            <a:spLocks noGrp="1"/>
          </p:cNvSpPr>
          <p:nvPr/>
        </p:nvSpPr>
        <p:spPr>
          <a:xfrm>
            <a:off x="8223200" y="2607320"/>
            <a:ext cx="1383506" cy="504825"/>
          </a:xfrm>
          <a:prstGeom prst="rect">
            <a:avLst/>
          </a:prstGeom>
          <a:solidFill>
            <a:srgbClr val="000000">
              <a:alpha val="0"/>
            </a:srgbClr>
          </a:solidFill>
          <a:ln w="0">
            <a:solidFill>
              <a:srgbClr val="000000">
                <a:alpha val="0"/>
              </a:srgbClr>
            </a:solidFill>
          </a:ln>
        </p:spPr>
        <p:txBody>
          <a:bodyPr lIns="0" tIns="0" rIns="0" bIns="0" anchor="ctr"/>
          <a:lstStyle/>
          <a:p>
            <a:r>
              <a:rPr sz="2184" b="0">
                <a:solidFill>
                  <a:srgbClr val="20272D"/>
                </a:solidFill>
              </a:rPr>
              <a:t>Generate</a:t>
            </a:r>
          </a:p>
        </p:txBody>
      </p:sp>
      <p:sp>
        <p:nvSpPr>
          <p:cNvPr id="27" name="">
            <a:extLst>
              <a:ext uri="{FF2B5EF4-FFF2-40B4-BE49-F238E27FC236}">
                <a16:creationId id="{D00C5779-BD15-459A-A44C-7B69F46A80E2}"/>
              </a:ext>
            </a:extLst>
          </p:cNvPr>
          <p:cNvSpPr>
            <a:spLocks noGrp="1"/>
          </p:cNvSpPr>
          <p:nvPr/>
        </p:nvSpPr>
        <p:spPr>
          <a:xfrm>
            <a:off x="8223200" y="2972991"/>
            <a:ext cx="1758107" cy="504825"/>
          </a:xfrm>
          <a:prstGeom prst="rect">
            <a:avLst/>
          </a:prstGeom>
          <a:solidFill>
            <a:srgbClr val="000000">
              <a:alpha val="0"/>
            </a:srgbClr>
          </a:solidFill>
          <a:ln w="0">
            <a:solidFill>
              <a:srgbClr val="000000">
                <a:alpha val="0"/>
              </a:srgbClr>
            </a:solidFill>
          </a:ln>
        </p:spPr>
        <p:txBody>
          <a:bodyPr lIns="0" tIns="0" rIns="0" bIns="0" anchor="ctr"/>
          <a:lstStyle/>
          <a:p>
            <a:r>
              <a:rPr sz="2184" b="0">
                <a:solidFill>
                  <a:srgbClr val="20272D"/>
                </a:solidFill>
              </a:rPr>
              <a:t>alternatives</a:t>
            </a:r>
          </a:p>
        </p:txBody>
      </p:sp>
      <p:sp>
        <p:nvSpPr>
          <p:cNvPr id="28" name="">
            <a:extLst>
              <a:ext uri="{FF2B5EF4-FFF2-40B4-BE49-F238E27FC236}">
                <a16:creationId id="{0170236F-16B1-4164-BB4D-5425E31C02B6}"/>
              </a:ext>
            </a:extLst>
          </p:cNvPr>
          <p:cNvSpPr>
            <a:spLocks noGrp="1"/>
          </p:cNvSpPr>
          <p:nvPr/>
        </p:nvSpPr>
        <p:spPr>
          <a:xfrm>
            <a:off x="8223200" y="3614886"/>
            <a:ext cx="3530501" cy="9525"/>
          </a:xfrm>
          <a:prstGeom prst="rect">
            <a:avLst/>
          </a:prstGeom>
          <a:solidFill>
            <a:srgbClr val="D6DCD9"/>
          </a:solidFill>
          <a:ln w="0">
            <a:solidFill>
              <a:srgbClr val="000000">
                <a:alpha val="0"/>
              </a:srgbClr>
            </a:solidFill>
          </a:ln>
        </p:spPr>
      </p:sp>
      <p:sp>
        <p:nvSpPr>
          <p:cNvPr id="29" name="">
            <a:extLst>
              <a:ext uri="{FF2B5EF4-FFF2-40B4-BE49-F238E27FC236}">
                <a16:creationId id="{2210154A-501C-484A-87B6-D6A7133A586C}"/>
              </a:ext>
            </a:extLst>
          </p:cNvPr>
          <p:cNvSpPr>
            <a:spLocks noGrp="1"/>
          </p:cNvSpPr>
          <p:nvPr/>
        </p:nvSpPr>
        <p:spPr>
          <a:xfrm>
            <a:off x="8223200" y="3824436"/>
            <a:ext cx="3218259"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68727A"/>
                </a:solidFill>
              </a:rPr>
              <a:t>Continuous preference distribution</a:t>
            </a:r>
          </a:p>
        </p:txBody>
      </p:sp>
      <p:sp>
        <p:nvSpPr>
          <p:cNvPr id="30" name="">
            <a:extLst>
              <a:ext uri="{FF2B5EF4-FFF2-40B4-BE49-F238E27FC236}">
                <a16:creationId id="{317231E7-1735-4FF6-BC43-466525F54F5C}"/>
              </a:ext>
            </a:extLst>
          </p:cNvPr>
          <p:cNvSpPr>
            <a:spLocks noGrp="1"/>
          </p:cNvSpPr>
          <p:nvPr/>
        </p:nvSpPr>
        <p:spPr>
          <a:xfrm>
            <a:off x="8223200" y="4266754"/>
            <a:ext cx="321766" cy="390525"/>
          </a:xfrm>
          <a:prstGeom prst="rect">
            <a:avLst/>
          </a:prstGeom>
          <a:solidFill>
            <a:srgbClr val="000000">
              <a:alpha val="0"/>
            </a:srgbClr>
          </a:solidFill>
          <a:ln w="0">
            <a:solidFill>
              <a:srgbClr val="000000">
                <a:alpha val="0"/>
              </a:srgbClr>
            </a:solidFill>
          </a:ln>
        </p:spPr>
        <p:txBody>
          <a:bodyPr lIns="0" tIns="0" rIns="0" bIns="0" anchor="ctr"/>
          <a:lstStyle/>
          <a:p>
            <a:r>
              <a:rPr sz="1979" b="0">
                <a:solidFill>
                  <a:srgbClr val="20272D"/>
                </a:solidFill>
              </a:rPr>
              <a:t>↓</a:t>
            </a:r>
          </a:p>
        </p:txBody>
      </p:sp>
      <p:sp>
        <p:nvSpPr>
          <p:cNvPr id="31" name="">
            <a:extLst>
              <a:ext uri="{FF2B5EF4-FFF2-40B4-BE49-F238E27FC236}">
                <a16:creationId id="{6ED0AED2-666F-447C-8C65-CEB129BB38D4}"/>
              </a:ext>
            </a:extLst>
          </p:cNvPr>
          <p:cNvSpPr>
            <a:spLocks noGrp="1"/>
          </p:cNvSpPr>
          <p:nvPr/>
        </p:nvSpPr>
        <p:spPr>
          <a:xfrm>
            <a:off x="8223200" y="4814441"/>
            <a:ext cx="2756446"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Multiple retouching solutions</a:t>
            </a:r>
          </a:p>
        </p:txBody>
      </p:sp>
      <p:sp>
        <p:nvSpPr>
          <p:cNvPr id="32" name="">
            <a:extLst>
              <a:ext uri="{FF2B5EF4-FFF2-40B4-BE49-F238E27FC236}">
                <a16:creationId id="{E22846F3-434B-40EF-812B-043748DA0034}"/>
              </a:ext>
            </a:extLst>
          </p:cNvPr>
          <p:cNvSpPr>
            <a:spLocks noGrp="1"/>
          </p:cNvSpPr>
          <p:nvPr/>
        </p:nvSpPr>
        <p:spPr>
          <a:xfrm>
            <a:off x="438150" y="5700861"/>
            <a:ext cx="11315700" cy="9525"/>
          </a:xfrm>
          <a:prstGeom prst="rect">
            <a:avLst/>
          </a:prstGeom>
          <a:solidFill>
            <a:srgbClr val="20272D"/>
          </a:solidFill>
          <a:ln w="0">
            <a:solidFill>
              <a:srgbClr val="000000">
                <a:alpha val="0"/>
              </a:srgbClr>
            </a:solidFill>
          </a:ln>
        </p:spPr>
      </p:sp>
      <p:sp>
        <p:nvSpPr>
          <p:cNvPr id="33" name="">
            <a:extLst>
              <a:ext uri="{FF2B5EF4-FFF2-40B4-BE49-F238E27FC236}">
                <a16:creationId id="{F2748DBE-0781-4C3D-BF39-3794BD295360}"/>
              </a:ext>
            </a:extLst>
          </p:cNvPr>
          <p:cNvSpPr>
            <a:spLocks noGrp="1"/>
          </p:cNvSpPr>
          <p:nvPr/>
        </p:nvSpPr>
        <p:spPr>
          <a:xfrm>
            <a:off x="438150" y="5929461"/>
            <a:ext cx="6689229" cy="3048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20272D"/>
                </a:solidFill>
              </a:rPr>
              <a:t>Automatic editing → training-free adaptation → multimodal prediction</a:t>
            </a:r>
          </a:p>
        </p:txBody>
      </p:sp>
      <p:sp>
        <p:nvSpPr>
          <p:cNvPr id="34" name="">
            <a:extLst>
              <a:ext uri="{FF2B5EF4-FFF2-40B4-BE49-F238E27FC236}">
                <a16:creationId id="{87A1B874-C347-4C45-B361-CBE6B4D9D216}"/>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35" name="">
            <a:extLst>
              <a:ext uri="{FF2B5EF4-FFF2-40B4-BE49-F238E27FC236}">
                <a16:creationId id="{93B79342-4833-4878-B2A5-FE3372C080B1}"/>
              </a:ext>
            </a:extLst>
          </p:cNvPr>
          <p:cNvSpPr>
            <a:spLocks noGrp="1"/>
          </p:cNvSpPr>
          <p:nvPr/>
        </p:nvSpPr>
        <p:spPr>
          <a:xfrm>
            <a:off x="438150" y="6480870"/>
            <a:ext cx="774502"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2.1</a:t>
            </a:r>
          </a:p>
        </p:txBody>
      </p:sp>
      <p:sp>
        <p:nvSpPr>
          <p:cNvPr id="36" name="">
            <a:extLst>
              <a:ext uri="{FF2B5EF4-FFF2-40B4-BE49-F238E27FC236}">
                <a16:creationId id="{7EE95478-73DB-480B-8031-05EFDD055112}"/>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05 / 25</a:t>
            </a:r>
          </a:p>
        </p:txBody>
      </p:sp>
      <p:sp>
        <p:nvSpPr>
          <p:cNvPr id="37" name="">
            <a:extLst>
              <a:ext uri="{FF2B5EF4-FFF2-40B4-BE49-F238E27FC236}">
                <a16:creationId id="{D3BC8BBE-31B3-4828-A076-C9BB79BA53EC}"/>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3:creationId val="986734383"/>
      </p:ext>
    </p:extLst>
  </p:cSld>
</p:sld>
</file>

<file path=ppt/slides/slide6.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4DFBDB26-A92C-4608-A504-9115D3F8E4BD}"/>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B3B0844A-C978-47F3-B4D9-2A20B1FB8D87}"/>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89F10347-A5FF-4078-B1CE-8F9D319A4EBB}"/>
              </a:ext>
            </a:extLst>
          </p:cNvPr>
          <p:cNvSpPr>
            <a:spLocks noGrp="1"/>
          </p:cNvSpPr>
          <p:nvPr/>
        </p:nvSpPr>
        <p:spPr>
          <a:xfrm>
            <a:off x="660648" y="328613"/>
            <a:ext cx="424607" cy="342900"/>
          </a:xfrm>
          <a:prstGeom prst="rect">
            <a:avLst/>
          </a:prstGeom>
          <a:solidFill>
            <a:srgbClr val="F3DF4F"/>
          </a:solidFill>
          <a:ln w="0">
            <a:solidFill>
              <a:srgbClr val="000000">
                <a:alpha val="0"/>
              </a:srgbClr>
            </a:solidFill>
          </a:ln>
        </p:spPr>
      </p:sp>
      <p:sp>
        <p:nvSpPr>
          <p:cNvPr id="5" name="">
            <a:extLst>
              <a:ext uri="{FF2B5EF4-FFF2-40B4-BE49-F238E27FC236}">
                <a16:creationId id="{832B76D7-EC14-4D66-93C6-A1B4206F5DD8}"/>
              </a:ext>
            </a:extLst>
          </p:cNvPr>
          <p:cNvSpPr>
            <a:spLocks noGrp="1"/>
          </p:cNvSpPr>
          <p:nvPr/>
        </p:nvSpPr>
        <p:spPr>
          <a:xfrm>
            <a:off x="746373" y="347663"/>
            <a:ext cx="348407"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06</a:t>
            </a:r>
          </a:p>
        </p:txBody>
      </p:sp>
      <p:sp>
        <p:nvSpPr>
          <p:cNvPr id="6" name="">
            <a:extLst>
              <a:ext uri="{FF2B5EF4-FFF2-40B4-BE49-F238E27FC236}">
                <a16:creationId id="{7208D068-E116-47F0-AE7E-4ED13D335F42}"/>
              </a:ext>
            </a:extLst>
          </p:cNvPr>
          <p:cNvSpPr>
            <a:spLocks noGrp="1"/>
          </p:cNvSpPr>
          <p:nvPr/>
        </p:nvSpPr>
        <p:spPr>
          <a:xfrm>
            <a:off x="1266230" y="242292"/>
            <a:ext cx="5206157"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Acceptance criteria and constraints</a:t>
            </a:r>
          </a:p>
        </p:txBody>
      </p:sp>
      <p:sp>
        <p:nvSpPr>
          <p:cNvPr id="7" name="">
            <a:extLst>
              <a:ext uri="{FF2B5EF4-FFF2-40B4-BE49-F238E27FC236}">
                <a16:creationId id="{B94CF4E7-D7E2-4683-BF4F-C5E5D7784001}"/>
              </a:ext>
            </a:extLst>
          </p:cNvPr>
          <p:cNvSpPr>
            <a:spLocks noGrp="1"/>
          </p:cNvSpPr>
          <p:nvPr/>
        </p:nvSpPr>
        <p:spPr>
          <a:xfrm>
            <a:off x="438150" y="1383655"/>
            <a:ext cx="11315700" cy="9525"/>
          </a:xfrm>
          <a:prstGeom prst="rect">
            <a:avLst/>
          </a:prstGeom>
          <a:solidFill>
            <a:srgbClr val="20272D"/>
          </a:solidFill>
          <a:ln w="0">
            <a:solidFill>
              <a:srgbClr val="000000">
                <a:alpha val="0"/>
              </a:srgbClr>
            </a:solidFill>
          </a:ln>
        </p:spPr>
      </p:sp>
      <p:sp>
        <p:nvSpPr>
          <p:cNvPr id="8" name="">
            <a:extLst>
              <a:ext uri="{FF2B5EF4-FFF2-40B4-BE49-F238E27FC236}">
                <a16:creationId id="{90F61E07-5981-4450-A12C-FE3F8E6D5AA2}"/>
              </a:ext>
            </a:extLst>
          </p:cNvPr>
          <p:cNvSpPr>
            <a:spLocks noGrp="1"/>
          </p:cNvSpPr>
          <p:nvPr/>
        </p:nvSpPr>
        <p:spPr>
          <a:xfrm>
            <a:off x="438150" y="4227612"/>
            <a:ext cx="11315700" cy="9525"/>
          </a:xfrm>
          <a:prstGeom prst="rect">
            <a:avLst/>
          </a:prstGeom>
          <a:solidFill>
            <a:srgbClr val="20272D"/>
          </a:solidFill>
          <a:ln w="0">
            <a:solidFill>
              <a:srgbClr val="000000">
                <a:alpha val="0"/>
              </a:srgbClr>
            </a:solidFill>
          </a:ln>
        </p:spPr>
      </p:sp>
      <p:sp>
        <p:nvSpPr>
          <p:cNvPr id="9" name="">
            <a:extLst>
              <a:ext uri="{FF2B5EF4-FFF2-40B4-BE49-F238E27FC236}">
                <a16:creationId id="{E369CE47-D3B8-463B-BCD2-7F309B8096BA}"/>
              </a:ext>
            </a:extLst>
          </p:cNvPr>
          <p:cNvSpPr>
            <a:spLocks noGrp="1"/>
          </p:cNvSpPr>
          <p:nvPr/>
        </p:nvSpPr>
        <p:spPr>
          <a:xfrm>
            <a:off x="438150" y="1784152"/>
            <a:ext cx="11315700" cy="9525"/>
          </a:xfrm>
          <a:prstGeom prst="rect">
            <a:avLst/>
          </a:prstGeom>
          <a:solidFill>
            <a:srgbClr val="9CA3AF"/>
          </a:solidFill>
          <a:ln w="0">
            <a:solidFill>
              <a:srgbClr val="000000">
                <a:alpha val="0"/>
              </a:srgbClr>
            </a:solidFill>
          </a:ln>
        </p:spPr>
      </p:sp>
      <p:sp>
        <p:nvSpPr>
          <p:cNvPr id="10" name="">
            <a:extLst>
              <a:ext uri="{FF2B5EF4-FFF2-40B4-BE49-F238E27FC236}">
                <a16:creationId id="{2C7C4AAE-C69E-4D92-988E-C56F3E3F9B85}"/>
              </a:ext>
            </a:extLst>
          </p:cNvPr>
          <p:cNvSpPr>
            <a:spLocks noGrp="1"/>
          </p:cNvSpPr>
          <p:nvPr/>
        </p:nvSpPr>
        <p:spPr>
          <a:xfrm>
            <a:off x="438150" y="1784152"/>
            <a:ext cx="1745159" cy="9525"/>
          </a:xfrm>
          <a:prstGeom prst="rect">
            <a:avLst/>
          </a:prstGeom>
          <a:solidFill>
            <a:srgbClr val="20272D"/>
          </a:solidFill>
          <a:ln w="0">
            <a:solidFill>
              <a:srgbClr val="000000">
                <a:alpha val="0"/>
              </a:srgbClr>
            </a:solidFill>
          </a:ln>
        </p:spPr>
      </p:sp>
      <p:sp>
        <p:nvSpPr>
          <p:cNvPr id="11" name="">
            <a:extLst>
              <a:ext uri="{FF2B5EF4-FFF2-40B4-BE49-F238E27FC236}">
                <a16:creationId id="{CB7742F5-77F5-4C18-9EEB-9E91A3BD9735}"/>
              </a:ext>
            </a:extLst>
          </p:cNvPr>
          <p:cNvSpPr>
            <a:spLocks noGrp="1"/>
          </p:cNvSpPr>
          <p:nvPr/>
        </p:nvSpPr>
        <p:spPr>
          <a:xfrm>
            <a:off x="571500" y="1488430"/>
            <a:ext cx="1058019" cy="2286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REQUIREMENT</a:t>
            </a:r>
          </a:p>
        </p:txBody>
      </p:sp>
      <p:sp>
        <p:nvSpPr>
          <p:cNvPr id="12" name="">
            <a:extLst>
              <a:ext uri="{FF2B5EF4-FFF2-40B4-BE49-F238E27FC236}">
                <a16:creationId id="{C24BE71B-EE3C-42A6-8FB3-B2001BC37AAC}"/>
              </a:ext>
            </a:extLst>
          </p:cNvPr>
          <p:cNvSpPr>
            <a:spLocks noGrp="1"/>
          </p:cNvSpPr>
          <p:nvPr/>
        </p:nvSpPr>
        <p:spPr>
          <a:xfrm>
            <a:off x="2183309" y="1784152"/>
            <a:ext cx="4607719" cy="9525"/>
          </a:xfrm>
          <a:prstGeom prst="rect">
            <a:avLst/>
          </a:prstGeom>
          <a:solidFill>
            <a:srgbClr val="20272D"/>
          </a:solidFill>
          <a:ln w="0">
            <a:solidFill>
              <a:srgbClr val="000000">
                <a:alpha val="0"/>
              </a:srgbClr>
            </a:solidFill>
          </a:ln>
        </p:spPr>
      </p:sp>
      <p:sp>
        <p:nvSpPr>
          <p:cNvPr id="13" name="">
            <a:extLst>
              <a:ext uri="{FF2B5EF4-FFF2-40B4-BE49-F238E27FC236}">
                <a16:creationId id="{EA3171AA-2437-4DDC-854B-1E85C94B446B}"/>
              </a:ext>
            </a:extLst>
          </p:cNvPr>
          <p:cNvSpPr>
            <a:spLocks noGrp="1"/>
          </p:cNvSpPr>
          <p:nvPr/>
        </p:nvSpPr>
        <p:spPr>
          <a:xfrm>
            <a:off x="2316659" y="1488430"/>
            <a:ext cx="1405682" cy="2286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ACCEPTANCE CHECK</a:t>
            </a:r>
          </a:p>
        </p:txBody>
      </p:sp>
      <p:sp>
        <p:nvSpPr>
          <p:cNvPr id="14" name="">
            <a:extLst>
              <a:ext uri="{FF2B5EF4-FFF2-40B4-BE49-F238E27FC236}">
                <a16:creationId id="{45715875-6A66-41AB-B932-673729FBA066}"/>
              </a:ext>
            </a:extLst>
          </p:cNvPr>
          <p:cNvSpPr>
            <a:spLocks noGrp="1"/>
          </p:cNvSpPr>
          <p:nvPr/>
        </p:nvSpPr>
        <p:spPr>
          <a:xfrm>
            <a:off x="6791027" y="1784152"/>
            <a:ext cx="4962823" cy="9525"/>
          </a:xfrm>
          <a:prstGeom prst="rect">
            <a:avLst/>
          </a:prstGeom>
          <a:solidFill>
            <a:srgbClr val="20272D"/>
          </a:solidFill>
          <a:ln w="0">
            <a:solidFill>
              <a:srgbClr val="000000">
                <a:alpha val="0"/>
              </a:srgbClr>
            </a:solidFill>
          </a:ln>
        </p:spPr>
      </p:sp>
      <p:sp>
        <p:nvSpPr>
          <p:cNvPr id="15" name="">
            <a:extLst>
              <a:ext uri="{FF2B5EF4-FFF2-40B4-BE49-F238E27FC236}">
                <a16:creationId id="{58151F3F-302B-429D-B931-9C67EE059ABD}"/>
              </a:ext>
            </a:extLst>
          </p:cNvPr>
          <p:cNvSpPr>
            <a:spLocks noGrp="1"/>
          </p:cNvSpPr>
          <p:nvPr/>
        </p:nvSpPr>
        <p:spPr>
          <a:xfrm>
            <a:off x="6924377" y="1488430"/>
            <a:ext cx="1615083" cy="2286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EVALUATION EVIDENCE</a:t>
            </a:r>
          </a:p>
        </p:txBody>
      </p:sp>
      <p:sp>
        <p:nvSpPr>
          <p:cNvPr id="16" name="">
            <a:extLst>
              <a:ext uri="{FF2B5EF4-FFF2-40B4-BE49-F238E27FC236}">
                <a16:creationId id="{9E384AE8-A060-477D-88A5-3AF93F9A3FCD}"/>
              </a:ext>
            </a:extLst>
          </p:cNvPr>
          <p:cNvSpPr>
            <a:spLocks noGrp="1"/>
          </p:cNvSpPr>
          <p:nvPr/>
        </p:nvSpPr>
        <p:spPr>
          <a:xfrm>
            <a:off x="438150" y="2597051"/>
            <a:ext cx="11315700" cy="9525"/>
          </a:xfrm>
          <a:prstGeom prst="rect">
            <a:avLst/>
          </a:prstGeom>
          <a:solidFill>
            <a:srgbClr val="9CA3AF"/>
          </a:solidFill>
          <a:ln w="0">
            <a:solidFill>
              <a:srgbClr val="000000">
                <a:alpha val="0"/>
              </a:srgbClr>
            </a:solidFill>
          </a:ln>
        </p:spPr>
      </p:sp>
      <p:sp>
        <p:nvSpPr>
          <p:cNvPr id="17" name="">
            <a:extLst>
              <a:ext uri="{FF2B5EF4-FFF2-40B4-BE49-F238E27FC236}">
                <a16:creationId id="{ED1C367D-7906-4798-9656-2A11ED348CCE}"/>
              </a:ext>
            </a:extLst>
          </p:cNvPr>
          <p:cNvSpPr>
            <a:spLocks noGrp="1"/>
          </p:cNvSpPr>
          <p:nvPr/>
        </p:nvSpPr>
        <p:spPr>
          <a:xfrm>
            <a:off x="438150" y="2597051"/>
            <a:ext cx="1745159" cy="9525"/>
          </a:xfrm>
          <a:prstGeom prst="rect">
            <a:avLst/>
          </a:prstGeom>
          <a:solidFill>
            <a:srgbClr val="D6DCD9"/>
          </a:solidFill>
          <a:ln w="0">
            <a:solidFill>
              <a:srgbClr val="000000">
                <a:alpha val="0"/>
              </a:srgbClr>
            </a:solidFill>
          </a:ln>
        </p:spPr>
      </p:sp>
      <p:sp>
        <p:nvSpPr>
          <p:cNvPr id="18" name="">
            <a:extLst>
              <a:ext uri="{FF2B5EF4-FFF2-40B4-BE49-F238E27FC236}">
                <a16:creationId id="{A0617912-5BEC-4826-934E-E397410D86FA}"/>
              </a:ext>
            </a:extLst>
          </p:cNvPr>
          <p:cNvSpPr>
            <a:spLocks noGrp="1"/>
          </p:cNvSpPr>
          <p:nvPr/>
        </p:nvSpPr>
        <p:spPr>
          <a:xfrm>
            <a:off x="571500" y="2065139"/>
            <a:ext cx="652016"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FR-01</a:t>
            </a:r>
          </a:p>
        </p:txBody>
      </p:sp>
      <p:sp>
        <p:nvSpPr>
          <p:cNvPr id="19" name="">
            <a:extLst>
              <a:ext uri="{FF2B5EF4-FFF2-40B4-BE49-F238E27FC236}">
                <a16:creationId id="{D536FCF2-F849-491A-B274-B436A40E22A0}"/>
              </a:ext>
            </a:extLst>
          </p:cNvPr>
          <p:cNvSpPr>
            <a:spLocks noGrp="1"/>
          </p:cNvSpPr>
          <p:nvPr/>
        </p:nvSpPr>
        <p:spPr>
          <a:xfrm>
            <a:off x="2183309" y="2597051"/>
            <a:ext cx="4607719" cy="9525"/>
          </a:xfrm>
          <a:prstGeom prst="rect">
            <a:avLst/>
          </a:prstGeom>
          <a:solidFill>
            <a:srgbClr val="D6DCD9"/>
          </a:solidFill>
          <a:ln w="0">
            <a:solidFill>
              <a:srgbClr val="000000">
                <a:alpha val="0"/>
              </a:srgbClr>
            </a:solidFill>
          </a:ln>
        </p:spPr>
      </p:sp>
      <p:sp>
        <p:nvSpPr>
          <p:cNvPr id="20" name="">
            <a:extLst>
              <a:ext uri="{FF2B5EF4-FFF2-40B4-BE49-F238E27FC236}">
                <a16:creationId id="{B21E9412-869D-4327-84F6-A32201419B6E}"/>
              </a:ext>
            </a:extLst>
          </p:cNvPr>
          <p:cNvSpPr>
            <a:spLocks noGrp="1"/>
          </p:cNvSpPr>
          <p:nvPr/>
        </p:nvSpPr>
        <p:spPr>
          <a:xfrm>
            <a:off x="2316659" y="2065139"/>
            <a:ext cx="2926110"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No instructions or query targets</a:t>
            </a:r>
          </a:p>
        </p:txBody>
      </p:sp>
      <p:sp>
        <p:nvSpPr>
          <p:cNvPr id="21" name="">
            <a:extLst>
              <a:ext uri="{FF2B5EF4-FFF2-40B4-BE49-F238E27FC236}">
                <a16:creationId id="{0CA5FD77-971A-43AB-AB85-CFC7A3F58A89}"/>
              </a:ext>
            </a:extLst>
          </p:cNvPr>
          <p:cNvSpPr>
            <a:spLocks noGrp="1"/>
          </p:cNvSpPr>
          <p:nvPr/>
        </p:nvSpPr>
        <p:spPr>
          <a:xfrm>
            <a:off x="6791027" y="2597051"/>
            <a:ext cx="4962823" cy="9525"/>
          </a:xfrm>
          <a:prstGeom prst="rect">
            <a:avLst/>
          </a:prstGeom>
          <a:solidFill>
            <a:srgbClr val="D6DCD9"/>
          </a:solidFill>
          <a:ln w="0">
            <a:solidFill>
              <a:srgbClr val="000000">
                <a:alpha val="0"/>
              </a:srgbClr>
            </a:solidFill>
          </a:ln>
        </p:spPr>
      </p:sp>
      <p:sp>
        <p:nvSpPr>
          <p:cNvPr id="22" name="">
            <a:extLst>
              <a:ext uri="{FF2B5EF4-FFF2-40B4-BE49-F238E27FC236}">
                <a16:creationId id="{EB6C9C07-3487-4506-8635-28006E75C835}"/>
              </a:ext>
            </a:extLst>
          </p:cNvPr>
          <p:cNvSpPr>
            <a:spLocks noGrp="1"/>
          </p:cNvSpPr>
          <p:nvPr/>
        </p:nvSpPr>
        <p:spPr>
          <a:xfrm>
            <a:off x="6924377" y="2065139"/>
            <a:ext cx="2824609"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FiveK / PPSD · PSNR and SSIM</a:t>
            </a:r>
          </a:p>
        </p:txBody>
      </p:sp>
      <p:sp>
        <p:nvSpPr>
          <p:cNvPr id="23" name="">
            <a:extLst>
              <a:ext uri="{FF2B5EF4-FFF2-40B4-BE49-F238E27FC236}">
                <a16:creationId id="{C8A75D97-13B9-48E1-AC88-DADA7F0B39BA}"/>
              </a:ext>
            </a:extLst>
          </p:cNvPr>
          <p:cNvSpPr>
            <a:spLocks noGrp="1"/>
          </p:cNvSpPr>
          <p:nvPr/>
        </p:nvSpPr>
        <p:spPr>
          <a:xfrm>
            <a:off x="438150" y="3409950"/>
            <a:ext cx="11315700" cy="9525"/>
          </a:xfrm>
          <a:prstGeom prst="rect">
            <a:avLst/>
          </a:prstGeom>
          <a:solidFill>
            <a:srgbClr val="9CA3AF"/>
          </a:solidFill>
          <a:ln w="0">
            <a:solidFill>
              <a:srgbClr val="000000">
                <a:alpha val="0"/>
              </a:srgbClr>
            </a:solidFill>
          </a:ln>
        </p:spPr>
      </p:sp>
      <p:sp>
        <p:nvSpPr>
          <p:cNvPr id="24" name="">
            <a:extLst>
              <a:ext uri="{FF2B5EF4-FFF2-40B4-BE49-F238E27FC236}">
                <a16:creationId id="{746A31A6-31BA-4A70-9230-7D4BA97E44DE}"/>
              </a:ext>
            </a:extLst>
          </p:cNvPr>
          <p:cNvSpPr>
            <a:spLocks noGrp="1"/>
          </p:cNvSpPr>
          <p:nvPr/>
        </p:nvSpPr>
        <p:spPr>
          <a:xfrm>
            <a:off x="438150" y="3409950"/>
            <a:ext cx="1745159" cy="9525"/>
          </a:xfrm>
          <a:prstGeom prst="rect">
            <a:avLst/>
          </a:prstGeom>
          <a:solidFill>
            <a:srgbClr val="D6DCD9"/>
          </a:solidFill>
          <a:ln w="0">
            <a:solidFill>
              <a:srgbClr val="000000">
                <a:alpha val="0"/>
              </a:srgbClr>
            </a:solidFill>
          </a:ln>
        </p:spPr>
      </p:sp>
      <p:sp>
        <p:nvSpPr>
          <p:cNvPr id="25" name="">
            <a:extLst>
              <a:ext uri="{FF2B5EF4-FFF2-40B4-BE49-F238E27FC236}">
                <a16:creationId id="{5B8B125E-7C92-496C-8D52-2CF6AD998D32}"/>
              </a:ext>
            </a:extLst>
          </p:cNvPr>
          <p:cNvSpPr>
            <a:spLocks noGrp="1"/>
          </p:cNvSpPr>
          <p:nvPr/>
        </p:nvSpPr>
        <p:spPr>
          <a:xfrm>
            <a:off x="571500" y="2878038"/>
            <a:ext cx="652016"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FR-02</a:t>
            </a:r>
          </a:p>
        </p:txBody>
      </p:sp>
      <p:sp>
        <p:nvSpPr>
          <p:cNvPr id="26" name="">
            <a:extLst>
              <a:ext uri="{FF2B5EF4-FFF2-40B4-BE49-F238E27FC236}">
                <a16:creationId id="{38937A31-2A95-4C90-A001-BBA37A54A63A}"/>
              </a:ext>
            </a:extLst>
          </p:cNvPr>
          <p:cNvSpPr>
            <a:spLocks noGrp="1"/>
          </p:cNvSpPr>
          <p:nvPr/>
        </p:nvSpPr>
        <p:spPr>
          <a:xfrm>
            <a:off x="2183309" y="3409950"/>
            <a:ext cx="4607719" cy="9525"/>
          </a:xfrm>
          <a:prstGeom prst="rect">
            <a:avLst/>
          </a:prstGeom>
          <a:solidFill>
            <a:srgbClr val="D6DCD9"/>
          </a:solidFill>
          <a:ln w="0">
            <a:solidFill>
              <a:srgbClr val="000000">
                <a:alpha val="0"/>
              </a:srgbClr>
            </a:solidFill>
          </a:ln>
        </p:spPr>
      </p:sp>
      <p:sp>
        <p:nvSpPr>
          <p:cNvPr id="27" name="">
            <a:extLst>
              <a:ext uri="{FF2B5EF4-FFF2-40B4-BE49-F238E27FC236}">
                <a16:creationId id="{0272ED15-BFF0-4994-8F14-3190B335DF77}"/>
              </a:ext>
            </a:extLst>
          </p:cNvPr>
          <p:cNvSpPr>
            <a:spLocks noGrp="1"/>
          </p:cNvSpPr>
          <p:nvPr/>
        </p:nvSpPr>
        <p:spPr>
          <a:xfrm>
            <a:off x="2316659" y="2878038"/>
            <a:ext cx="2714030"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8 history pairs · fixed weights</a:t>
            </a:r>
          </a:p>
        </p:txBody>
      </p:sp>
      <p:sp>
        <p:nvSpPr>
          <p:cNvPr id="28" name="">
            <a:extLst>
              <a:ext uri="{FF2B5EF4-FFF2-40B4-BE49-F238E27FC236}">
                <a16:creationId id="{9F20164B-818F-4160-95F0-66DF460293CD}"/>
              </a:ext>
            </a:extLst>
          </p:cNvPr>
          <p:cNvSpPr>
            <a:spLocks noGrp="1"/>
          </p:cNvSpPr>
          <p:nvPr/>
        </p:nvSpPr>
        <p:spPr>
          <a:xfrm>
            <a:off x="6791027" y="3409950"/>
            <a:ext cx="4962823" cy="9525"/>
          </a:xfrm>
          <a:prstGeom prst="rect">
            <a:avLst/>
          </a:prstGeom>
          <a:solidFill>
            <a:srgbClr val="D6DCD9"/>
          </a:solidFill>
          <a:ln w="0">
            <a:solidFill>
              <a:srgbClr val="000000">
                <a:alpha val="0"/>
              </a:srgbClr>
            </a:solidFill>
          </a:ln>
        </p:spPr>
      </p:sp>
      <p:sp>
        <p:nvSpPr>
          <p:cNvPr id="29" name="">
            <a:extLst>
              <a:ext uri="{FF2B5EF4-FFF2-40B4-BE49-F238E27FC236}">
                <a16:creationId id="{89805509-AD06-4BB6-A326-1C40D261015D}"/>
              </a:ext>
            </a:extLst>
          </p:cNvPr>
          <p:cNvSpPr>
            <a:spLocks noGrp="1"/>
          </p:cNvSpPr>
          <p:nvPr/>
        </p:nvSpPr>
        <p:spPr>
          <a:xfrm>
            <a:off x="6924377" y="2878038"/>
            <a:ext cx="3085951"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Expert E + 50 unseen PPSD users</a:t>
            </a:r>
          </a:p>
        </p:txBody>
      </p:sp>
      <p:sp>
        <p:nvSpPr>
          <p:cNvPr id="30" name="">
            <a:extLst>
              <a:ext uri="{FF2B5EF4-FFF2-40B4-BE49-F238E27FC236}">
                <a16:creationId id="{ED4A3E60-9FC9-4595-932B-18FF04592564}"/>
              </a:ext>
            </a:extLst>
          </p:cNvPr>
          <p:cNvSpPr>
            <a:spLocks noGrp="1"/>
          </p:cNvSpPr>
          <p:nvPr/>
        </p:nvSpPr>
        <p:spPr>
          <a:xfrm>
            <a:off x="438150" y="4222849"/>
            <a:ext cx="11315700" cy="9525"/>
          </a:xfrm>
          <a:prstGeom prst="rect">
            <a:avLst/>
          </a:prstGeom>
          <a:solidFill>
            <a:srgbClr val="9CA3AF"/>
          </a:solidFill>
          <a:ln w="0">
            <a:solidFill>
              <a:srgbClr val="000000">
                <a:alpha val="0"/>
              </a:srgbClr>
            </a:solidFill>
          </a:ln>
        </p:spPr>
      </p:sp>
      <p:sp>
        <p:nvSpPr>
          <p:cNvPr id="31" name="">
            <a:extLst>
              <a:ext uri="{FF2B5EF4-FFF2-40B4-BE49-F238E27FC236}">
                <a16:creationId id="{C6E6CBE0-ED58-4024-B4FD-A70B7BEAF5A4}"/>
              </a:ext>
            </a:extLst>
          </p:cNvPr>
          <p:cNvSpPr>
            <a:spLocks noGrp="1"/>
          </p:cNvSpPr>
          <p:nvPr/>
        </p:nvSpPr>
        <p:spPr>
          <a:xfrm>
            <a:off x="571500" y="3690938"/>
            <a:ext cx="652016"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FR-03</a:t>
            </a:r>
          </a:p>
        </p:txBody>
      </p:sp>
      <p:sp>
        <p:nvSpPr>
          <p:cNvPr id="32" name="">
            <a:extLst>
              <a:ext uri="{FF2B5EF4-FFF2-40B4-BE49-F238E27FC236}">
                <a16:creationId id="{748335A1-8D7A-4995-8426-258A202AF283}"/>
              </a:ext>
            </a:extLst>
          </p:cNvPr>
          <p:cNvSpPr>
            <a:spLocks noGrp="1"/>
          </p:cNvSpPr>
          <p:nvPr/>
        </p:nvSpPr>
        <p:spPr>
          <a:xfrm>
            <a:off x="2316659" y="3690938"/>
            <a:ext cx="3074491"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Multiple sampled edit candidates</a:t>
            </a:r>
          </a:p>
        </p:txBody>
      </p:sp>
      <p:sp>
        <p:nvSpPr>
          <p:cNvPr id="33" name="">
            <a:extLst>
              <a:ext uri="{FF2B5EF4-FFF2-40B4-BE49-F238E27FC236}">
                <a16:creationId id="{6ADA1A53-027C-422D-B5CF-A7910D8DEC66}"/>
              </a:ext>
            </a:extLst>
          </p:cNvPr>
          <p:cNvSpPr>
            <a:spLocks noGrp="1"/>
          </p:cNvSpPr>
          <p:nvPr/>
        </p:nvSpPr>
        <p:spPr>
          <a:xfrm>
            <a:off x="6924377" y="3690938"/>
            <a:ext cx="3324523"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Density analysis + Top-1 / Best-of-K</a:t>
            </a:r>
          </a:p>
        </p:txBody>
      </p:sp>
      <p:sp>
        <p:nvSpPr>
          <p:cNvPr id="34" name="">
            <a:extLst>
              <a:ext uri="{FF2B5EF4-FFF2-40B4-BE49-F238E27FC236}">
                <a16:creationId id="{310EBAAA-072F-4222-9504-85848626EE8D}"/>
              </a:ext>
            </a:extLst>
          </p:cNvPr>
          <p:cNvSpPr>
            <a:spLocks noGrp="1"/>
          </p:cNvSpPr>
          <p:nvPr/>
        </p:nvSpPr>
        <p:spPr>
          <a:xfrm>
            <a:off x="438150" y="4687491"/>
            <a:ext cx="1442293"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Constraints</a:t>
            </a:r>
          </a:p>
        </p:txBody>
      </p:sp>
      <p:sp>
        <p:nvSpPr>
          <p:cNvPr id="35" name="">
            <a:extLst>
              <a:ext uri="{FF2B5EF4-FFF2-40B4-BE49-F238E27FC236}">
                <a16:creationId id="{8F610920-7966-44C8-BCBC-3C4F93C3C3DB}"/>
              </a:ext>
            </a:extLst>
          </p:cNvPr>
          <p:cNvSpPr>
            <a:spLocks noGrp="1"/>
          </p:cNvSpPr>
          <p:nvPr/>
        </p:nvSpPr>
        <p:spPr>
          <a:xfrm>
            <a:off x="2166193" y="4599087"/>
            <a:ext cx="2311152" cy="604838"/>
          </a:xfrm>
          <a:prstGeom prst="rect">
            <a:avLst/>
          </a:prstGeom>
          <a:solidFill>
            <a:srgbClr val="ECEFEB"/>
          </a:solidFill>
          <a:ln w="0">
            <a:solidFill>
              <a:srgbClr val="000000">
                <a:alpha val="0"/>
              </a:srgbClr>
            </a:solidFill>
          </a:ln>
        </p:spPr>
      </p:sp>
      <p:sp>
        <p:nvSpPr>
          <p:cNvPr id="36" name="">
            <a:extLst>
              <a:ext uri="{FF2B5EF4-FFF2-40B4-BE49-F238E27FC236}">
                <a16:creationId id="{BD6DC2A6-F88F-43D5-A26B-29FD9FBF00CC}"/>
              </a:ext>
            </a:extLst>
          </p:cNvPr>
          <p:cNvSpPr>
            <a:spLocks noGrp="1"/>
          </p:cNvSpPr>
          <p:nvPr/>
        </p:nvSpPr>
        <p:spPr>
          <a:xfrm>
            <a:off x="2166193" y="4599087"/>
            <a:ext cx="2311152" cy="19050"/>
          </a:xfrm>
          <a:prstGeom prst="rect">
            <a:avLst/>
          </a:prstGeom>
          <a:solidFill>
            <a:srgbClr val="D6DCD9"/>
          </a:solidFill>
          <a:ln w="0">
            <a:solidFill>
              <a:srgbClr val="000000">
                <a:alpha val="0"/>
              </a:srgbClr>
            </a:solidFill>
          </a:ln>
        </p:spPr>
      </p:sp>
      <p:sp>
        <p:nvSpPr>
          <p:cNvPr id="37" name="">
            <a:extLst>
              <a:ext uri="{FF2B5EF4-FFF2-40B4-BE49-F238E27FC236}">
                <a16:creationId id="{F7991CD6-2339-42AC-8722-78682AB9CE05}"/>
              </a:ext>
            </a:extLst>
          </p:cNvPr>
          <p:cNvSpPr>
            <a:spLocks noGrp="1"/>
          </p:cNvSpPr>
          <p:nvPr/>
        </p:nvSpPr>
        <p:spPr>
          <a:xfrm>
            <a:off x="2337643" y="4799112"/>
            <a:ext cx="130715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Compute budget</a:t>
            </a:r>
          </a:p>
        </p:txBody>
      </p:sp>
      <p:sp>
        <p:nvSpPr>
          <p:cNvPr id="38" name="">
            <a:extLst>
              <a:ext uri="{FF2B5EF4-FFF2-40B4-BE49-F238E27FC236}">
                <a16:creationId id="{467CFC5E-83A6-4553-B167-FC3567C95C39}"/>
              </a:ext>
            </a:extLst>
          </p:cNvPr>
          <p:cNvSpPr>
            <a:spLocks noGrp="1"/>
          </p:cNvSpPr>
          <p:nvPr/>
        </p:nvSpPr>
        <p:spPr>
          <a:xfrm>
            <a:off x="4591645" y="4599087"/>
            <a:ext cx="2311152" cy="604838"/>
          </a:xfrm>
          <a:prstGeom prst="rect">
            <a:avLst/>
          </a:prstGeom>
          <a:solidFill>
            <a:srgbClr val="ECEFEB"/>
          </a:solidFill>
          <a:ln w="0">
            <a:solidFill>
              <a:srgbClr val="000000">
                <a:alpha val="0"/>
              </a:srgbClr>
            </a:solidFill>
          </a:ln>
        </p:spPr>
      </p:sp>
      <p:sp>
        <p:nvSpPr>
          <p:cNvPr id="39" name="">
            <a:extLst>
              <a:ext uri="{FF2B5EF4-FFF2-40B4-BE49-F238E27FC236}">
                <a16:creationId id="{9FF68225-4434-45AC-8EDA-4B951A1FA043}"/>
              </a:ext>
            </a:extLst>
          </p:cNvPr>
          <p:cNvSpPr>
            <a:spLocks noGrp="1"/>
          </p:cNvSpPr>
          <p:nvPr/>
        </p:nvSpPr>
        <p:spPr>
          <a:xfrm>
            <a:off x="4591645" y="4599087"/>
            <a:ext cx="2311152" cy="19050"/>
          </a:xfrm>
          <a:prstGeom prst="rect">
            <a:avLst/>
          </a:prstGeom>
          <a:solidFill>
            <a:srgbClr val="D6DCD9"/>
          </a:solidFill>
          <a:ln w="0">
            <a:solidFill>
              <a:srgbClr val="000000">
                <a:alpha val="0"/>
              </a:srgbClr>
            </a:solidFill>
          </a:ln>
        </p:spPr>
      </p:sp>
      <p:sp>
        <p:nvSpPr>
          <p:cNvPr id="40" name="">
            <a:extLst>
              <a:ext uri="{FF2B5EF4-FFF2-40B4-BE49-F238E27FC236}">
                <a16:creationId id="{8081FD2A-920F-448C-A93E-5A1F8D19BADB}"/>
              </a:ext>
            </a:extLst>
          </p:cNvPr>
          <p:cNvSpPr>
            <a:spLocks noGrp="1"/>
          </p:cNvSpPr>
          <p:nvPr/>
        </p:nvSpPr>
        <p:spPr>
          <a:xfrm>
            <a:off x="4763095" y="4799112"/>
            <a:ext cx="1432322"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History availability</a:t>
            </a:r>
          </a:p>
        </p:txBody>
      </p:sp>
      <p:sp>
        <p:nvSpPr>
          <p:cNvPr id="41" name="">
            <a:extLst>
              <a:ext uri="{FF2B5EF4-FFF2-40B4-BE49-F238E27FC236}">
                <a16:creationId id="{E8BFC858-6841-4854-AB63-B72C9C8275EE}"/>
              </a:ext>
            </a:extLst>
          </p:cNvPr>
          <p:cNvSpPr>
            <a:spLocks noGrp="1"/>
          </p:cNvSpPr>
          <p:nvPr/>
        </p:nvSpPr>
        <p:spPr>
          <a:xfrm>
            <a:off x="7017097" y="4599087"/>
            <a:ext cx="2311152" cy="604838"/>
          </a:xfrm>
          <a:prstGeom prst="rect">
            <a:avLst/>
          </a:prstGeom>
          <a:solidFill>
            <a:srgbClr val="ECEFEB"/>
          </a:solidFill>
          <a:ln w="0">
            <a:solidFill>
              <a:srgbClr val="000000">
                <a:alpha val="0"/>
              </a:srgbClr>
            </a:solidFill>
          </a:ln>
        </p:spPr>
      </p:sp>
      <p:sp>
        <p:nvSpPr>
          <p:cNvPr id="42" name="">
            <a:extLst>
              <a:ext uri="{FF2B5EF4-FFF2-40B4-BE49-F238E27FC236}">
                <a16:creationId id="{65223250-C010-4E23-BF63-D8A393D102EB}"/>
              </a:ext>
            </a:extLst>
          </p:cNvPr>
          <p:cNvSpPr>
            <a:spLocks noGrp="1"/>
          </p:cNvSpPr>
          <p:nvPr/>
        </p:nvSpPr>
        <p:spPr>
          <a:xfrm>
            <a:off x="7017097" y="4599087"/>
            <a:ext cx="2311152" cy="19050"/>
          </a:xfrm>
          <a:prstGeom prst="rect">
            <a:avLst/>
          </a:prstGeom>
          <a:solidFill>
            <a:srgbClr val="D6DCD9"/>
          </a:solidFill>
          <a:ln w="0">
            <a:solidFill>
              <a:srgbClr val="000000">
                <a:alpha val="0"/>
              </a:srgbClr>
            </a:solidFill>
          </a:ln>
        </p:spPr>
      </p:sp>
      <p:sp>
        <p:nvSpPr>
          <p:cNvPr id="43" name="">
            <a:extLst>
              <a:ext uri="{FF2B5EF4-FFF2-40B4-BE49-F238E27FC236}">
                <a16:creationId id="{9A94040C-014D-4C74-9744-6F318F5158A5}"/>
              </a:ext>
            </a:extLst>
          </p:cNvPr>
          <p:cNvSpPr>
            <a:spLocks noGrp="1"/>
          </p:cNvSpPr>
          <p:nvPr/>
        </p:nvSpPr>
        <p:spPr>
          <a:xfrm>
            <a:off x="7188547" y="4799112"/>
            <a:ext cx="1512094"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Leakage prevention</a:t>
            </a:r>
          </a:p>
        </p:txBody>
      </p:sp>
      <p:sp>
        <p:nvSpPr>
          <p:cNvPr id="44" name="">
            <a:extLst>
              <a:ext uri="{FF2B5EF4-FFF2-40B4-BE49-F238E27FC236}">
                <a16:creationId id="{D7469CCF-9E8D-4999-9B13-221410DC5CEE}"/>
              </a:ext>
            </a:extLst>
          </p:cNvPr>
          <p:cNvSpPr>
            <a:spLocks noGrp="1"/>
          </p:cNvSpPr>
          <p:nvPr/>
        </p:nvSpPr>
        <p:spPr>
          <a:xfrm>
            <a:off x="9442549" y="4599087"/>
            <a:ext cx="2311301" cy="604838"/>
          </a:xfrm>
          <a:prstGeom prst="rect">
            <a:avLst/>
          </a:prstGeom>
          <a:solidFill>
            <a:srgbClr val="ECEFEB"/>
          </a:solidFill>
          <a:ln w="0">
            <a:solidFill>
              <a:srgbClr val="000000">
                <a:alpha val="0"/>
              </a:srgbClr>
            </a:solidFill>
          </a:ln>
        </p:spPr>
      </p:sp>
      <p:sp>
        <p:nvSpPr>
          <p:cNvPr id="45" name="">
            <a:extLst>
              <a:ext uri="{FF2B5EF4-FFF2-40B4-BE49-F238E27FC236}">
                <a16:creationId id="{DD261A05-6035-4625-870C-3575B6FF5A5E}"/>
              </a:ext>
            </a:extLst>
          </p:cNvPr>
          <p:cNvSpPr>
            <a:spLocks noGrp="1"/>
          </p:cNvSpPr>
          <p:nvPr/>
        </p:nvSpPr>
        <p:spPr>
          <a:xfrm>
            <a:off x="9442549" y="4599087"/>
            <a:ext cx="2311301" cy="19050"/>
          </a:xfrm>
          <a:prstGeom prst="rect">
            <a:avLst/>
          </a:prstGeom>
          <a:solidFill>
            <a:srgbClr val="D6DCD9"/>
          </a:solidFill>
          <a:ln w="0">
            <a:solidFill>
              <a:srgbClr val="000000">
                <a:alpha val="0"/>
              </a:srgbClr>
            </a:solidFill>
          </a:ln>
        </p:spPr>
      </p:sp>
      <p:sp>
        <p:nvSpPr>
          <p:cNvPr id="46" name="">
            <a:extLst>
              <a:ext uri="{FF2B5EF4-FFF2-40B4-BE49-F238E27FC236}">
                <a16:creationId id="{53F3B6AB-2227-43A3-889F-CF115B13D093}"/>
              </a:ext>
            </a:extLst>
          </p:cNvPr>
          <p:cNvSpPr>
            <a:spLocks noGrp="1"/>
          </p:cNvSpPr>
          <p:nvPr/>
        </p:nvSpPr>
        <p:spPr>
          <a:xfrm>
            <a:off x="9613999" y="4799112"/>
            <a:ext cx="1590675"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Fixed model weights</a:t>
            </a:r>
          </a:p>
        </p:txBody>
      </p:sp>
      <p:sp>
        <p:nvSpPr>
          <p:cNvPr id="47" name="">
            <a:extLst>
              <a:ext uri="{FF2B5EF4-FFF2-40B4-BE49-F238E27FC236}">
                <a16:creationId id="{A5041567-FC09-4E6C-AA62-BD55356FC103}"/>
              </a:ext>
            </a:extLst>
          </p:cNvPr>
          <p:cNvSpPr>
            <a:spLocks noGrp="1"/>
          </p:cNvSpPr>
          <p:nvPr/>
        </p:nvSpPr>
        <p:spPr>
          <a:xfrm>
            <a:off x="438150" y="5565874"/>
            <a:ext cx="47625" cy="331440"/>
          </a:xfrm>
          <a:prstGeom prst="rect">
            <a:avLst/>
          </a:prstGeom>
          <a:solidFill>
            <a:srgbClr val="F3DF4F"/>
          </a:solidFill>
          <a:ln w="0">
            <a:solidFill>
              <a:srgbClr val="000000">
                <a:alpha val="0"/>
              </a:srgbClr>
            </a:solidFill>
          </a:ln>
        </p:spPr>
      </p:sp>
      <p:sp>
        <p:nvSpPr>
          <p:cNvPr id="48" name="">
            <a:extLst>
              <a:ext uri="{FF2B5EF4-FFF2-40B4-BE49-F238E27FC236}">
                <a16:creationId id="{BA2DC8C3-CF41-476C-AA1E-FF2CFB236977}"/>
              </a:ext>
            </a:extLst>
          </p:cNvPr>
          <p:cNvSpPr>
            <a:spLocks noGrp="1"/>
          </p:cNvSpPr>
          <p:nvPr/>
        </p:nvSpPr>
        <p:spPr>
          <a:xfrm>
            <a:off x="657225" y="5575399"/>
            <a:ext cx="5472857" cy="33337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20272D"/>
                </a:solidFill>
              </a:rPr>
              <a:t>The query target enters scoring only after prediction.</a:t>
            </a:r>
          </a:p>
        </p:txBody>
      </p:sp>
      <p:sp>
        <p:nvSpPr>
          <p:cNvPr id="49" name="">
            <a:extLst>
              <a:ext uri="{FF2B5EF4-FFF2-40B4-BE49-F238E27FC236}">
                <a16:creationId id="{9059CD3E-B092-4EF7-9067-982A48118B66}"/>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50" name="">
            <a:extLst>
              <a:ext uri="{FF2B5EF4-FFF2-40B4-BE49-F238E27FC236}">
                <a16:creationId id="{ECEDC5E5-105C-4BD6-A0B2-4A3E7D32D040}"/>
              </a:ext>
            </a:extLst>
          </p:cNvPr>
          <p:cNvSpPr>
            <a:spLocks noGrp="1"/>
          </p:cNvSpPr>
          <p:nvPr/>
        </p:nvSpPr>
        <p:spPr>
          <a:xfrm>
            <a:off x="438150" y="6480870"/>
            <a:ext cx="799207"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3.3</a:t>
            </a:r>
          </a:p>
        </p:txBody>
      </p:sp>
      <p:sp>
        <p:nvSpPr>
          <p:cNvPr id="51" name="">
            <a:extLst>
              <a:ext uri="{FF2B5EF4-FFF2-40B4-BE49-F238E27FC236}">
                <a16:creationId id="{77549CF7-2897-435D-8DEA-9AE9CD441A1B}"/>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06 / 25</a:t>
            </a:r>
          </a:p>
        </p:txBody>
      </p:sp>
      <p:sp>
        <p:nvSpPr>
          <p:cNvPr id="52" name="">
            <a:extLst>
              <a:ext uri="{FF2B5EF4-FFF2-40B4-BE49-F238E27FC236}">
                <a16:creationId id="{B7E31FCD-234F-4E20-8B35-818A43A85132}"/>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3:creationId val="1415920933"/>
      </p:ext>
    </p:extLst>
  </p:cSld>
</p:sld>
</file>

<file path=ppt/slides/slide7.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BDB58249-E879-4020-AAA4-A3AE775E595B}"/>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C251EB02-04F5-443E-9C65-3A1CF3017F68}"/>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051B30D0-44FE-4DEB-BBC6-1CA46C5078EA}"/>
              </a:ext>
            </a:extLst>
          </p:cNvPr>
          <p:cNvSpPr>
            <a:spLocks noGrp="1"/>
          </p:cNvSpPr>
          <p:nvPr/>
        </p:nvSpPr>
        <p:spPr>
          <a:xfrm>
            <a:off x="660648" y="328613"/>
            <a:ext cx="406896" cy="342900"/>
          </a:xfrm>
          <a:prstGeom prst="rect">
            <a:avLst/>
          </a:prstGeom>
          <a:solidFill>
            <a:srgbClr val="F3DF4F"/>
          </a:solidFill>
          <a:ln w="0">
            <a:solidFill>
              <a:srgbClr val="000000">
                <a:alpha val="0"/>
              </a:srgbClr>
            </a:solidFill>
          </a:ln>
        </p:spPr>
      </p:sp>
      <p:sp>
        <p:nvSpPr>
          <p:cNvPr id="5" name="">
            <a:extLst>
              <a:ext uri="{FF2B5EF4-FFF2-40B4-BE49-F238E27FC236}">
                <a16:creationId id="{D8133760-EA13-4630-ADE9-4BF66668F62C}"/>
              </a:ext>
            </a:extLst>
          </p:cNvPr>
          <p:cNvSpPr>
            <a:spLocks noGrp="1"/>
          </p:cNvSpPr>
          <p:nvPr/>
        </p:nvSpPr>
        <p:spPr>
          <a:xfrm>
            <a:off x="746373" y="347663"/>
            <a:ext cx="330696"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07</a:t>
            </a:r>
          </a:p>
        </p:txBody>
      </p:sp>
      <p:sp>
        <p:nvSpPr>
          <p:cNvPr id="6" name="">
            <a:extLst>
              <a:ext uri="{FF2B5EF4-FFF2-40B4-BE49-F238E27FC236}">
                <a16:creationId id="{9EABB1DE-9681-4318-9A3D-E55EE8335555}"/>
              </a:ext>
            </a:extLst>
          </p:cNvPr>
          <p:cNvSpPr>
            <a:spLocks noGrp="1"/>
          </p:cNvSpPr>
          <p:nvPr/>
        </p:nvSpPr>
        <p:spPr>
          <a:xfrm>
            <a:off x="1248519" y="242292"/>
            <a:ext cx="4076700"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Modelling user preferences</a:t>
            </a:r>
          </a:p>
        </p:txBody>
      </p:sp>
      <p:sp>
        <p:nvSpPr>
          <p:cNvPr id="7" name="">
            <a:extLst>
              <a:ext uri="{FF2B5EF4-FFF2-40B4-BE49-F238E27FC236}">
                <a16:creationId id="{B8A635F1-799F-4E3A-A0BD-604C482D7547}"/>
              </a:ext>
            </a:extLst>
          </p:cNvPr>
          <p:cNvSpPr>
            <a:spLocks noGrp="1"/>
          </p:cNvSpPr>
          <p:nvPr/>
        </p:nvSpPr>
        <p:spPr>
          <a:xfrm>
            <a:off x="438150" y="1606451"/>
            <a:ext cx="1928068" cy="1162050"/>
          </a:xfrm>
          <a:prstGeom prst="rect">
            <a:avLst/>
          </a:prstGeom>
          <a:solidFill>
            <a:srgbClr val="000000">
              <a:alpha val="0"/>
            </a:srgbClr>
          </a:solidFill>
          <a:ln w="0">
            <a:solidFill>
              <a:srgbClr val="000000">
                <a:alpha val="0"/>
              </a:srgbClr>
            </a:solidFill>
          </a:ln>
        </p:spPr>
        <p:txBody>
          <a:bodyPr lIns="0" tIns="0" rIns="0" bIns="0" anchor="ctr"/>
          <a:lstStyle/>
          <a:p>
            <a:r>
              <a:rPr sz="5187" b="1">
                <a:solidFill>
                  <a:srgbClr val="315D73"/>
                </a:solidFill>
              </a:rPr>
              <a:t>≈30%</a:t>
            </a:r>
          </a:p>
        </p:txBody>
      </p:sp>
      <p:sp>
        <p:nvSpPr>
          <p:cNvPr id="8" name="">
            <a:extLst>
              <a:ext uri="{FF2B5EF4-FFF2-40B4-BE49-F238E27FC236}">
                <a16:creationId id="{264527F0-76E5-47AC-9609-0CB874BE0EF0}"/>
              </a:ext>
            </a:extLst>
          </p:cNvPr>
          <p:cNvSpPr>
            <a:spLocks noGrp="1"/>
          </p:cNvSpPr>
          <p:nvPr/>
        </p:nvSpPr>
        <p:spPr>
          <a:xfrm>
            <a:off x="438150" y="2606576"/>
            <a:ext cx="2373511"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Early similarity-retrieval accuracy</a:t>
            </a:r>
          </a:p>
        </p:txBody>
      </p:sp>
      <p:sp>
        <p:nvSpPr>
          <p:cNvPr id="9" name="">
            <a:extLst>
              <a:ext uri="{FF2B5EF4-FFF2-40B4-BE49-F238E27FC236}">
                <a16:creationId id="{D3F0D7D6-06DB-48E7-B205-A7D111EE0C5E}"/>
              </a:ext>
            </a:extLst>
          </p:cNvPr>
          <p:cNvSpPr>
            <a:spLocks noGrp="1"/>
          </p:cNvSpPr>
          <p:nvPr/>
        </p:nvSpPr>
        <p:spPr>
          <a:xfrm>
            <a:off x="438150" y="2939951"/>
            <a:ext cx="2148632" cy="495300"/>
          </a:xfrm>
          <a:prstGeom prst="rect">
            <a:avLst/>
          </a:prstGeom>
          <a:solidFill>
            <a:srgbClr val="000000">
              <a:alpha val="0"/>
            </a:srgbClr>
          </a:solidFill>
          <a:ln w="0">
            <a:solidFill>
              <a:srgbClr val="000000">
                <a:alpha val="0"/>
              </a:srgbClr>
            </a:solidFill>
          </a:ln>
        </p:spPr>
        <p:txBody>
          <a:bodyPr lIns="0" tIns="0" rIns="0" bIns="0" anchor="ctr"/>
          <a:lstStyle/>
          <a:p>
            <a:r>
              <a:rPr sz="2116" b="0">
                <a:solidFill>
                  <a:srgbClr val="20272D"/>
                </a:solidFill>
              </a:rPr>
              <a:t>Similarity alone</a:t>
            </a:r>
          </a:p>
        </p:txBody>
      </p:sp>
      <p:sp>
        <p:nvSpPr>
          <p:cNvPr id="10" name="">
            <a:extLst>
              <a:ext uri="{FF2B5EF4-FFF2-40B4-BE49-F238E27FC236}">
                <a16:creationId id="{783819F0-A888-4676-B511-2C73CF8CD77F}"/>
              </a:ext>
            </a:extLst>
          </p:cNvPr>
          <p:cNvSpPr>
            <a:spLocks noGrp="1"/>
          </p:cNvSpPr>
          <p:nvPr/>
        </p:nvSpPr>
        <p:spPr>
          <a:xfrm>
            <a:off x="438150" y="3279428"/>
            <a:ext cx="1946672" cy="495300"/>
          </a:xfrm>
          <a:prstGeom prst="rect">
            <a:avLst/>
          </a:prstGeom>
          <a:solidFill>
            <a:srgbClr val="000000">
              <a:alpha val="0"/>
            </a:srgbClr>
          </a:solidFill>
          <a:ln w="0">
            <a:solidFill>
              <a:srgbClr val="000000">
                <a:alpha val="0"/>
              </a:srgbClr>
            </a:solidFill>
          </a:ln>
        </p:spPr>
        <p:txBody>
          <a:bodyPr lIns="0" tIns="0" rIns="0" bIns="0" anchor="ctr"/>
          <a:lstStyle/>
          <a:p>
            <a:r>
              <a:rPr sz="2116" b="0">
                <a:solidFill>
                  <a:srgbClr val="20272D"/>
                </a:solidFill>
              </a:rPr>
              <a:t>is not enough.</a:t>
            </a:r>
          </a:p>
        </p:txBody>
      </p:sp>
      <p:sp>
        <p:nvSpPr>
          <p:cNvPr id="11" name="">
            <a:extLst>
              <a:ext uri="{FF2B5EF4-FFF2-40B4-BE49-F238E27FC236}">
                <a16:creationId id="{6D7A5161-ADF2-493A-9744-0C4B7D5780A1}"/>
              </a:ext>
            </a:extLst>
          </p:cNvPr>
          <p:cNvSpPr>
            <a:spLocks noGrp="1"/>
          </p:cNvSpPr>
          <p:nvPr/>
        </p:nvSpPr>
        <p:spPr>
          <a:xfrm>
            <a:off x="438150" y="3904655"/>
            <a:ext cx="2544217" cy="2571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4D8178"/>
                </a:solidFill>
              </a:rPr>
              <a:t>P(z | image, history)</a:t>
            </a:r>
          </a:p>
        </p:txBody>
      </p:sp>
      <p:sp>
        <p:nvSpPr>
          <p:cNvPr id="12" name="">
            <a:extLst>
              <a:ext uri="{FF2B5EF4-FFF2-40B4-BE49-F238E27FC236}">
                <a16:creationId id="{02F1A094-1BCE-473A-B1F4-7D2C0CD7038C}"/>
              </a:ext>
            </a:extLst>
          </p:cNvPr>
          <p:cNvSpPr>
            <a:spLocks noGrp="1"/>
          </p:cNvSpPr>
          <p:nvPr/>
        </p:nvSpPr>
        <p:spPr>
          <a:xfrm>
            <a:off x="438150" y="4366022"/>
            <a:ext cx="2669828"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A continuous retouching space allows</a:t>
            </a:r>
          </a:p>
        </p:txBody>
      </p:sp>
      <p:sp>
        <p:nvSpPr>
          <p:cNvPr id="13" name="">
            <a:extLst>
              <a:ext uri="{FF2B5EF4-FFF2-40B4-BE49-F238E27FC236}">
                <a16:creationId id="{C364F100-53A6-40BF-8D8D-77976B8BF5D5}"/>
              </a:ext>
            </a:extLst>
          </p:cNvPr>
          <p:cNvSpPr>
            <a:spLocks noGrp="1"/>
          </p:cNvSpPr>
          <p:nvPr/>
        </p:nvSpPr>
        <p:spPr>
          <a:xfrm>
            <a:off x="438150" y="4586883"/>
            <a:ext cx="2783830"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more than one plausible edit to coexist.</a:t>
            </a:r>
          </a:p>
        </p:txBody>
      </p:sp>
      <p:sp>
        <p:nvSpPr>
          <p:cNvPr id="14" name="">
            <a:extLst>
              <a:ext uri="{FF2B5EF4-FFF2-40B4-BE49-F238E27FC236}">
                <a16:creationId id="{CB684830-2F68-4A05-9C52-4CA5F7162610}"/>
              </a:ext>
            </a:extLst>
          </p:cNvPr>
          <p:cNvSpPr>
            <a:spLocks noGrp="1"/>
          </p:cNvSpPr>
          <p:nvPr/>
        </p:nvSpPr>
        <p:spPr>
          <a:xfrm>
            <a:off x="3524250" y="1112639"/>
            <a:ext cx="6515100" cy="4388941"/>
          </a:xfrm>
          <a:prstGeom prst="rect">
            <a:avLst/>
          </a:prstGeom>
          <a:solidFill>
            <a:srgbClr val="FFFEF9"/>
          </a:solidFill>
          <a:ln w="0">
            <a:solidFill>
              <a:srgbClr val="000000">
                <a:alpha val="0"/>
              </a:srgbClr>
            </a:solidFill>
          </a:ln>
        </p:spPr>
      </p:sp>
      <p:sp>
        <p:nvSpPr>
          <p:cNvPr id="15" name="">
            <a:extLst>
              <a:ext uri="{FF2B5EF4-FFF2-40B4-BE49-F238E27FC236}">
                <a16:creationId id="{9399DDC9-B18B-4313-B98E-8E4AE5CF726B}"/>
              </a:ext>
            </a:extLst>
          </p:cNvPr>
          <p:cNvSpPr>
            <a:spLocks noGrp="1"/>
          </p:cNvSpPr>
          <p:nvPr/>
        </p:nvSpPr>
        <p:spPr>
          <a:xfrm>
            <a:off x="3524250" y="1112639"/>
            <a:ext cx="6515100" cy="9525"/>
          </a:xfrm>
          <a:prstGeom prst="rect">
            <a:avLst/>
          </a:prstGeom>
          <a:solidFill>
            <a:srgbClr val="D6DCD9"/>
          </a:solidFill>
          <a:ln w="0">
            <a:solidFill>
              <a:srgbClr val="000000">
                <a:alpha val="0"/>
              </a:srgbClr>
            </a:solidFill>
          </a:ln>
        </p:spPr>
      </p:sp>
      <p:sp>
        <p:nvSpPr>
          <p:cNvPr id="16" name="">
            <a:extLst>
              <a:ext uri="{FF2B5EF4-FFF2-40B4-BE49-F238E27FC236}">
                <a16:creationId id="{06F81DAA-5840-4F56-BE3C-28121D1C946B}"/>
              </a:ext>
            </a:extLst>
          </p:cNvPr>
          <p:cNvSpPr>
            <a:spLocks noGrp="1"/>
          </p:cNvSpPr>
          <p:nvPr/>
        </p:nvSpPr>
        <p:spPr>
          <a:xfrm>
            <a:off x="3524250" y="5492055"/>
            <a:ext cx="6515100" cy="9525"/>
          </a:xfrm>
          <a:prstGeom prst="rect">
            <a:avLst/>
          </a:prstGeom>
          <a:solidFill>
            <a:srgbClr val="D6DCD9"/>
          </a:solidFill>
          <a:ln w="0">
            <a:solidFill>
              <a:srgbClr val="000000">
                <a:alpha val="0"/>
              </a:srgbClr>
            </a:solidFill>
          </a:ln>
        </p:spPr>
      </p:sp>
      <p:sp>
        <p:nvSpPr>
          <p:cNvPr id="17" name="">
            <a:extLst>
              <a:ext uri="{FF2B5EF4-FFF2-40B4-BE49-F238E27FC236}">
                <a16:creationId id="{452791CB-9FD0-4A92-8099-3EF3A3B27CF4}"/>
              </a:ext>
            </a:extLst>
          </p:cNvPr>
          <p:cNvSpPr>
            <a:spLocks noGrp="1"/>
          </p:cNvSpPr>
          <p:nvPr/>
        </p:nvSpPr>
        <p:spPr>
          <a:xfrm>
            <a:off x="3524250" y="1112639"/>
            <a:ext cx="9525" cy="4388941"/>
          </a:xfrm>
          <a:prstGeom prst="rect">
            <a:avLst/>
          </a:prstGeom>
          <a:solidFill>
            <a:srgbClr val="D6DCD9"/>
          </a:solidFill>
          <a:ln w="0">
            <a:solidFill>
              <a:srgbClr val="000000">
                <a:alpha val="0"/>
              </a:srgbClr>
            </a:solidFill>
          </a:ln>
        </p:spPr>
      </p:sp>
      <p:sp>
        <p:nvSpPr>
          <p:cNvPr id="18" name="">
            <a:extLst>
              <a:ext uri="{FF2B5EF4-FFF2-40B4-BE49-F238E27FC236}">
                <a16:creationId id="{69D83D5D-80B0-4BC6-BB58-F7C4A659A5E5}"/>
              </a:ext>
            </a:extLst>
          </p:cNvPr>
          <p:cNvSpPr>
            <a:spLocks noGrp="1"/>
          </p:cNvSpPr>
          <p:nvPr/>
        </p:nvSpPr>
        <p:spPr>
          <a:xfrm>
            <a:off x="10029825" y="1112639"/>
            <a:ext cx="9525" cy="4388941"/>
          </a:xfrm>
          <a:prstGeom prst="rect">
            <a:avLst/>
          </a:prstGeom>
          <a:solidFill>
            <a:srgbClr val="D6DCD9"/>
          </a:solidFill>
          <a:ln w="0">
            <a:solidFill>
              <a:srgbClr val="000000">
                <a:alpha val="0"/>
              </a:srgbClr>
            </a:solidFill>
          </a:ln>
        </p:spPr>
      </p:sp>
      <p:pic>
        <p:nvPicPr>
          <p:cNvPr id="19" name=""/>
          <p:cNvPicPr>
            <a:picLocks noChangeAspect="1"/>
          </p:cNvPicPr>
          <p:nvPr/>
        </p:nvPicPr>
        <p:blipFill>
          <a:blip r:embed="R264e8cd7455142e8"/>
          <a:srcRect l="0" t="137" r="0" b="137"/>
          <a:stretch>
            <a:fillRect l="0" t="0" r="0" b="0"/>
          </a:stretch>
        </p:blipFill>
        <p:spPr>
          <a:xfrm>
            <a:off x="3629025" y="1198364"/>
            <a:ext cx="6305550" cy="4236541"/>
          </a:xfrm>
          <a:prstGeom prst="rect">
            <a:avLst/>
          </a:prstGeom>
        </p:spPr>
      </p:pic>
      <p:sp>
        <p:nvSpPr>
          <p:cNvPr id="20" name="">
            <a:extLst>
              <a:ext uri="{FF2B5EF4-FFF2-40B4-BE49-F238E27FC236}">
                <a16:creationId id="{169653EA-EEB0-4CDB-83A0-D03100E13A25}"/>
              </a:ext>
            </a:extLst>
          </p:cNvPr>
          <p:cNvSpPr>
            <a:spLocks noGrp="1"/>
          </p:cNvSpPr>
          <p:nvPr/>
        </p:nvSpPr>
        <p:spPr>
          <a:xfrm>
            <a:off x="10172700" y="2107555"/>
            <a:ext cx="996255" cy="190500"/>
          </a:xfrm>
          <a:prstGeom prst="rect">
            <a:avLst/>
          </a:prstGeom>
          <a:solidFill>
            <a:srgbClr val="000000">
              <a:alpha val="0"/>
            </a:srgbClr>
          </a:solidFill>
          <a:ln w="0">
            <a:solidFill>
              <a:srgbClr val="000000">
                <a:alpha val="0"/>
              </a:srgbClr>
            </a:solidFill>
          </a:ln>
        </p:spPr>
        <p:txBody>
          <a:bodyPr lIns="0" tIns="0" rIns="0" bIns="0" anchor="ctr"/>
          <a:lstStyle/>
          <a:p>
            <a:r>
              <a:rPr sz="751" b="1">
                <a:solidFill>
                  <a:srgbClr val="4D8178"/>
                </a:solidFill>
              </a:rPr>
              <a:t>READ THE MAP</a:t>
            </a:r>
          </a:p>
        </p:txBody>
      </p:sp>
      <p:sp>
        <p:nvSpPr>
          <p:cNvPr id="21" name="">
            <a:extLst>
              <a:ext uri="{FF2B5EF4-FFF2-40B4-BE49-F238E27FC236}">
                <a16:creationId id="{39167F91-A36D-49A9-B186-751F1BDA4A4A}"/>
              </a:ext>
            </a:extLst>
          </p:cNvPr>
          <p:cNvSpPr>
            <a:spLocks noGrp="1"/>
          </p:cNvSpPr>
          <p:nvPr/>
        </p:nvSpPr>
        <p:spPr>
          <a:xfrm>
            <a:off x="10363200" y="2404616"/>
            <a:ext cx="866180" cy="200025"/>
          </a:xfrm>
          <a:prstGeom prst="rect">
            <a:avLst/>
          </a:prstGeom>
          <a:solidFill>
            <a:srgbClr val="000000">
              <a:alpha val="0"/>
            </a:srgbClr>
          </a:solidFill>
          <a:ln w="0">
            <a:solidFill>
              <a:srgbClr val="000000">
                <a:alpha val="0"/>
              </a:srgbClr>
            </a:solidFill>
          </a:ln>
        </p:spPr>
        <p:txBody>
          <a:bodyPr lIns="0" tIns="0" rIns="0" bIns="0" anchor="ctr"/>
          <a:lstStyle/>
          <a:p>
            <a:r>
              <a:rPr sz="956" b="1">
                <a:solidFill>
                  <a:srgbClr val="20272D"/>
                </a:solidFill>
              </a:rPr>
              <a:t>High density</a:t>
            </a:r>
          </a:p>
        </p:txBody>
      </p:sp>
      <p:sp>
        <p:nvSpPr>
          <p:cNvPr id="22" name="">
            <a:extLst>
              <a:ext uri="{FF2B5EF4-FFF2-40B4-BE49-F238E27FC236}">
                <a16:creationId id="{60B0F860-1D76-4C31-88AE-32F4E8040048}"/>
              </a:ext>
            </a:extLst>
          </p:cNvPr>
          <p:cNvSpPr>
            <a:spLocks noGrp="1"/>
          </p:cNvSpPr>
          <p:nvPr/>
        </p:nvSpPr>
        <p:spPr>
          <a:xfrm>
            <a:off x="10363200" y="2602706"/>
            <a:ext cx="913954"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More plausible</a:t>
            </a:r>
          </a:p>
        </p:txBody>
      </p:sp>
      <p:sp>
        <p:nvSpPr>
          <p:cNvPr id="23" name="">
            <a:extLst>
              <a:ext uri="{FF2B5EF4-FFF2-40B4-BE49-F238E27FC236}">
                <a16:creationId id="{49D11638-BEEC-419C-B0D8-1B100423E789}"/>
              </a:ext>
            </a:extLst>
          </p:cNvPr>
          <p:cNvSpPr>
            <a:spLocks noGrp="1"/>
          </p:cNvSpPr>
          <p:nvPr/>
        </p:nvSpPr>
        <p:spPr>
          <a:xfrm>
            <a:off x="10363200" y="2769840"/>
            <a:ext cx="1101775"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retouching region.</a:t>
            </a:r>
          </a:p>
        </p:txBody>
      </p:sp>
      <p:sp>
        <p:nvSpPr>
          <p:cNvPr id="24" name="">
            <a:extLst>
              <a:ext uri="{FF2B5EF4-FFF2-40B4-BE49-F238E27FC236}">
                <a16:creationId id="{59CE33EE-2448-4B04-8C16-8DA84E570B81}"/>
              </a:ext>
            </a:extLst>
          </p:cNvPr>
          <p:cNvSpPr>
            <a:spLocks noGrp="1"/>
          </p:cNvSpPr>
          <p:nvPr/>
        </p:nvSpPr>
        <p:spPr>
          <a:xfrm>
            <a:off x="10363200" y="3089374"/>
            <a:ext cx="833884" cy="200025"/>
          </a:xfrm>
          <a:prstGeom prst="rect">
            <a:avLst/>
          </a:prstGeom>
          <a:solidFill>
            <a:srgbClr val="000000">
              <a:alpha val="0"/>
            </a:srgbClr>
          </a:solidFill>
          <a:ln w="0">
            <a:solidFill>
              <a:srgbClr val="000000">
                <a:alpha val="0"/>
              </a:srgbClr>
            </a:solidFill>
          </a:ln>
        </p:spPr>
        <p:txBody>
          <a:bodyPr lIns="0" tIns="0" rIns="0" bIns="0" anchor="ctr"/>
          <a:lstStyle/>
          <a:p>
            <a:r>
              <a:rPr sz="956" b="1">
                <a:solidFill>
                  <a:srgbClr val="20272D"/>
                </a:solidFill>
              </a:rPr>
              <a:t>Low density</a:t>
            </a:r>
          </a:p>
        </p:txBody>
      </p:sp>
      <p:sp>
        <p:nvSpPr>
          <p:cNvPr id="25" name="">
            <a:extLst>
              <a:ext uri="{FF2B5EF4-FFF2-40B4-BE49-F238E27FC236}">
                <a16:creationId id="{EB592977-90A7-48DC-AB35-C49FED640360}"/>
              </a:ext>
            </a:extLst>
          </p:cNvPr>
          <p:cNvSpPr>
            <a:spLocks noGrp="1"/>
          </p:cNvSpPr>
          <p:nvPr/>
        </p:nvSpPr>
        <p:spPr>
          <a:xfrm>
            <a:off x="10363200" y="3287464"/>
            <a:ext cx="1229320"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Less likely under the</a:t>
            </a:r>
          </a:p>
        </p:txBody>
      </p:sp>
      <p:sp>
        <p:nvSpPr>
          <p:cNvPr id="26" name="">
            <a:extLst>
              <a:ext uri="{FF2B5EF4-FFF2-40B4-BE49-F238E27FC236}">
                <a16:creationId id="{4FCD1217-645E-4C6B-8E15-DB1C6980910A}"/>
              </a:ext>
            </a:extLst>
          </p:cNvPr>
          <p:cNvSpPr>
            <a:spLocks noGrp="1"/>
          </p:cNvSpPr>
          <p:nvPr/>
        </p:nvSpPr>
        <p:spPr>
          <a:xfrm>
            <a:off x="10363200" y="3454598"/>
            <a:ext cx="1219944"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learned distribution.</a:t>
            </a:r>
          </a:p>
        </p:txBody>
      </p:sp>
      <p:sp>
        <p:nvSpPr>
          <p:cNvPr id="27" name="">
            <a:extLst>
              <a:ext uri="{FF2B5EF4-FFF2-40B4-BE49-F238E27FC236}">
                <a16:creationId id="{A60A9162-BA59-4239-8B24-FDA36282D6B1}"/>
              </a:ext>
            </a:extLst>
          </p:cNvPr>
          <p:cNvSpPr>
            <a:spLocks noGrp="1"/>
          </p:cNvSpPr>
          <p:nvPr/>
        </p:nvSpPr>
        <p:spPr>
          <a:xfrm>
            <a:off x="10172700" y="3802707"/>
            <a:ext cx="1581150" cy="9525"/>
          </a:xfrm>
          <a:prstGeom prst="rect">
            <a:avLst/>
          </a:prstGeom>
          <a:solidFill>
            <a:srgbClr val="D6DCD9"/>
          </a:solidFill>
          <a:ln w="0">
            <a:solidFill>
              <a:srgbClr val="000000">
                <a:alpha val="0"/>
              </a:srgbClr>
            </a:solidFill>
          </a:ln>
        </p:spPr>
      </p:sp>
      <p:sp>
        <p:nvSpPr>
          <p:cNvPr id="28" name="">
            <a:extLst>
              <a:ext uri="{FF2B5EF4-FFF2-40B4-BE49-F238E27FC236}">
                <a16:creationId id="{28FB5C46-9A07-4E58-83D6-BAE37B6DCE59}"/>
              </a:ext>
            </a:extLst>
          </p:cNvPr>
          <p:cNvSpPr>
            <a:spLocks noGrp="1"/>
          </p:cNvSpPr>
          <p:nvPr/>
        </p:nvSpPr>
        <p:spPr>
          <a:xfrm>
            <a:off x="10172700" y="3926532"/>
            <a:ext cx="1127522" cy="228600"/>
          </a:xfrm>
          <a:prstGeom prst="rect">
            <a:avLst/>
          </a:prstGeom>
          <a:solidFill>
            <a:srgbClr val="000000">
              <a:alpha val="0"/>
            </a:srgbClr>
          </a:solidFill>
          <a:ln w="0">
            <a:solidFill>
              <a:srgbClr val="000000">
                <a:alpha val="0"/>
              </a:srgbClr>
            </a:solidFill>
          </a:ln>
        </p:spPr>
        <p:txBody>
          <a:bodyPr lIns="0" tIns="0" rIns="0" bIns="0" anchor="ctr"/>
          <a:lstStyle/>
          <a:p>
            <a:r>
              <a:rPr sz="1228" b="1">
                <a:solidFill>
                  <a:srgbClr val="315D73"/>
                </a:solidFill>
              </a:rPr>
              <a:t>z = (x, y)</a:t>
            </a:r>
          </a:p>
        </p:txBody>
      </p:sp>
      <p:sp>
        <p:nvSpPr>
          <p:cNvPr id="29" name="">
            <a:extLst>
              <a:ext uri="{FF2B5EF4-FFF2-40B4-BE49-F238E27FC236}">
                <a16:creationId id="{DC0AFD1D-B879-4B99-ACCD-56A79F68FD09}"/>
              </a:ext>
            </a:extLst>
          </p:cNvPr>
          <p:cNvSpPr>
            <a:spLocks noGrp="1"/>
          </p:cNvSpPr>
          <p:nvPr/>
        </p:nvSpPr>
        <p:spPr>
          <a:xfrm>
            <a:off x="10172700" y="4153198"/>
            <a:ext cx="1391841"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Each point is a possible</a:t>
            </a:r>
          </a:p>
        </p:txBody>
      </p:sp>
      <p:sp>
        <p:nvSpPr>
          <p:cNvPr id="30" name="">
            <a:extLst>
              <a:ext uri="{FF2B5EF4-FFF2-40B4-BE49-F238E27FC236}">
                <a16:creationId id="{C005DCC4-A258-40E8-AF71-4823C5514473}"/>
              </a:ext>
            </a:extLst>
          </p:cNvPr>
          <p:cNvSpPr>
            <a:spLocks noGrp="1"/>
          </p:cNvSpPr>
          <p:nvPr/>
        </p:nvSpPr>
        <p:spPr>
          <a:xfrm>
            <a:off x="10172700" y="4320332"/>
            <a:ext cx="1200745"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retouching solution.</a:t>
            </a:r>
          </a:p>
        </p:txBody>
      </p:sp>
      <p:sp>
        <p:nvSpPr>
          <p:cNvPr id="31" name="">
            <a:extLst>
              <a:ext uri="{FF2B5EF4-FFF2-40B4-BE49-F238E27FC236}">
                <a16:creationId id="{89C2F9B9-F130-4C3B-A719-A6AD88800348}"/>
              </a:ext>
            </a:extLst>
          </p:cNvPr>
          <p:cNvSpPr>
            <a:spLocks noGrp="1"/>
          </p:cNvSpPr>
          <p:nvPr/>
        </p:nvSpPr>
        <p:spPr>
          <a:xfrm>
            <a:off x="438150" y="5690443"/>
            <a:ext cx="6950273"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One recorded edit is an observation; a conditional density can represent several possible edits.</a:t>
            </a:r>
          </a:p>
        </p:txBody>
      </p:sp>
      <p:sp>
        <p:nvSpPr>
          <p:cNvPr id="32" name="">
            <a:extLst>
              <a:ext uri="{FF2B5EF4-FFF2-40B4-BE49-F238E27FC236}">
                <a16:creationId id="{FA5B9326-3AC3-4F36-90AD-449E82835763}"/>
              </a:ext>
            </a:extLst>
          </p:cNvPr>
          <p:cNvSpPr>
            <a:spLocks noGrp="1"/>
          </p:cNvSpPr>
          <p:nvPr/>
        </p:nvSpPr>
        <p:spPr>
          <a:xfrm>
            <a:off x="438150" y="6050459"/>
            <a:ext cx="4999286"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Conceptual density. A single recorded target cannot validate every candidate preference.</a:t>
            </a:r>
          </a:p>
        </p:txBody>
      </p:sp>
      <p:sp>
        <p:nvSpPr>
          <p:cNvPr id="33" name="">
            <a:extLst>
              <a:ext uri="{FF2B5EF4-FFF2-40B4-BE49-F238E27FC236}">
                <a16:creationId id="{1180CF7F-FCAC-4446-B9EE-652CE5CDA46E}"/>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34" name="">
            <a:extLst>
              <a:ext uri="{FF2B5EF4-FFF2-40B4-BE49-F238E27FC236}">
                <a16:creationId id="{F0A54D91-55C8-4EFA-9001-A66CAD76CF31}"/>
              </a:ext>
            </a:extLst>
          </p:cNvPr>
          <p:cNvSpPr>
            <a:spLocks noGrp="1"/>
          </p:cNvSpPr>
          <p:nvPr/>
        </p:nvSpPr>
        <p:spPr>
          <a:xfrm>
            <a:off x="438150" y="6480870"/>
            <a:ext cx="800844"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2.2</a:t>
            </a:r>
          </a:p>
        </p:txBody>
      </p:sp>
      <p:sp>
        <p:nvSpPr>
          <p:cNvPr id="35" name="">
            <a:extLst>
              <a:ext uri="{FF2B5EF4-FFF2-40B4-BE49-F238E27FC236}">
                <a16:creationId id="{034EC696-DD72-48D3-BA39-51A7B328282F}"/>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07 / 25</a:t>
            </a:r>
          </a:p>
        </p:txBody>
      </p:sp>
      <p:sp>
        <p:nvSpPr>
          <p:cNvPr id="36" name="">
            <a:extLst>
              <a:ext uri="{FF2B5EF4-FFF2-40B4-BE49-F238E27FC236}">
                <a16:creationId id="{F8CF9AEE-668A-48C9-9183-C8BE1580BD3B}"/>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4:creationId val="1141608532"/>
      </p:ext>
    </p:extLst>
  </p:cSld>
</p:sld>
</file>

<file path=ppt/slides/slide8.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1CB6CFFF-2305-443B-891B-CA500AA529D9}"/>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A14A0373-9BD6-430A-A226-5D3ED9A65DEE}"/>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2EE4D560-EA32-4967-B4DB-D26B74A32726}"/>
              </a:ext>
            </a:extLst>
          </p:cNvPr>
          <p:cNvSpPr>
            <a:spLocks noGrp="1"/>
          </p:cNvSpPr>
          <p:nvPr/>
        </p:nvSpPr>
        <p:spPr>
          <a:xfrm>
            <a:off x="660648" y="328613"/>
            <a:ext cx="427881" cy="342900"/>
          </a:xfrm>
          <a:prstGeom prst="rect">
            <a:avLst/>
          </a:prstGeom>
          <a:solidFill>
            <a:srgbClr val="F3DF4F"/>
          </a:solidFill>
          <a:ln w="0">
            <a:solidFill>
              <a:srgbClr val="000000">
                <a:alpha val="0"/>
              </a:srgbClr>
            </a:solidFill>
          </a:ln>
        </p:spPr>
      </p:sp>
      <p:sp>
        <p:nvSpPr>
          <p:cNvPr id="5" name="">
            <a:extLst>
              <a:ext uri="{FF2B5EF4-FFF2-40B4-BE49-F238E27FC236}">
                <a16:creationId id="{23B15322-FBB9-4ACA-B0FC-DD1A160CEA4E}"/>
              </a:ext>
            </a:extLst>
          </p:cNvPr>
          <p:cNvSpPr>
            <a:spLocks noGrp="1"/>
          </p:cNvSpPr>
          <p:nvPr/>
        </p:nvSpPr>
        <p:spPr>
          <a:xfrm>
            <a:off x="746373" y="347663"/>
            <a:ext cx="351681"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08</a:t>
            </a:r>
          </a:p>
        </p:txBody>
      </p:sp>
      <p:sp>
        <p:nvSpPr>
          <p:cNvPr id="6" name="">
            <a:extLst>
              <a:ext uri="{FF2B5EF4-FFF2-40B4-BE49-F238E27FC236}">
                <a16:creationId id="{E9FA2B00-0D85-4D1A-B8EB-5D941050E107}"/>
              </a:ext>
            </a:extLst>
          </p:cNvPr>
          <p:cNvSpPr>
            <a:spLocks noGrp="1"/>
          </p:cNvSpPr>
          <p:nvPr/>
        </p:nvSpPr>
        <p:spPr>
          <a:xfrm>
            <a:off x="1269504" y="242292"/>
            <a:ext cx="4111675"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Overall system architecture</a:t>
            </a:r>
          </a:p>
        </p:txBody>
      </p:sp>
      <p:pic>
        <p:nvPicPr>
          <p:cNvPr id="7" name=""/>
          <p:cNvPicPr>
            <a:picLocks noChangeAspect="1"/>
          </p:cNvPicPr>
          <p:nvPr/>
        </p:nvPicPr>
        <p:blipFill>
          <a:blip r:embed="Re2fc318dcaa94a7c"/>
          <a:srcRect l="0" t="59" r="0" b="59"/>
          <a:stretch>
            <a:fillRect l="0" t="0" r="0" b="0"/>
          </a:stretch>
        </p:blipFill>
        <p:spPr>
          <a:xfrm>
            <a:off x="438150" y="1057275"/>
            <a:ext cx="11315700" cy="4775895"/>
          </a:xfrm>
          <a:prstGeom prst="rect">
            <a:avLst/>
          </a:prstGeom>
        </p:spPr>
      </p:pic>
      <p:sp>
        <p:nvSpPr>
          <p:cNvPr id="8" name="">
            <a:extLst>
              <a:ext uri="{FF2B5EF4-FFF2-40B4-BE49-F238E27FC236}">
                <a16:creationId id="{CB0B5680-6923-4750-AF0D-2C537663190A}"/>
              </a:ext>
            </a:extLst>
          </p:cNvPr>
          <p:cNvSpPr>
            <a:spLocks noGrp="1"/>
          </p:cNvSpPr>
          <p:nvPr/>
        </p:nvSpPr>
        <p:spPr>
          <a:xfrm>
            <a:off x="438150" y="5966520"/>
            <a:ext cx="8325296" cy="266700"/>
          </a:xfrm>
          <a:prstGeom prst="rect">
            <a:avLst/>
          </a:prstGeom>
          <a:solidFill>
            <a:srgbClr val="000000">
              <a:alpha val="0"/>
            </a:srgbClr>
          </a:solidFill>
          <a:ln w="0">
            <a:solidFill>
              <a:srgbClr val="000000">
                <a:alpha val="0"/>
              </a:srgbClr>
            </a:solidFill>
          </a:ln>
        </p:spPr>
        <p:txBody>
          <a:bodyPr lIns="0" tIns="0" rIns="0" bIns="0" anchor="ctr"/>
          <a:lstStyle/>
          <a:p>
            <a:r>
              <a:rPr sz="1365" b="0">
                <a:solidFill>
                  <a:srgbClr val="20272D"/>
                </a:solidFill>
              </a:rPr>
              <a:t>Stage 1: compact edit vectors. Stage 2: image + history → conditional density → candidate edits.</a:t>
            </a:r>
          </a:p>
        </p:txBody>
      </p:sp>
      <p:sp>
        <p:nvSpPr>
          <p:cNvPr id="9" name="">
            <a:extLst>
              <a:ext uri="{FF2B5EF4-FFF2-40B4-BE49-F238E27FC236}">
                <a16:creationId id="{73EA3CAE-3209-43CC-ABC2-61DCB7794314}"/>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10" name="">
            <a:extLst>
              <a:ext uri="{FF2B5EF4-FFF2-40B4-BE49-F238E27FC236}">
                <a16:creationId id="{2A0C75FC-D7A1-47C7-BED0-84356593F214}"/>
              </a:ext>
            </a:extLst>
          </p:cNvPr>
          <p:cNvSpPr>
            <a:spLocks noGrp="1"/>
          </p:cNvSpPr>
          <p:nvPr/>
        </p:nvSpPr>
        <p:spPr>
          <a:xfrm>
            <a:off x="438150" y="6480870"/>
            <a:ext cx="1052661"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2.3–2.6</a:t>
            </a:r>
          </a:p>
        </p:txBody>
      </p:sp>
      <p:sp>
        <p:nvSpPr>
          <p:cNvPr id="11" name="">
            <a:extLst>
              <a:ext uri="{FF2B5EF4-FFF2-40B4-BE49-F238E27FC236}">
                <a16:creationId id="{D8C7ABE3-A62A-4632-9C36-24EA509A358D}"/>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08 / 25</a:t>
            </a:r>
          </a:p>
        </p:txBody>
      </p:sp>
      <p:sp>
        <p:nvSpPr>
          <p:cNvPr id="12" name="">
            <a:extLst>
              <a:ext uri="{FF2B5EF4-FFF2-40B4-BE49-F238E27FC236}">
                <a16:creationId id="{9AA39F90-4BF4-47AD-922C-3664ADCC6DC3}"/>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4:creationId val="1271518646"/>
      </p:ext>
    </p:extLst>
  </p:cSld>
</p:sld>
</file>

<file path=ppt/slides/slide9.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A7912EF9-061E-40F3-AEE4-D6BB5C4D6928}"/>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10D77214-6FC6-42F9-AB0D-21849359A5EC}"/>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27F4E68C-BEE3-4B49-9C9A-7FEBD812AB61}"/>
              </a:ext>
            </a:extLst>
          </p:cNvPr>
          <p:cNvSpPr>
            <a:spLocks noGrp="1"/>
          </p:cNvSpPr>
          <p:nvPr/>
        </p:nvSpPr>
        <p:spPr>
          <a:xfrm>
            <a:off x="660648" y="328613"/>
            <a:ext cx="424607" cy="342900"/>
          </a:xfrm>
          <a:prstGeom prst="rect">
            <a:avLst/>
          </a:prstGeom>
          <a:solidFill>
            <a:srgbClr val="F3DF4F"/>
          </a:solidFill>
          <a:ln w="0">
            <a:solidFill>
              <a:srgbClr val="000000">
                <a:alpha val="0"/>
              </a:srgbClr>
            </a:solidFill>
          </a:ln>
        </p:spPr>
      </p:sp>
      <p:sp>
        <p:nvSpPr>
          <p:cNvPr id="5" name="">
            <a:extLst>
              <a:ext uri="{FF2B5EF4-FFF2-40B4-BE49-F238E27FC236}">
                <a16:creationId id="{78FAF55B-E24D-497E-A740-5F0B74951ADA}"/>
              </a:ext>
            </a:extLst>
          </p:cNvPr>
          <p:cNvSpPr>
            <a:spLocks noGrp="1"/>
          </p:cNvSpPr>
          <p:nvPr/>
        </p:nvSpPr>
        <p:spPr>
          <a:xfrm>
            <a:off x="746373" y="347663"/>
            <a:ext cx="348407"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09</a:t>
            </a:r>
          </a:p>
        </p:txBody>
      </p:sp>
      <p:sp>
        <p:nvSpPr>
          <p:cNvPr id="6" name="">
            <a:extLst>
              <a:ext uri="{FF2B5EF4-FFF2-40B4-BE49-F238E27FC236}">
                <a16:creationId id="{8798D100-64A0-4AAE-BCF7-2F1239C0B533}"/>
              </a:ext>
            </a:extLst>
          </p:cNvPr>
          <p:cNvSpPr>
            <a:spLocks noGrp="1"/>
          </p:cNvSpPr>
          <p:nvPr/>
        </p:nvSpPr>
        <p:spPr>
          <a:xfrm>
            <a:off x="1266230" y="242292"/>
            <a:ext cx="6141690"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Stage 1 · Retouching encoder and decoder</a:t>
            </a:r>
          </a:p>
        </p:txBody>
      </p:sp>
      <p:pic>
        <p:nvPicPr>
          <p:cNvPr id="7" name=""/>
          <p:cNvPicPr>
            <a:picLocks noChangeAspect="1"/>
          </p:cNvPicPr>
          <p:nvPr/>
        </p:nvPicPr>
        <p:blipFill>
          <a:blip r:embed="R8b506ce8e0d7434e"/>
          <a:srcRect l="4412" t="0" r="4412" b="0"/>
          <a:stretch>
            <a:fillRect l="0" t="0" r="0" b="0"/>
          </a:stretch>
        </p:blipFill>
        <p:spPr>
          <a:xfrm>
            <a:off x="438150" y="1846659"/>
            <a:ext cx="876300" cy="638175"/>
          </a:xfrm>
          <a:prstGeom prst="rect">
            <a:avLst/>
          </a:prstGeom>
        </p:spPr>
      </p:pic>
      <p:sp>
        <p:nvSpPr>
          <p:cNvPr id="8" name="">
            <a:extLst>
              <a:ext uri="{FF2B5EF4-FFF2-40B4-BE49-F238E27FC236}">
                <a16:creationId id="{AC48D6F2-13E1-4D06-8D84-8EE5811A9783}"/>
              </a:ext>
            </a:extLst>
          </p:cNvPr>
          <p:cNvSpPr>
            <a:spLocks noGrp="1"/>
          </p:cNvSpPr>
          <p:nvPr/>
        </p:nvSpPr>
        <p:spPr>
          <a:xfrm>
            <a:off x="1409700" y="2066627"/>
            <a:ext cx="769144"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Original O</a:t>
            </a:r>
          </a:p>
        </p:txBody>
      </p:sp>
      <p:pic>
        <p:nvPicPr>
          <p:cNvPr id="9" name=""/>
          <p:cNvPicPr>
            <a:picLocks noChangeAspect="1"/>
          </p:cNvPicPr>
          <p:nvPr/>
        </p:nvPicPr>
        <p:blipFill>
          <a:blip r:embed="Re6b4709624dd4568"/>
          <a:srcRect l="4275" t="0" r="4275" b="0"/>
          <a:stretch>
            <a:fillRect l="0" t="0" r="0" b="0"/>
          </a:stretch>
        </p:blipFill>
        <p:spPr>
          <a:xfrm>
            <a:off x="438150" y="2580084"/>
            <a:ext cx="876300" cy="638175"/>
          </a:xfrm>
          <a:prstGeom prst="rect">
            <a:avLst/>
          </a:prstGeom>
        </p:spPr>
      </p:pic>
      <p:sp>
        <p:nvSpPr>
          <p:cNvPr id="10" name="">
            <a:extLst>
              <a:ext uri="{FF2B5EF4-FFF2-40B4-BE49-F238E27FC236}">
                <a16:creationId id="{2314D3D4-C8EA-4108-92F7-A11E89E0397F}"/>
              </a:ext>
            </a:extLst>
          </p:cNvPr>
          <p:cNvSpPr>
            <a:spLocks noGrp="1"/>
          </p:cNvSpPr>
          <p:nvPr/>
        </p:nvSpPr>
        <p:spPr>
          <a:xfrm>
            <a:off x="1409700" y="2800052"/>
            <a:ext cx="645468"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Target T</a:t>
            </a:r>
          </a:p>
        </p:txBody>
      </p:sp>
      <p:pic>
        <p:nvPicPr>
          <p:cNvPr id="11" name=""/>
          <p:cNvPicPr>
            <a:picLocks noChangeAspect="1"/>
          </p:cNvPicPr>
          <p:nvPr/>
        </p:nvPicPr>
        <p:blipFill>
          <a:blip r:embed="R0b8c310aaaaa4c99"/>
          <a:srcRect l="4412" t="0" r="4412" b="0"/>
          <a:stretch>
            <a:fillRect l="0" t="0" r="0" b="0"/>
          </a:stretch>
        </p:blipFill>
        <p:spPr>
          <a:xfrm>
            <a:off x="438150" y="3313509"/>
            <a:ext cx="876300" cy="638175"/>
          </a:xfrm>
          <a:prstGeom prst="rect">
            <a:avLst/>
          </a:prstGeom>
        </p:spPr>
      </p:pic>
      <p:sp>
        <p:nvSpPr>
          <p:cNvPr id="12" name="">
            <a:extLst>
              <a:ext uri="{FF2B5EF4-FFF2-40B4-BE49-F238E27FC236}">
                <a16:creationId id="{95D97B91-B8D8-4055-8C2B-2CC743FBE450}"/>
              </a:ext>
            </a:extLst>
          </p:cNvPr>
          <p:cNvSpPr>
            <a:spLocks noGrp="1"/>
          </p:cNvSpPr>
          <p:nvPr/>
        </p:nvSpPr>
        <p:spPr>
          <a:xfrm>
            <a:off x="1409700" y="3434507"/>
            <a:ext cx="802332"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Difference</a:t>
            </a:r>
          </a:p>
        </p:txBody>
      </p:sp>
      <p:sp>
        <p:nvSpPr>
          <p:cNvPr id="13" name="">
            <a:extLst>
              <a:ext uri="{FF2B5EF4-FFF2-40B4-BE49-F238E27FC236}">
                <a16:creationId id="{0AD58605-5D14-45F3-9806-6F7DB5F7148A}"/>
              </a:ext>
            </a:extLst>
          </p:cNvPr>
          <p:cNvSpPr>
            <a:spLocks noGrp="1"/>
          </p:cNvSpPr>
          <p:nvPr/>
        </p:nvSpPr>
        <p:spPr>
          <a:xfrm>
            <a:off x="1409700" y="3632597"/>
            <a:ext cx="453777"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T − O</a:t>
            </a:r>
          </a:p>
        </p:txBody>
      </p:sp>
      <p:sp>
        <p:nvSpPr>
          <p:cNvPr id="14" name="">
            <a:extLst>
              <a:ext uri="{FF2B5EF4-FFF2-40B4-BE49-F238E27FC236}">
                <a16:creationId id="{150557C4-C8BA-471A-883C-9257E07FE4F3}"/>
              </a:ext>
            </a:extLst>
          </p:cNvPr>
          <p:cNvSpPr>
            <a:spLocks noGrp="1"/>
          </p:cNvSpPr>
          <p:nvPr/>
        </p:nvSpPr>
        <p:spPr>
          <a:xfrm>
            <a:off x="438150" y="4046934"/>
            <a:ext cx="1714500" cy="9525"/>
          </a:xfrm>
          <a:prstGeom prst="rect">
            <a:avLst/>
          </a:prstGeom>
          <a:solidFill>
            <a:srgbClr val="D6DCD9"/>
          </a:solidFill>
          <a:ln w="0">
            <a:solidFill>
              <a:srgbClr val="000000">
                <a:alpha val="0"/>
              </a:srgbClr>
            </a:solidFill>
          </a:ln>
        </p:spPr>
      </p:sp>
      <p:sp>
        <p:nvSpPr>
          <p:cNvPr id="15" name="">
            <a:extLst>
              <a:ext uri="{FF2B5EF4-FFF2-40B4-BE49-F238E27FC236}">
                <a16:creationId id="{AA8DF1E9-E604-47F5-9FB8-0C9045E526BC}"/>
              </a:ext>
            </a:extLst>
          </p:cNvPr>
          <p:cNvSpPr>
            <a:spLocks noGrp="1"/>
          </p:cNvSpPr>
          <p:nvPr/>
        </p:nvSpPr>
        <p:spPr>
          <a:xfrm>
            <a:off x="693093" y="4180284"/>
            <a:ext cx="1299716"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9 input channels</a:t>
            </a:r>
          </a:p>
        </p:txBody>
      </p:sp>
      <p:sp>
        <p:nvSpPr>
          <p:cNvPr id="16" name="">
            <a:extLst>
              <a:ext uri="{FF2B5EF4-FFF2-40B4-BE49-F238E27FC236}">
                <a16:creationId id="{A1D62524-8173-43CC-B358-1C11873D8FDB}"/>
              </a:ext>
            </a:extLst>
          </p:cNvPr>
          <p:cNvSpPr>
            <a:spLocks noGrp="1"/>
          </p:cNvSpPr>
          <p:nvPr/>
        </p:nvSpPr>
        <p:spPr>
          <a:xfrm>
            <a:off x="2286000" y="2945160"/>
            <a:ext cx="361950" cy="381000"/>
          </a:xfrm>
          <a:prstGeom prst="rect">
            <a:avLst/>
          </a:prstGeom>
          <a:solidFill>
            <a:srgbClr val="000000">
              <a:alpha val="0"/>
            </a:srgbClr>
          </a:solidFill>
          <a:ln w="0">
            <a:solidFill>
              <a:srgbClr val="000000">
                <a:alpha val="0"/>
              </a:srgbClr>
            </a:solidFill>
          </a:ln>
        </p:spPr>
        <p:txBody>
          <a:bodyPr lIns="0" tIns="0" rIns="0" bIns="0" anchor="ctr"/>
          <a:lstStyle/>
          <a:p>
            <a:r>
              <a:rPr sz="1911" b="0">
                <a:solidFill>
                  <a:srgbClr val="68727A"/>
                </a:solidFill>
              </a:rPr>
              <a:t>→</a:t>
            </a:r>
          </a:p>
        </p:txBody>
      </p:sp>
      <p:sp>
        <p:nvSpPr>
          <p:cNvPr id="17" name="">
            <a:extLst>
              <a:ext uri="{FF2B5EF4-FFF2-40B4-BE49-F238E27FC236}">
                <a16:creationId id="{96D4D094-E60A-4362-8110-45285DEBE4B4}"/>
              </a:ext>
            </a:extLst>
          </p:cNvPr>
          <p:cNvSpPr>
            <a:spLocks noGrp="1"/>
          </p:cNvSpPr>
          <p:nvPr/>
        </p:nvSpPr>
        <p:spPr>
          <a:xfrm>
            <a:off x="2686050" y="1288256"/>
            <a:ext cx="2143125" cy="3675757"/>
          </a:xfrm>
          <a:prstGeom prst="rect">
            <a:avLst/>
          </a:prstGeom>
          <a:solidFill>
            <a:srgbClr val="ECEFEB"/>
          </a:solidFill>
          <a:ln w="0">
            <a:solidFill>
              <a:srgbClr val="000000">
                <a:alpha val="0"/>
              </a:srgbClr>
            </a:solidFill>
          </a:ln>
        </p:spPr>
      </p:sp>
      <p:sp>
        <p:nvSpPr>
          <p:cNvPr id="18" name="">
            <a:extLst>
              <a:ext uri="{FF2B5EF4-FFF2-40B4-BE49-F238E27FC236}">
                <a16:creationId id="{A9F7E2CE-D35F-4A99-8260-12E787A0C0B0}"/>
              </a:ext>
            </a:extLst>
          </p:cNvPr>
          <p:cNvSpPr>
            <a:spLocks noGrp="1"/>
          </p:cNvSpPr>
          <p:nvPr/>
        </p:nvSpPr>
        <p:spPr>
          <a:xfrm>
            <a:off x="3292673" y="1431131"/>
            <a:ext cx="1025128" cy="419100"/>
          </a:xfrm>
          <a:prstGeom prst="rect">
            <a:avLst/>
          </a:prstGeom>
          <a:solidFill>
            <a:srgbClr val="000000">
              <a:alpha val="0"/>
            </a:srgbClr>
          </a:solidFill>
          <a:ln w="0">
            <a:solidFill>
              <a:srgbClr val="000000">
                <a:alpha val="0"/>
              </a:srgbClr>
            </a:solidFill>
          </a:ln>
        </p:spPr>
        <p:txBody>
          <a:bodyPr lIns="0" tIns="0" rIns="0" bIns="0" anchor="ctr"/>
          <a:lstStyle/>
          <a:p>
            <a:r>
              <a:rPr sz="1775" b="0">
                <a:solidFill>
                  <a:srgbClr val="20272D"/>
                </a:solidFill>
              </a:rPr>
              <a:t>Encoder</a:t>
            </a:r>
          </a:p>
        </p:txBody>
      </p:sp>
      <p:sp>
        <p:nvSpPr>
          <p:cNvPr id="19" name="">
            <a:extLst>
              <a:ext uri="{FF2B5EF4-FFF2-40B4-BE49-F238E27FC236}">
                <a16:creationId id="{E782816E-3E63-4389-9E88-4DD316D3CF6D}"/>
              </a:ext>
            </a:extLst>
          </p:cNvPr>
          <p:cNvSpPr>
            <a:spLocks noGrp="1"/>
          </p:cNvSpPr>
          <p:nvPr/>
        </p:nvSpPr>
        <p:spPr>
          <a:xfrm>
            <a:off x="3109913" y="1893682"/>
            <a:ext cx="238125" cy="955490"/>
          </a:xfrm>
          <a:prstGeom prst="rect">
            <a:avLst/>
          </a:prstGeom>
          <a:solidFill>
            <a:srgbClr val="806D83"/>
          </a:solidFill>
          <a:ln w="0">
            <a:solidFill>
              <a:srgbClr val="000000">
                <a:alpha val="0"/>
              </a:srgbClr>
            </a:solidFill>
          </a:ln>
        </p:spPr>
      </p:sp>
      <p:sp>
        <p:nvSpPr>
          <p:cNvPr id="20" name="">
            <a:extLst>
              <a:ext uri="{FF2B5EF4-FFF2-40B4-BE49-F238E27FC236}">
                <a16:creationId id="{5C9942C3-4934-4B47-89D3-E49C1B69B66F}"/>
              </a:ext>
            </a:extLst>
          </p:cNvPr>
          <p:cNvSpPr>
            <a:spLocks noGrp="1"/>
          </p:cNvSpPr>
          <p:nvPr/>
        </p:nvSpPr>
        <p:spPr>
          <a:xfrm>
            <a:off x="3109913" y="1893682"/>
            <a:ext cx="238125" cy="9525"/>
          </a:xfrm>
          <a:prstGeom prst="rect">
            <a:avLst/>
          </a:prstGeom>
          <a:solidFill>
            <a:srgbClr val="68727A"/>
          </a:solidFill>
          <a:ln w="0">
            <a:solidFill>
              <a:srgbClr val="000000">
                <a:alpha val="0"/>
              </a:srgbClr>
            </a:solidFill>
          </a:ln>
        </p:spPr>
      </p:sp>
      <p:sp>
        <p:nvSpPr>
          <p:cNvPr id="21" name="">
            <a:extLst>
              <a:ext uri="{FF2B5EF4-FFF2-40B4-BE49-F238E27FC236}">
                <a16:creationId id="{A118635D-9AE1-47A9-BFB2-69135B9DEE44}"/>
              </a:ext>
            </a:extLst>
          </p:cNvPr>
          <p:cNvSpPr>
            <a:spLocks noGrp="1"/>
          </p:cNvSpPr>
          <p:nvPr/>
        </p:nvSpPr>
        <p:spPr>
          <a:xfrm>
            <a:off x="3109913" y="2839647"/>
            <a:ext cx="238125" cy="9525"/>
          </a:xfrm>
          <a:prstGeom prst="rect">
            <a:avLst/>
          </a:prstGeom>
          <a:solidFill>
            <a:srgbClr val="68727A"/>
          </a:solidFill>
          <a:ln w="0">
            <a:solidFill>
              <a:srgbClr val="000000">
                <a:alpha val="0"/>
              </a:srgbClr>
            </a:solidFill>
          </a:ln>
        </p:spPr>
      </p:sp>
      <p:sp>
        <p:nvSpPr>
          <p:cNvPr id="22" name="">
            <a:extLst>
              <a:ext uri="{FF2B5EF4-FFF2-40B4-BE49-F238E27FC236}">
                <a16:creationId id="{237F1938-59FF-4DB5-9090-0D6601D3EF70}"/>
              </a:ext>
            </a:extLst>
          </p:cNvPr>
          <p:cNvSpPr>
            <a:spLocks noGrp="1"/>
          </p:cNvSpPr>
          <p:nvPr/>
        </p:nvSpPr>
        <p:spPr>
          <a:xfrm>
            <a:off x="3109913" y="1893682"/>
            <a:ext cx="9525" cy="955490"/>
          </a:xfrm>
          <a:prstGeom prst="rect">
            <a:avLst/>
          </a:prstGeom>
          <a:solidFill>
            <a:srgbClr val="68727A"/>
          </a:solidFill>
          <a:ln w="0">
            <a:solidFill>
              <a:srgbClr val="000000">
                <a:alpha val="0"/>
              </a:srgbClr>
            </a:solidFill>
          </a:ln>
        </p:spPr>
      </p:sp>
      <p:sp>
        <p:nvSpPr>
          <p:cNvPr id="23" name="">
            <a:extLst>
              <a:ext uri="{FF2B5EF4-FFF2-40B4-BE49-F238E27FC236}">
                <a16:creationId id="{41DBCA69-40B1-4133-B69C-5900B68D2434}"/>
              </a:ext>
            </a:extLst>
          </p:cNvPr>
          <p:cNvSpPr>
            <a:spLocks noGrp="1"/>
          </p:cNvSpPr>
          <p:nvPr/>
        </p:nvSpPr>
        <p:spPr>
          <a:xfrm>
            <a:off x="3338513" y="1893682"/>
            <a:ext cx="9525" cy="955490"/>
          </a:xfrm>
          <a:prstGeom prst="rect">
            <a:avLst/>
          </a:prstGeom>
          <a:solidFill>
            <a:srgbClr val="68727A"/>
          </a:solidFill>
          <a:ln w="0">
            <a:solidFill>
              <a:srgbClr val="000000">
                <a:alpha val="0"/>
              </a:srgbClr>
            </a:solidFill>
          </a:ln>
        </p:spPr>
      </p:sp>
      <p:sp>
        <p:nvSpPr>
          <p:cNvPr id="24" name="">
            <a:extLst>
              <a:ext uri="{FF2B5EF4-FFF2-40B4-BE49-F238E27FC236}">
                <a16:creationId id="{23C067DC-44F1-41F5-9491-1EADA0EA2E8D}"/>
              </a:ext>
            </a:extLst>
          </p:cNvPr>
          <p:cNvSpPr>
            <a:spLocks noGrp="1"/>
          </p:cNvSpPr>
          <p:nvPr/>
        </p:nvSpPr>
        <p:spPr>
          <a:xfrm>
            <a:off x="3462338" y="1988932"/>
            <a:ext cx="238125" cy="764990"/>
          </a:xfrm>
          <a:prstGeom prst="rect">
            <a:avLst/>
          </a:prstGeom>
          <a:solidFill>
            <a:srgbClr val="806D83"/>
          </a:solidFill>
          <a:ln w="0">
            <a:solidFill>
              <a:srgbClr val="000000">
                <a:alpha val="0"/>
              </a:srgbClr>
            </a:solidFill>
          </a:ln>
        </p:spPr>
      </p:sp>
      <p:sp>
        <p:nvSpPr>
          <p:cNvPr id="25" name="">
            <a:extLst>
              <a:ext uri="{FF2B5EF4-FFF2-40B4-BE49-F238E27FC236}">
                <a16:creationId id="{95F0EB2F-F8B8-4E84-B8CC-3E78772DC166}"/>
              </a:ext>
            </a:extLst>
          </p:cNvPr>
          <p:cNvSpPr>
            <a:spLocks noGrp="1"/>
          </p:cNvSpPr>
          <p:nvPr/>
        </p:nvSpPr>
        <p:spPr>
          <a:xfrm>
            <a:off x="3462338" y="1988932"/>
            <a:ext cx="238125" cy="9525"/>
          </a:xfrm>
          <a:prstGeom prst="rect">
            <a:avLst/>
          </a:prstGeom>
          <a:solidFill>
            <a:srgbClr val="68727A"/>
          </a:solidFill>
          <a:ln w="0">
            <a:solidFill>
              <a:srgbClr val="000000">
                <a:alpha val="0"/>
              </a:srgbClr>
            </a:solidFill>
          </a:ln>
        </p:spPr>
      </p:sp>
      <p:sp>
        <p:nvSpPr>
          <p:cNvPr id="26" name="">
            <a:extLst>
              <a:ext uri="{FF2B5EF4-FFF2-40B4-BE49-F238E27FC236}">
                <a16:creationId id="{9D3ACE38-0C9B-4862-A249-3ABC4B7649F7}"/>
              </a:ext>
            </a:extLst>
          </p:cNvPr>
          <p:cNvSpPr>
            <a:spLocks noGrp="1"/>
          </p:cNvSpPr>
          <p:nvPr/>
        </p:nvSpPr>
        <p:spPr>
          <a:xfrm>
            <a:off x="3462338" y="2744397"/>
            <a:ext cx="238125" cy="9525"/>
          </a:xfrm>
          <a:prstGeom prst="rect">
            <a:avLst/>
          </a:prstGeom>
          <a:solidFill>
            <a:srgbClr val="68727A"/>
          </a:solidFill>
          <a:ln w="0">
            <a:solidFill>
              <a:srgbClr val="000000">
                <a:alpha val="0"/>
              </a:srgbClr>
            </a:solidFill>
          </a:ln>
        </p:spPr>
      </p:sp>
      <p:sp>
        <p:nvSpPr>
          <p:cNvPr id="27" name="">
            <a:extLst>
              <a:ext uri="{FF2B5EF4-FFF2-40B4-BE49-F238E27FC236}">
                <a16:creationId id="{EFC0EFAA-0948-40E9-A6F6-5B5ECF05073A}"/>
              </a:ext>
            </a:extLst>
          </p:cNvPr>
          <p:cNvSpPr>
            <a:spLocks noGrp="1"/>
          </p:cNvSpPr>
          <p:nvPr/>
        </p:nvSpPr>
        <p:spPr>
          <a:xfrm>
            <a:off x="3462338" y="1988932"/>
            <a:ext cx="9525" cy="764990"/>
          </a:xfrm>
          <a:prstGeom prst="rect">
            <a:avLst/>
          </a:prstGeom>
          <a:solidFill>
            <a:srgbClr val="68727A"/>
          </a:solidFill>
          <a:ln w="0">
            <a:solidFill>
              <a:srgbClr val="000000">
                <a:alpha val="0"/>
              </a:srgbClr>
            </a:solidFill>
          </a:ln>
        </p:spPr>
      </p:sp>
      <p:sp>
        <p:nvSpPr>
          <p:cNvPr id="28" name="">
            <a:extLst>
              <a:ext uri="{FF2B5EF4-FFF2-40B4-BE49-F238E27FC236}">
                <a16:creationId id="{610F2B1E-EE74-495B-9F25-15CA39FF7796}"/>
              </a:ext>
            </a:extLst>
          </p:cNvPr>
          <p:cNvSpPr>
            <a:spLocks noGrp="1"/>
          </p:cNvSpPr>
          <p:nvPr/>
        </p:nvSpPr>
        <p:spPr>
          <a:xfrm>
            <a:off x="3690938" y="1988932"/>
            <a:ext cx="9525" cy="764990"/>
          </a:xfrm>
          <a:prstGeom prst="rect">
            <a:avLst/>
          </a:prstGeom>
          <a:solidFill>
            <a:srgbClr val="68727A"/>
          </a:solidFill>
          <a:ln w="0">
            <a:solidFill>
              <a:srgbClr val="000000">
                <a:alpha val="0"/>
              </a:srgbClr>
            </a:solidFill>
          </a:ln>
        </p:spPr>
      </p:sp>
      <p:sp>
        <p:nvSpPr>
          <p:cNvPr id="29" name="">
            <a:extLst>
              <a:ext uri="{FF2B5EF4-FFF2-40B4-BE49-F238E27FC236}">
                <a16:creationId id="{6C48D03D-6C03-4DBA-A850-FE5E847384AC}"/>
              </a:ext>
            </a:extLst>
          </p:cNvPr>
          <p:cNvSpPr>
            <a:spLocks noGrp="1"/>
          </p:cNvSpPr>
          <p:nvPr/>
        </p:nvSpPr>
        <p:spPr>
          <a:xfrm>
            <a:off x="3814763" y="2084182"/>
            <a:ext cx="238125" cy="574490"/>
          </a:xfrm>
          <a:prstGeom prst="rect">
            <a:avLst/>
          </a:prstGeom>
          <a:solidFill>
            <a:srgbClr val="806D83"/>
          </a:solidFill>
          <a:ln w="0">
            <a:solidFill>
              <a:srgbClr val="000000">
                <a:alpha val="0"/>
              </a:srgbClr>
            </a:solidFill>
          </a:ln>
        </p:spPr>
      </p:sp>
      <p:sp>
        <p:nvSpPr>
          <p:cNvPr id="30" name="">
            <a:extLst>
              <a:ext uri="{FF2B5EF4-FFF2-40B4-BE49-F238E27FC236}">
                <a16:creationId id="{FA18F8D2-3EE9-4952-BEBC-6C4C460E7267}"/>
              </a:ext>
            </a:extLst>
          </p:cNvPr>
          <p:cNvSpPr>
            <a:spLocks noGrp="1"/>
          </p:cNvSpPr>
          <p:nvPr/>
        </p:nvSpPr>
        <p:spPr>
          <a:xfrm>
            <a:off x="3814763" y="2084182"/>
            <a:ext cx="238125" cy="9525"/>
          </a:xfrm>
          <a:prstGeom prst="rect">
            <a:avLst/>
          </a:prstGeom>
          <a:solidFill>
            <a:srgbClr val="68727A"/>
          </a:solidFill>
          <a:ln w="0">
            <a:solidFill>
              <a:srgbClr val="000000">
                <a:alpha val="0"/>
              </a:srgbClr>
            </a:solidFill>
          </a:ln>
        </p:spPr>
      </p:sp>
      <p:sp>
        <p:nvSpPr>
          <p:cNvPr id="31" name="">
            <a:extLst>
              <a:ext uri="{FF2B5EF4-FFF2-40B4-BE49-F238E27FC236}">
                <a16:creationId id="{F4FE7E5A-E693-4B10-82BD-56978550EFE4}"/>
              </a:ext>
            </a:extLst>
          </p:cNvPr>
          <p:cNvSpPr>
            <a:spLocks noGrp="1"/>
          </p:cNvSpPr>
          <p:nvPr/>
        </p:nvSpPr>
        <p:spPr>
          <a:xfrm>
            <a:off x="3814763" y="2649147"/>
            <a:ext cx="238125" cy="9525"/>
          </a:xfrm>
          <a:prstGeom prst="rect">
            <a:avLst/>
          </a:prstGeom>
          <a:solidFill>
            <a:srgbClr val="68727A"/>
          </a:solidFill>
          <a:ln w="0">
            <a:solidFill>
              <a:srgbClr val="000000">
                <a:alpha val="0"/>
              </a:srgbClr>
            </a:solidFill>
          </a:ln>
        </p:spPr>
      </p:sp>
      <p:sp>
        <p:nvSpPr>
          <p:cNvPr id="32" name="">
            <a:extLst>
              <a:ext uri="{FF2B5EF4-FFF2-40B4-BE49-F238E27FC236}">
                <a16:creationId id="{21924D30-A275-48D9-B116-638F2B7C2036}"/>
              </a:ext>
            </a:extLst>
          </p:cNvPr>
          <p:cNvSpPr>
            <a:spLocks noGrp="1"/>
          </p:cNvSpPr>
          <p:nvPr/>
        </p:nvSpPr>
        <p:spPr>
          <a:xfrm>
            <a:off x="3814763" y="2084182"/>
            <a:ext cx="9525" cy="574490"/>
          </a:xfrm>
          <a:prstGeom prst="rect">
            <a:avLst/>
          </a:prstGeom>
          <a:solidFill>
            <a:srgbClr val="68727A"/>
          </a:solidFill>
          <a:ln w="0">
            <a:solidFill>
              <a:srgbClr val="000000">
                <a:alpha val="0"/>
              </a:srgbClr>
            </a:solidFill>
          </a:ln>
        </p:spPr>
      </p:sp>
      <p:sp>
        <p:nvSpPr>
          <p:cNvPr id="33" name="">
            <a:extLst>
              <a:ext uri="{FF2B5EF4-FFF2-40B4-BE49-F238E27FC236}">
                <a16:creationId id="{0F8598ED-3442-4427-84CF-943C291F19D8}"/>
              </a:ext>
            </a:extLst>
          </p:cNvPr>
          <p:cNvSpPr>
            <a:spLocks noGrp="1"/>
          </p:cNvSpPr>
          <p:nvPr/>
        </p:nvSpPr>
        <p:spPr>
          <a:xfrm>
            <a:off x="4043363" y="2084182"/>
            <a:ext cx="9525" cy="574490"/>
          </a:xfrm>
          <a:prstGeom prst="rect">
            <a:avLst/>
          </a:prstGeom>
          <a:solidFill>
            <a:srgbClr val="68727A"/>
          </a:solidFill>
          <a:ln w="0">
            <a:solidFill>
              <a:srgbClr val="000000">
                <a:alpha val="0"/>
              </a:srgbClr>
            </a:solidFill>
          </a:ln>
        </p:spPr>
      </p:sp>
      <p:sp>
        <p:nvSpPr>
          <p:cNvPr id="34" name="">
            <a:extLst>
              <a:ext uri="{FF2B5EF4-FFF2-40B4-BE49-F238E27FC236}">
                <a16:creationId id="{B5D42477-FE6B-472E-A5C4-0D8DA7AF18B5}"/>
              </a:ext>
            </a:extLst>
          </p:cNvPr>
          <p:cNvSpPr>
            <a:spLocks noGrp="1"/>
          </p:cNvSpPr>
          <p:nvPr/>
        </p:nvSpPr>
        <p:spPr>
          <a:xfrm>
            <a:off x="4167188" y="2179432"/>
            <a:ext cx="238125" cy="383990"/>
          </a:xfrm>
          <a:prstGeom prst="rect">
            <a:avLst/>
          </a:prstGeom>
          <a:solidFill>
            <a:srgbClr val="806D83"/>
          </a:solidFill>
          <a:ln w="0">
            <a:solidFill>
              <a:srgbClr val="000000">
                <a:alpha val="0"/>
              </a:srgbClr>
            </a:solidFill>
          </a:ln>
        </p:spPr>
      </p:sp>
      <p:sp>
        <p:nvSpPr>
          <p:cNvPr id="35" name="">
            <a:extLst>
              <a:ext uri="{FF2B5EF4-FFF2-40B4-BE49-F238E27FC236}">
                <a16:creationId id="{6636AFD8-DEC2-42E6-A386-8D2161BE14CA}"/>
              </a:ext>
            </a:extLst>
          </p:cNvPr>
          <p:cNvSpPr>
            <a:spLocks noGrp="1"/>
          </p:cNvSpPr>
          <p:nvPr/>
        </p:nvSpPr>
        <p:spPr>
          <a:xfrm>
            <a:off x="4167188" y="2179432"/>
            <a:ext cx="238125" cy="9525"/>
          </a:xfrm>
          <a:prstGeom prst="rect">
            <a:avLst/>
          </a:prstGeom>
          <a:solidFill>
            <a:srgbClr val="68727A"/>
          </a:solidFill>
          <a:ln w="0">
            <a:solidFill>
              <a:srgbClr val="000000">
                <a:alpha val="0"/>
              </a:srgbClr>
            </a:solidFill>
          </a:ln>
        </p:spPr>
      </p:sp>
      <p:sp>
        <p:nvSpPr>
          <p:cNvPr id="36" name="">
            <a:extLst>
              <a:ext uri="{FF2B5EF4-FFF2-40B4-BE49-F238E27FC236}">
                <a16:creationId id="{1C521862-CFA2-4886-87C0-48774A61AD1E}"/>
              </a:ext>
            </a:extLst>
          </p:cNvPr>
          <p:cNvSpPr>
            <a:spLocks noGrp="1"/>
          </p:cNvSpPr>
          <p:nvPr/>
        </p:nvSpPr>
        <p:spPr>
          <a:xfrm>
            <a:off x="4167188" y="2553897"/>
            <a:ext cx="238125" cy="9525"/>
          </a:xfrm>
          <a:prstGeom prst="rect">
            <a:avLst/>
          </a:prstGeom>
          <a:solidFill>
            <a:srgbClr val="68727A"/>
          </a:solidFill>
          <a:ln w="0">
            <a:solidFill>
              <a:srgbClr val="000000">
                <a:alpha val="0"/>
              </a:srgbClr>
            </a:solidFill>
          </a:ln>
        </p:spPr>
      </p:sp>
      <p:sp>
        <p:nvSpPr>
          <p:cNvPr id="37" name="">
            <a:extLst>
              <a:ext uri="{FF2B5EF4-FFF2-40B4-BE49-F238E27FC236}">
                <a16:creationId id="{D0E06979-9EA9-49C0-A87E-B2C69A0062FD}"/>
              </a:ext>
            </a:extLst>
          </p:cNvPr>
          <p:cNvSpPr>
            <a:spLocks noGrp="1"/>
          </p:cNvSpPr>
          <p:nvPr/>
        </p:nvSpPr>
        <p:spPr>
          <a:xfrm>
            <a:off x="4167188" y="2179432"/>
            <a:ext cx="9525" cy="383990"/>
          </a:xfrm>
          <a:prstGeom prst="rect">
            <a:avLst/>
          </a:prstGeom>
          <a:solidFill>
            <a:srgbClr val="68727A"/>
          </a:solidFill>
          <a:ln w="0">
            <a:solidFill>
              <a:srgbClr val="000000">
                <a:alpha val="0"/>
              </a:srgbClr>
            </a:solidFill>
          </a:ln>
        </p:spPr>
      </p:sp>
      <p:sp>
        <p:nvSpPr>
          <p:cNvPr id="38" name="">
            <a:extLst>
              <a:ext uri="{FF2B5EF4-FFF2-40B4-BE49-F238E27FC236}">
                <a16:creationId id="{40BD2B54-9E43-4450-BA2A-862460FA3BD1}"/>
              </a:ext>
            </a:extLst>
          </p:cNvPr>
          <p:cNvSpPr>
            <a:spLocks noGrp="1"/>
          </p:cNvSpPr>
          <p:nvPr/>
        </p:nvSpPr>
        <p:spPr>
          <a:xfrm>
            <a:off x="4395788" y="2179432"/>
            <a:ext cx="9525" cy="383990"/>
          </a:xfrm>
          <a:prstGeom prst="rect">
            <a:avLst/>
          </a:prstGeom>
          <a:solidFill>
            <a:srgbClr val="68727A"/>
          </a:solidFill>
          <a:ln w="0">
            <a:solidFill>
              <a:srgbClr val="000000">
                <a:alpha val="0"/>
              </a:srgbClr>
            </a:solidFill>
          </a:ln>
        </p:spPr>
      </p:sp>
      <p:sp>
        <p:nvSpPr>
          <p:cNvPr id="39" name="">
            <a:extLst>
              <a:ext uri="{FF2B5EF4-FFF2-40B4-BE49-F238E27FC236}">
                <a16:creationId id="{EB05369E-03C5-4EEB-952D-D94F70613FCE}"/>
              </a:ext>
            </a:extLst>
          </p:cNvPr>
          <p:cNvSpPr>
            <a:spLocks noGrp="1"/>
          </p:cNvSpPr>
          <p:nvPr/>
        </p:nvSpPr>
        <p:spPr>
          <a:xfrm>
            <a:off x="3273028" y="2971502"/>
            <a:ext cx="1064270"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68727A"/>
                </a:solidFill>
              </a:rPr>
              <a:t>Convolution</a:t>
            </a:r>
          </a:p>
        </p:txBody>
      </p:sp>
      <p:sp>
        <p:nvSpPr>
          <p:cNvPr id="40" name="">
            <a:extLst>
              <a:ext uri="{FF2B5EF4-FFF2-40B4-BE49-F238E27FC236}">
                <a16:creationId id="{A7CD2E25-AB34-488D-B676-E1D2D3337981}"/>
              </a:ext>
            </a:extLst>
          </p:cNvPr>
          <p:cNvSpPr>
            <a:spLocks noGrp="1"/>
          </p:cNvSpPr>
          <p:nvPr/>
        </p:nvSpPr>
        <p:spPr>
          <a:xfrm>
            <a:off x="3088035" y="3233886"/>
            <a:ext cx="1434405"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68727A"/>
                </a:solidFill>
              </a:rPr>
              <a:t>+ downsampling</a:t>
            </a:r>
          </a:p>
        </p:txBody>
      </p:sp>
      <p:sp>
        <p:nvSpPr>
          <p:cNvPr id="41" name="">
            <a:extLst>
              <a:ext uri="{FF2B5EF4-FFF2-40B4-BE49-F238E27FC236}">
                <a16:creationId id="{E36EAAF1-180F-4BCF-9BE5-668B2455B70F}"/>
              </a:ext>
            </a:extLst>
          </p:cNvPr>
          <p:cNvSpPr>
            <a:spLocks noGrp="1"/>
          </p:cNvSpPr>
          <p:nvPr/>
        </p:nvSpPr>
        <p:spPr>
          <a:xfrm>
            <a:off x="3126432" y="3601045"/>
            <a:ext cx="1262211" cy="419993"/>
          </a:xfrm>
          <a:prstGeom prst="rect">
            <a:avLst/>
          </a:prstGeom>
          <a:solidFill>
            <a:srgbClr val="F7F7F3"/>
          </a:solidFill>
          <a:ln w="0">
            <a:solidFill>
              <a:srgbClr val="000000">
                <a:alpha val="0"/>
              </a:srgbClr>
            </a:solidFill>
          </a:ln>
        </p:spPr>
      </p:sp>
      <p:sp>
        <p:nvSpPr>
          <p:cNvPr id="42" name="">
            <a:extLst>
              <a:ext uri="{FF2B5EF4-FFF2-40B4-BE49-F238E27FC236}">
                <a16:creationId id="{F48B5952-6FAA-4E6C-BB28-2D725BE4101D}"/>
              </a:ext>
            </a:extLst>
          </p:cNvPr>
          <p:cNvSpPr>
            <a:spLocks noGrp="1"/>
          </p:cNvSpPr>
          <p:nvPr/>
        </p:nvSpPr>
        <p:spPr>
          <a:xfrm>
            <a:off x="3126432" y="3601045"/>
            <a:ext cx="1262211" cy="9525"/>
          </a:xfrm>
          <a:prstGeom prst="rect">
            <a:avLst/>
          </a:prstGeom>
          <a:solidFill>
            <a:srgbClr val="D6DCD9"/>
          </a:solidFill>
          <a:ln w="0">
            <a:solidFill>
              <a:srgbClr val="000000">
                <a:alpha val="0"/>
              </a:srgbClr>
            </a:solidFill>
          </a:ln>
        </p:spPr>
      </p:sp>
      <p:sp>
        <p:nvSpPr>
          <p:cNvPr id="43" name="">
            <a:extLst>
              <a:ext uri="{FF2B5EF4-FFF2-40B4-BE49-F238E27FC236}">
                <a16:creationId id="{D4EE3A91-5AA8-41CF-8CDF-B71887082BCE}"/>
              </a:ext>
            </a:extLst>
          </p:cNvPr>
          <p:cNvSpPr>
            <a:spLocks noGrp="1"/>
          </p:cNvSpPr>
          <p:nvPr/>
        </p:nvSpPr>
        <p:spPr>
          <a:xfrm>
            <a:off x="3126432" y="4011513"/>
            <a:ext cx="1262211" cy="9525"/>
          </a:xfrm>
          <a:prstGeom prst="rect">
            <a:avLst/>
          </a:prstGeom>
          <a:solidFill>
            <a:srgbClr val="D6DCD9"/>
          </a:solidFill>
          <a:ln w="0">
            <a:solidFill>
              <a:srgbClr val="000000">
                <a:alpha val="0"/>
              </a:srgbClr>
            </a:solidFill>
          </a:ln>
        </p:spPr>
      </p:sp>
      <p:sp>
        <p:nvSpPr>
          <p:cNvPr id="44" name="">
            <a:extLst>
              <a:ext uri="{FF2B5EF4-FFF2-40B4-BE49-F238E27FC236}">
                <a16:creationId id="{9609A6CB-FC40-41AC-B7A2-5BE33B0C4C0A}"/>
              </a:ext>
            </a:extLst>
          </p:cNvPr>
          <p:cNvSpPr>
            <a:spLocks noGrp="1"/>
          </p:cNvSpPr>
          <p:nvPr/>
        </p:nvSpPr>
        <p:spPr>
          <a:xfrm>
            <a:off x="3126432" y="3601045"/>
            <a:ext cx="9525" cy="419993"/>
          </a:xfrm>
          <a:prstGeom prst="rect">
            <a:avLst/>
          </a:prstGeom>
          <a:solidFill>
            <a:srgbClr val="D6DCD9"/>
          </a:solidFill>
          <a:ln w="0">
            <a:solidFill>
              <a:srgbClr val="000000">
                <a:alpha val="0"/>
              </a:srgbClr>
            </a:solidFill>
          </a:ln>
        </p:spPr>
      </p:sp>
      <p:sp>
        <p:nvSpPr>
          <p:cNvPr id="45" name="">
            <a:extLst>
              <a:ext uri="{FF2B5EF4-FFF2-40B4-BE49-F238E27FC236}">
                <a16:creationId id="{5C8E1F75-9F4A-4F14-BA51-6FEF7CB236C4}"/>
              </a:ext>
            </a:extLst>
          </p:cNvPr>
          <p:cNvSpPr>
            <a:spLocks noGrp="1"/>
          </p:cNvSpPr>
          <p:nvPr/>
        </p:nvSpPr>
        <p:spPr>
          <a:xfrm>
            <a:off x="4379119" y="3601045"/>
            <a:ext cx="9525" cy="419993"/>
          </a:xfrm>
          <a:prstGeom prst="rect">
            <a:avLst/>
          </a:prstGeom>
          <a:solidFill>
            <a:srgbClr val="D6DCD9"/>
          </a:solidFill>
          <a:ln w="0">
            <a:solidFill>
              <a:srgbClr val="000000">
                <a:alpha val="0"/>
              </a:srgbClr>
            </a:solidFill>
          </a:ln>
        </p:spPr>
      </p:sp>
      <p:sp>
        <p:nvSpPr>
          <p:cNvPr id="46" name="">
            <a:extLst>
              <a:ext uri="{FF2B5EF4-FFF2-40B4-BE49-F238E27FC236}">
                <a16:creationId id="{916F824F-65C5-440D-919A-98AEA5B43312}"/>
              </a:ext>
            </a:extLst>
          </p:cNvPr>
          <p:cNvSpPr>
            <a:spLocks noGrp="1"/>
          </p:cNvSpPr>
          <p:nvPr/>
        </p:nvSpPr>
        <p:spPr>
          <a:xfrm>
            <a:off x="3259782" y="3696295"/>
            <a:ext cx="1090761"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20272D"/>
                </a:solidFill>
              </a:rPr>
              <a:t>Flatten → FC</a:t>
            </a:r>
          </a:p>
        </p:txBody>
      </p:sp>
      <p:sp>
        <p:nvSpPr>
          <p:cNvPr id="47" name="">
            <a:extLst>
              <a:ext uri="{FF2B5EF4-FFF2-40B4-BE49-F238E27FC236}">
                <a16:creationId id="{8BAB28E2-AB5C-47BE-BFDF-B28D6B915767}"/>
              </a:ext>
            </a:extLst>
          </p:cNvPr>
          <p:cNvSpPr>
            <a:spLocks noGrp="1"/>
          </p:cNvSpPr>
          <p:nvPr/>
        </p:nvSpPr>
        <p:spPr>
          <a:xfrm>
            <a:off x="2895005" y="4135338"/>
            <a:ext cx="495449" cy="638175"/>
          </a:xfrm>
          <a:prstGeom prst="rect">
            <a:avLst/>
          </a:prstGeom>
          <a:solidFill>
            <a:srgbClr val="F3DF4F"/>
          </a:solidFill>
          <a:ln w="0">
            <a:solidFill>
              <a:srgbClr val="000000">
                <a:alpha val="0"/>
              </a:srgbClr>
            </a:solidFill>
          </a:ln>
        </p:spPr>
      </p:sp>
      <p:sp>
        <p:nvSpPr>
          <p:cNvPr id="48" name="">
            <a:extLst>
              <a:ext uri="{FF2B5EF4-FFF2-40B4-BE49-F238E27FC236}">
                <a16:creationId id="{230CFAA6-5AD6-4BB8-80C9-809D1B5401FF}"/>
              </a:ext>
            </a:extLst>
          </p:cNvPr>
          <p:cNvSpPr>
            <a:spLocks noGrp="1"/>
          </p:cNvSpPr>
          <p:nvPr/>
        </p:nvSpPr>
        <p:spPr>
          <a:xfrm>
            <a:off x="3056930" y="4192488"/>
            <a:ext cx="303371" cy="552450"/>
          </a:xfrm>
          <a:prstGeom prst="rect">
            <a:avLst/>
          </a:prstGeom>
          <a:solidFill>
            <a:srgbClr val="000000">
              <a:alpha val="0"/>
            </a:srgbClr>
          </a:solidFill>
          <a:ln w="0">
            <a:solidFill>
              <a:srgbClr val="000000">
                <a:alpha val="0"/>
              </a:srgbClr>
            </a:solidFill>
          </a:ln>
        </p:spPr>
        <p:txBody>
          <a:bodyPr lIns="0" tIns="0" rIns="0" bIns="0" anchor="ctr"/>
          <a:lstStyle/>
          <a:p>
            <a:r>
              <a:rPr sz="2389" b="0">
                <a:solidFill>
                  <a:srgbClr val="20272D"/>
                </a:solidFill>
              </a:rPr>
              <a:t>z</a:t>
            </a:r>
          </a:p>
        </p:txBody>
      </p:sp>
      <p:sp>
        <p:nvSpPr>
          <p:cNvPr id="49" name="">
            <a:extLst>
              <a:ext uri="{FF2B5EF4-FFF2-40B4-BE49-F238E27FC236}">
                <a16:creationId id="{E1AC542C-45E9-4A39-A3E3-0E290F1C7EE5}"/>
              </a:ext>
            </a:extLst>
          </p:cNvPr>
          <p:cNvSpPr>
            <a:spLocks noGrp="1"/>
          </p:cNvSpPr>
          <p:nvPr/>
        </p:nvSpPr>
        <p:spPr>
          <a:xfrm>
            <a:off x="3542854" y="4344888"/>
            <a:ext cx="1172617"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20272D"/>
                </a:solidFill>
              </a:rPr>
              <a:t>3D edit vector</a:t>
            </a:r>
          </a:p>
        </p:txBody>
      </p:sp>
      <p:sp>
        <p:nvSpPr>
          <p:cNvPr id="50" name="">
            <a:extLst>
              <a:ext uri="{FF2B5EF4-FFF2-40B4-BE49-F238E27FC236}">
                <a16:creationId id="{99E77076-ADE9-46DC-8AD3-156D010EFA85}"/>
              </a:ext>
            </a:extLst>
          </p:cNvPr>
          <p:cNvSpPr>
            <a:spLocks noGrp="1"/>
          </p:cNvSpPr>
          <p:nvPr/>
        </p:nvSpPr>
        <p:spPr>
          <a:xfrm>
            <a:off x="4962525" y="2945160"/>
            <a:ext cx="361950" cy="381000"/>
          </a:xfrm>
          <a:prstGeom prst="rect">
            <a:avLst/>
          </a:prstGeom>
          <a:solidFill>
            <a:srgbClr val="000000">
              <a:alpha val="0"/>
            </a:srgbClr>
          </a:solidFill>
          <a:ln w="0">
            <a:solidFill>
              <a:srgbClr val="000000">
                <a:alpha val="0"/>
              </a:srgbClr>
            </a:solidFill>
          </a:ln>
        </p:spPr>
        <p:txBody>
          <a:bodyPr lIns="0" tIns="0" rIns="0" bIns="0" anchor="ctr"/>
          <a:lstStyle/>
          <a:p>
            <a:r>
              <a:rPr sz="1911" b="0">
                <a:solidFill>
                  <a:srgbClr val="68727A"/>
                </a:solidFill>
              </a:rPr>
              <a:t>→</a:t>
            </a:r>
          </a:p>
        </p:txBody>
      </p:sp>
      <p:sp>
        <p:nvSpPr>
          <p:cNvPr id="51" name="">
            <a:extLst>
              <a:ext uri="{FF2B5EF4-FFF2-40B4-BE49-F238E27FC236}">
                <a16:creationId id="{89C82A70-855C-4885-83E3-271D70861560}"/>
              </a:ext>
            </a:extLst>
          </p:cNvPr>
          <p:cNvSpPr>
            <a:spLocks noGrp="1"/>
          </p:cNvSpPr>
          <p:nvPr/>
        </p:nvSpPr>
        <p:spPr>
          <a:xfrm>
            <a:off x="5362575" y="1200745"/>
            <a:ext cx="2714625" cy="9525"/>
          </a:xfrm>
          <a:prstGeom prst="rect">
            <a:avLst/>
          </a:prstGeom>
          <a:solidFill>
            <a:srgbClr val="D6DCD9"/>
          </a:solidFill>
          <a:ln w="0">
            <a:solidFill>
              <a:srgbClr val="000000">
                <a:alpha val="0"/>
              </a:srgbClr>
            </a:solidFill>
          </a:ln>
        </p:spPr>
      </p:sp>
      <p:sp>
        <p:nvSpPr>
          <p:cNvPr id="52" name="">
            <a:extLst>
              <a:ext uri="{FF2B5EF4-FFF2-40B4-BE49-F238E27FC236}">
                <a16:creationId id="{406B1019-91EC-47A4-B486-DF9662028B5A}"/>
              </a:ext>
            </a:extLst>
          </p:cNvPr>
          <p:cNvSpPr>
            <a:spLocks noGrp="1"/>
          </p:cNvSpPr>
          <p:nvPr/>
        </p:nvSpPr>
        <p:spPr>
          <a:xfrm>
            <a:off x="5362575" y="5041850"/>
            <a:ext cx="2714625" cy="9525"/>
          </a:xfrm>
          <a:prstGeom prst="rect">
            <a:avLst/>
          </a:prstGeom>
          <a:solidFill>
            <a:srgbClr val="D6DCD9"/>
          </a:solidFill>
          <a:ln w="0">
            <a:solidFill>
              <a:srgbClr val="000000">
                <a:alpha val="0"/>
              </a:srgbClr>
            </a:solidFill>
          </a:ln>
        </p:spPr>
      </p:sp>
      <p:sp>
        <p:nvSpPr>
          <p:cNvPr id="53" name="">
            <a:extLst>
              <a:ext uri="{FF2B5EF4-FFF2-40B4-BE49-F238E27FC236}">
                <a16:creationId id="{E30D7D60-1EE6-4225-A1DF-056F7A85E561}"/>
              </a:ext>
            </a:extLst>
          </p:cNvPr>
          <p:cNvSpPr>
            <a:spLocks noGrp="1"/>
          </p:cNvSpPr>
          <p:nvPr/>
        </p:nvSpPr>
        <p:spPr>
          <a:xfrm>
            <a:off x="5362575" y="1200745"/>
            <a:ext cx="9525" cy="3850630"/>
          </a:xfrm>
          <a:prstGeom prst="rect">
            <a:avLst/>
          </a:prstGeom>
          <a:solidFill>
            <a:srgbClr val="D6DCD9"/>
          </a:solidFill>
          <a:ln w="0">
            <a:solidFill>
              <a:srgbClr val="000000">
                <a:alpha val="0"/>
              </a:srgbClr>
            </a:solidFill>
          </a:ln>
        </p:spPr>
      </p:sp>
      <p:sp>
        <p:nvSpPr>
          <p:cNvPr id="54" name="">
            <a:extLst>
              <a:ext uri="{FF2B5EF4-FFF2-40B4-BE49-F238E27FC236}">
                <a16:creationId id="{79FFBF76-23D8-4F24-8915-6862171A1EC0}"/>
              </a:ext>
            </a:extLst>
          </p:cNvPr>
          <p:cNvSpPr>
            <a:spLocks noGrp="1"/>
          </p:cNvSpPr>
          <p:nvPr/>
        </p:nvSpPr>
        <p:spPr>
          <a:xfrm>
            <a:off x="8067675" y="1200745"/>
            <a:ext cx="9525" cy="3850630"/>
          </a:xfrm>
          <a:prstGeom prst="rect">
            <a:avLst/>
          </a:prstGeom>
          <a:solidFill>
            <a:srgbClr val="D6DCD9"/>
          </a:solidFill>
          <a:ln w="0">
            <a:solidFill>
              <a:srgbClr val="000000">
                <a:alpha val="0"/>
              </a:srgbClr>
            </a:solidFill>
          </a:ln>
        </p:spPr>
      </p:sp>
      <p:sp>
        <p:nvSpPr>
          <p:cNvPr id="55" name="">
            <a:extLst>
              <a:ext uri="{FF2B5EF4-FFF2-40B4-BE49-F238E27FC236}">
                <a16:creationId id="{CA05E46D-1832-48AB-A3C3-4FBD4CA00E08}"/>
              </a:ext>
            </a:extLst>
          </p:cNvPr>
          <p:cNvSpPr>
            <a:spLocks noGrp="1"/>
          </p:cNvSpPr>
          <p:nvPr/>
        </p:nvSpPr>
        <p:spPr>
          <a:xfrm>
            <a:off x="6249293" y="1381720"/>
            <a:ext cx="1036439" cy="419100"/>
          </a:xfrm>
          <a:prstGeom prst="rect">
            <a:avLst/>
          </a:prstGeom>
          <a:solidFill>
            <a:srgbClr val="000000">
              <a:alpha val="0"/>
            </a:srgbClr>
          </a:solidFill>
          <a:ln w="0">
            <a:solidFill>
              <a:srgbClr val="000000">
                <a:alpha val="0"/>
              </a:srgbClr>
            </a:solidFill>
          </a:ln>
        </p:spPr>
        <p:txBody>
          <a:bodyPr lIns="0" tIns="0" rIns="0" bIns="0" anchor="ctr"/>
          <a:lstStyle/>
          <a:p>
            <a:r>
              <a:rPr sz="1775" b="0">
                <a:solidFill>
                  <a:srgbClr val="20272D"/>
                </a:solidFill>
              </a:rPr>
              <a:t>Decoder</a:t>
            </a:r>
          </a:p>
        </p:txBody>
      </p:sp>
      <p:sp>
        <p:nvSpPr>
          <p:cNvPr id="56" name="">
            <a:extLst>
              <a:ext uri="{FF2B5EF4-FFF2-40B4-BE49-F238E27FC236}">
                <a16:creationId id="{486DAED6-643D-4E2D-9042-92980592792F}"/>
              </a:ext>
            </a:extLst>
          </p:cNvPr>
          <p:cNvSpPr>
            <a:spLocks noGrp="1"/>
          </p:cNvSpPr>
          <p:nvPr/>
        </p:nvSpPr>
        <p:spPr>
          <a:xfrm>
            <a:off x="5952232" y="1912441"/>
            <a:ext cx="1630412"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z → FC → w₁, …, w₈</a:t>
            </a:r>
          </a:p>
        </p:txBody>
      </p:sp>
      <p:pic>
        <p:nvPicPr>
          <p:cNvPr id="57" name=""/>
          <p:cNvPicPr>
            <a:picLocks noChangeAspect="1"/>
          </p:cNvPicPr>
          <p:nvPr/>
        </p:nvPicPr>
        <p:blipFill>
          <a:blip r:embed="R350e278b71b446f6"/>
          <a:stretch/>
        </p:blipFill>
        <p:spPr>
          <a:xfrm>
            <a:off x="5682838" y="2336750"/>
            <a:ext cx="445325" cy="457200"/>
          </a:xfrm>
          <a:prstGeom prst="rect">
            <a:avLst/>
          </a:prstGeom>
        </p:spPr>
      </p:pic>
      <p:sp>
        <p:nvSpPr>
          <p:cNvPr id="58" name="">
            <a:extLst>
              <a:ext uri="{FF2B5EF4-FFF2-40B4-BE49-F238E27FC236}">
                <a16:creationId id="{9C32E61E-1B96-4DDF-8828-E9F0ECD5FF18}"/>
              </a:ext>
            </a:extLst>
          </p:cNvPr>
          <p:cNvSpPr>
            <a:spLocks noGrp="1"/>
          </p:cNvSpPr>
          <p:nvPr/>
        </p:nvSpPr>
        <p:spPr>
          <a:xfrm>
            <a:off x="5759202" y="2851100"/>
            <a:ext cx="38784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LUT 1</a:t>
            </a:r>
          </a:p>
        </p:txBody>
      </p:sp>
      <p:pic>
        <p:nvPicPr>
          <p:cNvPr id="59" name=""/>
          <p:cNvPicPr>
            <a:picLocks noChangeAspect="1"/>
          </p:cNvPicPr>
          <p:nvPr/>
        </p:nvPicPr>
        <p:blipFill>
          <a:blip r:embed="Re42d45a25d424dbd"/>
          <a:stretch/>
        </p:blipFill>
        <p:spPr>
          <a:xfrm>
            <a:off x="6225763" y="2336750"/>
            <a:ext cx="445325" cy="457200"/>
          </a:xfrm>
          <a:prstGeom prst="rect">
            <a:avLst/>
          </a:prstGeom>
        </p:spPr>
      </p:pic>
      <p:sp>
        <p:nvSpPr>
          <p:cNvPr id="60" name="">
            <a:extLst>
              <a:ext uri="{FF2B5EF4-FFF2-40B4-BE49-F238E27FC236}">
                <a16:creationId id="{0335AA5A-EF8E-4004-AFEA-7FA7253E7957}"/>
              </a:ext>
            </a:extLst>
          </p:cNvPr>
          <p:cNvSpPr>
            <a:spLocks noGrp="1"/>
          </p:cNvSpPr>
          <p:nvPr/>
        </p:nvSpPr>
        <p:spPr>
          <a:xfrm>
            <a:off x="6302127" y="2851100"/>
            <a:ext cx="38784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LUT 2</a:t>
            </a:r>
          </a:p>
        </p:txBody>
      </p:sp>
      <p:pic>
        <p:nvPicPr>
          <p:cNvPr id="61" name=""/>
          <p:cNvPicPr>
            <a:picLocks noChangeAspect="1"/>
          </p:cNvPicPr>
          <p:nvPr/>
        </p:nvPicPr>
        <p:blipFill>
          <a:blip r:embed="R93e970501193462a"/>
          <a:stretch/>
        </p:blipFill>
        <p:spPr>
          <a:xfrm>
            <a:off x="6768688" y="2336750"/>
            <a:ext cx="445325" cy="457200"/>
          </a:xfrm>
          <a:prstGeom prst="rect">
            <a:avLst/>
          </a:prstGeom>
        </p:spPr>
      </p:pic>
      <p:sp>
        <p:nvSpPr>
          <p:cNvPr id="62" name="">
            <a:extLst>
              <a:ext uri="{FF2B5EF4-FFF2-40B4-BE49-F238E27FC236}">
                <a16:creationId id="{09405DE4-5B65-4900-BA63-31961BFF71AE}"/>
              </a:ext>
            </a:extLst>
          </p:cNvPr>
          <p:cNvSpPr>
            <a:spLocks noGrp="1"/>
          </p:cNvSpPr>
          <p:nvPr/>
        </p:nvSpPr>
        <p:spPr>
          <a:xfrm>
            <a:off x="6845052" y="2851100"/>
            <a:ext cx="38784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LUT 3</a:t>
            </a:r>
          </a:p>
        </p:txBody>
      </p:sp>
      <p:pic>
        <p:nvPicPr>
          <p:cNvPr id="63" name=""/>
          <p:cNvPicPr>
            <a:picLocks noChangeAspect="1"/>
          </p:cNvPicPr>
          <p:nvPr/>
        </p:nvPicPr>
        <p:blipFill>
          <a:blip r:embed="R98f2aa64cc6d40d8"/>
          <a:stretch/>
        </p:blipFill>
        <p:spPr>
          <a:xfrm>
            <a:off x="7311613" y="2336750"/>
            <a:ext cx="445325" cy="457200"/>
          </a:xfrm>
          <a:prstGeom prst="rect">
            <a:avLst/>
          </a:prstGeom>
        </p:spPr>
      </p:pic>
      <p:sp>
        <p:nvSpPr>
          <p:cNvPr id="64" name="">
            <a:extLst>
              <a:ext uri="{FF2B5EF4-FFF2-40B4-BE49-F238E27FC236}">
                <a16:creationId id="{AA5B9DB8-EFE4-438F-BB42-B2BB57A56A5D}"/>
              </a:ext>
            </a:extLst>
          </p:cNvPr>
          <p:cNvSpPr>
            <a:spLocks noGrp="1"/>
          </p:cNvSpPr>
          <p:nvPr/>
        </p:nvSpPr>
        <p:spPr>
          <a:xfrm>
            <a:off x="7387977" y="2851100"/>
            <a:ext cx="38784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LUT 4</a:t>
            </a:r>
          </a:p>
        </p:txBody>
      </p:sp>
      <p:pic>
        <p:nvPicPr>
          <p:cNvPr id="65" name=""/>
          <p:cNvPicPr>
            <a:picLocks noChangeAspect="1"/>
          </p:cNvPicPr>
          <p:nvPr/>
        </p:nvPicPr>
        <p:blipFill>
          <a:blip r:embed="R81e474a5d8434dba"/>
          <a:stretch/>
        </p:blipFill>
        <p:spPr>
          <a:xfrm>
            <a:off x="5682838" y="3184475"/>
            <a:ext cx="445325" cy="457200"/>
          </a:xfrm>
          <a:prstGeom prst="rect">
            <a:avLst/>
          </a:prstGeom>
        </p:spPr>
      </p:pic>
      <p:sp>
        <p:nvSpPr>
          <p:cNvPr id="66" name="">
            <a:extLst>
              <a:ext uri="{FF2B5EF4-FFF2-40B4-BE49-F238E27FC236}">
                <a16:creationId id="{00BDFBC9-37C8-4B4A-8E23-2F331A1DE101}"/>
              </a:ext>
            </a:extLst>
          </p:cNvPr>
          <p:cNvSpPr>
            <a:spLocks noGrp="1"/>
          </p:cNvSpPr>
          <p:nvPr/>
        </p:nvSpPr>
        <p:spPr>
          <a:xfrm>
            <a:off x="5759202" y="3698825"/>
            <a:ext cx="38784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LUT 5</a:t>
            </a:r>
          </a:p>
        </p:txBody>
      </p:sp>
      <p:pic>
        <p:nvPicPr>
          <p:cNvPr id="67" name=""/>
          <p:cNvPicPr>
            <a:picLocks noChangeAspect="1"/>
          </p:cNvPicPr>
          <p:nvPr/>
        </p:nvPicPr>
        <p:blipFill>
          <a:blip r:embed="R53bcffc08d884690"/>
          <a:stretch/>
        </p:blipFill>
        <p:spPr>
          <a:xfrm>
            <a:off x="6225763" y="3184475"/>
            <a:ext cx="445325" cy="457200"/>
          </a:xfrm>
          <a:prstGeom prst="rect">
            <a:avLst/>
          </a:prstGeom>
        </p:spPr>
      </p:pic>
      <p:sp>
        <p:nvSpPr>
          <p:cNvPr id="68" name="">
            <a:extLst>
              <a:ext uri="{FF2B5EF4-FFF2-40B4-BE49-F238E27FC236}">
                <a16:creationId id="{210DF658-45F4-4B4C-B518-4F4CF5E607AF}"/>
              </a:ext>
            </a:extLst>
          </p:cNvPr>
          <p:cNvSpPr>
            <a:spLocks noGrp="1"/>
          </p:cNvSpPr>
          <p:nvPr/>
        </p:nvSpPr>
        <p:spPr>
          <a:xfrm>
            <a:off x="6302127" y="3698825"/>
            <a:ext cx="38784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LUT 6</a:t>
            </a:r>
          </a:p>
        </p:txBody>
      </p:sp>
      <p:pic>
        <p:nvPicPr>
          <p:cNvPr id="69" name=""/>
          <p:cNvPicPr>
            <a:picLocks noChangeAspect="1"/>
          </p:cNvPicPr>
          <p:nvPr/>
        </p:nvPicPr>
        <p:blipFill>
          <a:blip r:embed="R1db88044ab614ad5"/>
          <a:stretch/>
        </p:blipFill>
        <p:spPr>
          <a:xfrm>
            <a:off x="6768688" y="3184475"/>
            <a:ext cx="445325" cy="457200"/>
          </a:xfrm>
          <a:prstGeom prst="rect">
            <a:avLst/>
          </a:prstGeom>
        </p:spPr>
      </p:pic>
      <p:sp>
        <p:nvSpPr>
          <p:cNvPr id="70" name="">
            <a:extLst>
              <a:ext uri="{FF2B5EF4-FFF2-40B4-BE49-F238E27FC236}">
                <a16:creationId id="{97B27B5E-9617-4C4B-8854-C5DE94BC2824}"/>
              </a:ext>
            </a:extLst>
          </p:cNvPr>
          <p:cNvSpPr>
            <a:spLocks noGrp="1"/>
          </p:cNvSpPr>
          <p:nvPr/>
        </p:nvSpPr>
        <p:spPr>
          <a:xfrm>
            <a:off x="6845052" y="3698825"/>
            <a:ext cx="38784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LUT 7</a:t>
            </a:r>
          </a:p>
        </p:txBody>
      </p:sp>
      <p:pic>
        <p:nvPicPr>
          <p:cNvPr id="71" name=""/>
          <p:cNvPicPr>
            <a:picLocks noChangeAspect="1"/>
          </p:cNvPicPr>
          <p:nvPr/>
        </p:nvPicPr>
        <p:blipFill>
          <a:blip r:embed="Rad6e0aaa173a4e15"/>
          <a:stretch/>
        </p:blipFill>
        <p:spPr>
          <a:xfrm>
            <a:off x="7311613" y="3184475"/>
            <a:ext cx="445325" cy="457200"/>
          </a:xfrm>
          <a:prstGeom prst="rect">
            <a:avLst/>
          </a:prstGeom>
        </p:spPr>
      </p:pic>
      <p:sp>
        <p:nvSpPr>
          <p:cNvPr id="72" name="">
            <a:extLst>
              <a:ext uri="{FF2B5EF4-FFF2-40B4-BE49-F238E27FC236}">
                <a16:creationId id="{A449382F-F9CA-4A6A-8D3A-7F1AA9541EAC}"/>
              </a:ext>
            </a:extLst>
          </p:cNvPr>
          <p:cNvSpPr>
            <a:spLocks noGrp="1"/>
          </p:cNvSpPr>
          <p:nvPr/>
        </p:nvSpPr>
        <p:spPr>
          <a:xfrm>
            <a:off x="7387977" y="3698825"/>
            <a:ext cx="38784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20272D"/>
                </a:solidFill>
              </a:rPr>
              <a:t>LUT 8</a:t>
            </a:r>
          </a:p>
        </p:txBody>
      </p:sp>
      <p:sp>
        <p:nvSpPr>
          <p:cNvPr id="73" name="">
            <a:extLst>
              <a:ext uri="{FF2B5EF4-FFF2-40B4-BE49-F238E27FC236}">
                <a16:creationId id="{23726818-240F-49CB-BB59-7F4E19467A3D}"/>
              </a:ext>
            </a:extLst>
          </p:cNvPr>
          <p:cNvSpPr>
            <a:spLocks noGrp="1"/>
          </p:cNvSpPr>
          <p:nvPr/>
        </p:nvSpPr>
        <p:spPr>
          <a:xfrm>
            <a:off x="6025902" y="4032200"/>
            <a:ext cx="1387822" cy="9525"/>
          </a:xfrm>
          <a:prstGeom prst="rect">
            <a:avLst/>
          </a:prstGeom>
          <a:solidFill>
            <a:srgbClr val="D6DCD9"/>
          </a:solidFill>
          <a:ln w="0">
            <a:solidFill>
              <a:srgbClr val="000000">
                <a:alpha val="0"/>
              </a:srgbClr>
            </a:solidFill>
          </a:ln>
        </p:spPr>
      </p:sp>
      <p:sp>
        <p:nvSpPr>
          <p:cNvPr id="74" name="">
            <a:extLst>
              <a:ext uri="{FF2B5EF4-FFF2-40B4-BE49-F238E27FC236}">
                <a16:creationId id="{DC2CE943-DEF3-4F6D-A7EA-ECAC865DD1AC}"/>
              </a:ext>
            </a:extLst>
          </p:cNvPr>
          <p:cNvSpPr>
            <a:spLocks noGrp="1"/>
          </p:cNvSpPr>
          <p:nvPr/>
        </p:nvSpPr>
        <p:spPr>
          <a:xfrm>
            <a:off x="6025902" y="4184600"/>
            <a:ext cx="1483072" cy="2667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20272D"/>
                </a:solidFill>
              </a:rPr>
              <a:t>Σ wᵢ · LUTᵢ</a:t>
            </a:r>
          </a:p>
        </p:txBody>
      </p:sp>
      <p:sp>
        <p:nvSpPr>
          <p:cNvPr id="75" name="">
            <a:extLst>
              <a:ext uri="{FF2B5EF4-FFF2-40B4-BE49-F238E27FC236}">
                <a16:creationId id="{A4F7F2A9-4B4A-4E36-BF52-51C4743ED04C}"/>
              </a:ext>
            </a:extLst>
          </p:cNvPr>
          <p:cNvSpPr>
            <a:spLocks noGrp="1"/>
          </p:cNvSpPr>
          <p:nvPr/>
        </p:nvSpPr>
        <p:spPr>
          <a:xfrm>
            <a:off x="5956995" y="4613225"/>
            <a:ext cx="1621036"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8 learnable basis LUTs</a:t>
            </a:r>
          </a:p>
        </p:txBody>
      </p:sp>
      <p:sp>
        <p:nvSpPr>
          <p:cNvPr id="76" name="">
            <a:extLst>
              <a:ext uri="{FF2B5EF4-FFF2-40B4-BE49-F238E27FC236}">
                <a16:creationId id="{2E2DF837-7D77-4815-82FC-5A693DC57EBB}"/>
              </a:ext>
            </a:extLst>
          </p:cNvPr>
          <p:cNvSpPr>
            <a:spLocks noGrp="1"/>
          </p:cNvSpPr>
          <p:nvPr/>
        </p:nvSpPr>
        <p:spPr>
          <a:xfrm>
            <a:off x="8210550" y="2945160"/>
            <a:ext cx="361950" cy="381000"/>
          </a:xfrm>
          <a:prstGeom prst="rect">
            <a:avLst/>
          </a:prstGeom>
          <a:solidFill>
            <a:srgbClr val="000000">
              <a:alpha val="0"/>
            </a:srgbClr>
          </a:solidFill>
          <a:ln w="0">
            <a:solidFill>
              <a:srgbClr val="000000">
                <a:alpha val="0"/>
              </a:srgbClr>
            </a:solidFill>
          </a:ln>
        </p:spPr>
        <p:txBody>
          <a:bodyPr lIns="0" tIns="0" rIns="0" bIns="0" anchor="ctr"/>
          <a:lstStyle/>
          <a:p>
            <a:r>
              <a:rPr sz="1911" b="0">
                <a:solidFill>
                  <a:srgbClr val="68727A"/>
                </a:solidFill>
              </a:rPr>
              <a:t>→</a:t>
            </a:r>
          </a:p>
        </p:txBody>
      </p:sp>
      <p:sp>
        <p:nvSpPr>
          <p:cNvPr id="77" name="">
            <a:extLst>
              <a:ext uri="{FF2B5EF4-FFF2-40B4-BE49-F238E27FC236}">
                <a16:creationId id="{2B86DE08-2123-4C29-9458-6CF89D4032B2}"/>
              </a:ext>
            </a:extLst>
          </p:cNvPr>
          <p:cNvSpPr>
            <a:spLocks noGrp="1"/>
          </p:cNvSpPr>
          <p:nvPr/>
        </p:nvSpPr>
        <p:spPr>
          <a:xfrm>
            <a:off x="9499848" y="1672530"/>
            <a:ext cx="1460004" cy="419100"/>
          </a:xfrm>
          <a:prstGeom prst="rect">
            <a:avLst/>
          </a:prstGeom>
          <a:solidFill>
            <a:srgbClr val="000000">
              <a:alpha val="0"/>
            </a:srgbClr>
          </a:solidFill>
          <a:ln w="0">
            <a:solidFill>
              <a:srgbClr val="000000">
                <a:alpha val="0"/>
              </a:srgbClr>
            </a:solidFill>
          </a:ln>
        </p:spPr>
        <p:txBody>
          <a:bodyPr lIns="0" tIns="0" rIns="0" bIns="0" anchor="ctr"/>
          <a:lstStyle/>
          <a:p>
            <a:r>
              <a:rPr sz="1775" b="0">
                <a:solidFill>
                  <a:srgbClr val="20272D"/>
                </a:solidFill>
              </a:rPr>
              <a:t>Reconstruct</a:t>
            </a:r>
          </a:p>
        </p:txBody>
      </p:sp>
      <p:sp>
        <p:nvSpPr>
          <p:cNvPr id="78" name="">
            <a:extLst>
              <a:ext uri="{FF2B5EF4-FFF2-40B4-BE49-F238E27FC236}">
                <a16:creationId id="{D1AED963-9248-4F84-A19A-8CDDB58F975D}"/>
              </a:ext>
            </a:extLst>
          </p:cNvPr>
          <p:cNvSpPr>
            <a:spLocks noGrp="1"/>
          </p:cNvSpPr>
          <p:nvPr/>
        </p:nvSpPr>
        <p:spPr>
          <a:xfrm>
            <a:off x="9387185" y="2212777"/>
            <a:ext cx="1685181"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Apply final LUT to O</a:t>
            </a:r>
          </a:p>
        </p:txBody>
      </p:sp>
      <p:pic>
        <p:nvPicPr>
          <p:cNvPr id="79" name=""/>
          <p:cNvPicPr>
            <a:picLocks noChangeAspect="1"/>
          </p:cNvPicPr>
          <p:nvPr/>
        </p:nvPicPr>
        <p:blipFill>
          <a:blip r:embed="R0a297366e4f24f61"/>
          <a:srcRect l="2400" t="0" r="2400" b="0"/>
          <a:stretch>
            <a:fillRect l="0" t="0" r="0" b="0"/>
          </a:stretch>
        </p:blipFill>
        <p:spPr>
          <a:xfrm>
            <a:off x="9615339" y="2560439"/>
            <a:ext cx="1133475" cy="790575"/>
          </a:xfrm>
          <a:prstGeom prst="rect">
            <a:avLst/>
          </a:prstGeom>
        </p:spPr>
      </p:pic>
      <p:sp>
        <p:nvSpPr>
          <p:cNvPr id="80" name="">
            <a:extLst>
              <a:ext uri="{FF2B5EF4-FFF2-40B4-BE49-F238E27FC236}">
                <a16:creationId id="{2F103275-22F2-47C4-8CCD-415D7F71818F}"/>
              </a:ext>
            </a:extLst>
          </p:cNvPr>
          <p:cNvSpPr>
            <a:spLocks noGrp="1"/>
          </p:cNvSpPr>
          <p:nvPr/>
        </p:nvSpPr>
        <p:spPr>
          <a:xfrm>
            <a:off x="10096202" y="3465314"/>
            <a:ext cx="267146" cy="3048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68727A"/>
                </a:solidFill>
              </a:rPr>
              <a:t>↓</a:t>
            </a:r>
          </a:p>
        </p:txBody>
      </p:sp>
      <p:sp>
        <p:nvSpPr>
          <p:cNvPr id="81" name="">
            <a:extLst>
              <a:ext uri="{FF2B5EF4-FFF2-40B4-BE49-F238E27FC236}">
                <a16:creationId id="{989948FE-2698-4E1C-8761-F5AB8CF43B86}"/>
              </a:ext>
            </a:extLst>
          </p:cNvPr>
          <p:cNvSpPr>
            <a:spLocks noGrp="1"/>
          </p:cNvSpPr>
          <p:nvPr/>
        </p:nvSpPr>
        <p:spPr>
          <a:xfrm>
            <a:off x="10057656" y="3855839"/>
            <a:ext cx="390049" cy="704850"/>
          </a:xfrm>
          <a:prstGeom prst="rect">
            <a:avLst/>
          </a:prstGeom>
          <a:solidFill>
            <a:srgbClr val="000000">
              <a:alpha val="0"/>
            </a:srgbClr>
          </a:solidFill>
          <a:ln w="0">
            <a:solidFill>
              <a:srgbClr val="000000">
                <a:alpha val="0"/>
              </a:srgbClr>
            </a:solidFill>
          </a:ln>
        </p:spPr>
        <p:txBody>
          <a:bodyPr lIns="0" tIns="0" rIns="0" bIns="0" anchor="ctr"/>
          <a:lstStyle/>
          <a:p>
            <a:r>
              <a:rPr sz="3071" b="0">
                <a:solidFill>
                  <a:srgbClr val="20272D"/>
                </a:solidFill>
              </a:rPr>
              <a:t>T̂</a:t>
            </a:r>
          </a:p>
        </p:txBody>
      </p:sp>
      <p:sp>
        <p:nvSpPr>
          <p:cNvPr id="82" name="">
            <a:extLst>
              <a:ext uri="{FF2B5EF4-FFF2-40B4-BE49-F238E27FC236}">
                <a16:creationId id="{2563D654-8C8C-41A1-8DC4-70E3D6B17403}"/>
              </a:ext>
            </a:extLst>
          </p:cNvPr>
          <p:cNvSpPr>
            <a:spLocks noGrp="1"/>
          </p:cNvSpPr>
          <p:nvPr/>
        </p:nvSpPr>
        <p:spPr>
          <a:xfrm>
            <a:off x="438150" y="5385495"/>
            <a:ext cx="11315700" cy="19050"/>
          </a:xfrm>
          <a:prstGeom prst="rect">
            <a:avLst/>
          </a:prstGeom>
          <a:solidFill>
            <a:srgbClr val="20272D"/>
          </a:solidFill>
          <a:ln w="0">
            <a:solidFill>
              <a:srgbClr val="000000">
                <a:alpha val="0"/>
              </a:srgbClr>
            </a:solidFill>
          </a:ln>
        </p:spPr>
      </p:sp>
      <p:sp>
        <p:nvSpPr>
          <p:cNvPr id="83" name="">
            <a:extLst>
              <a:ext uri="{FF2B5EF4-FFF2-40B4-BE49-F238E27FC236}">
                <a16:creationId id="{AEC2F8E3-470F-48E2-92A8-4E1B71015693}"/>
              </a:ext>
            </a:extLst>
          </p:cNvPr>
          <p:cNvSpPr>
            <a:spLocks noGrp="1"/>
          </p:cNvSpPr>
          <p:nvPr/>
        </p:nvSpPr>
        <p:spPr>
          <a:xfrm>
            <a:off x="438150" y="5595045"/>
            <a:ext cx="1981498" cy="3048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20272D"/>
                </a:solidFill>
              </a:rPr>
              <a:t>Reconstruction loss</a:t>
            </a:r>
          </a:p>
        </p:txBody>
      </p:sp>
      <p:sp>
        <p:nvSpPr>
          <p:cNvPr id="84" name="">
            <a:extLst>
              <a:ext uri="{FF2B5EF4-FFF2-40B4-BE49-F238E27FC236}">
                <a16:creationId id="{20582B44-8AAD-4DF8-A52C-C168513E8B18}"/>
              </a:ext>
            </a:extLst>
          </p:cNvPr>
          <p:cNvSpPr>
            <a:spLocks noGrp="1"/>
          </p:cNvSpPr>
          <p:nvPr/>
        </p:nvSpPr>
        <p:spPr>
          <a:xfrm>
            <a:off x="438150" y="5985570"/>
            <a:ext cx="181273"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L</a:t>
            </a:r>
          </a:p>
        </p:txBody>
      </p:sp>
      <p:sp>
        <p:nvSpPr>
          <p:cNvPr id="85" name="">
            <a:extLst>
              <a:ext uri="{FF2B5EF4-FFF2-40B4-BE49-F238E27FC236}">
                <a16:creationId id="{FF287AB1-0832-40FF-878B-D41DD8FB34E5}"/>
              </a:ext>
            </a:extLst>
          </p:cNvPr>
          <p:cNvSpPr>
            <a:spLocks noGrp="1"/>
          </p:cNvSpPr>
          <p:nvPr/>
        </p:nvSpPr>
        <p:spPr>
          <a:xfrm>
            <a:off x="524173" y="6055816"/>
            <a:ext cx="277118" cy="200025"/>
          </a:xfrm>
          <a:prstGeom prst="rect">
            <a:avLst/>
          </a:prstGeom>
          <a:solidFill>
            <a:srgbClr val="000000">
              <a:alpha val="0"/>
            </a:srgbClr>
          </a:solidFill>
          <a:ln w="0">
            <a:solidFill>
              <a:srgbClr val="000000">
                <a:alpha val="0"/>
              </a:srgbClr>
            </a:solidFill>
          </a:ln>
        </p:spPr>
        <p:txBody>
          <a:bodyPr lIns="0" tIns="0" rIns="0" bIns="0" anchor="ctr"/>
          <a:lstStyle/>
          <a:p>
            <a:r>
              <a:rPr sz="921" b="0">
                <a:solidFill>
                  <a:srgbClr val="68727A"/>
                </a:solidFill>
              </a:rPr>
              <a:t>rec</a:t>
            </a:r>
          </a:p>
        </p:txBody>
      </p:sp>
      <p:sp>
        <p:nvSpPr>
          <p:cNvPr id="86" name="">
            <a:extLst>
              <a:ext uri="{FF2B5EF4-FFF2-40B4-BE49-F238E27FC236}">
                <a16:creationId id="{A3E22B06-883D-4E65-9DC0-D9E1FA948D1D}"/>
              </a:ext>
            </a:extLst>
          </p:cNvPr>
          <p:cNvSpPr>
            <a:spLocks noGrp="1"/>
          </p:cNvSpPr>
          <p:nvPr/>
        </p:nvSpPr>
        <p:spPr>
          <a:xfrm>
            <a:off x="706041" y="5985570"/>
            <a:ext cx="2664470"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(T̂, T) · prediction vs expert target</a:t>
            </a:r>
          </a:p>
        </p:txBody>
      </p:sp>
      <p:sp>
        <p:nvSpPr>
          <p:cNvPr id="87" name="">
            <a:extLst>
              <a:ext uri="{FF2B5EF4-FFF2-40B4-BE49-F238E27FC236}">
                <a16:creationId id="{C0A63F2B-9BC2-42C2-9B9D-005D835D24AA}"/>
              </a:ext>
            </a:extLst>
          </p:cNvPr>
          <p:cNvSpPr>
            <a:spLocks noGrp="1"/>
          </p:cNvSpPr>
          <p:nvPr/>
        </p:nvSpPr>
        <p:spPr>
          <a:xfrm>
            <a:off x="5478959" y="5718870"/>
            <a:ext cx="361950" cy="381000"/>
          </a:xfrm>
          <a:prstGeom prst="rect">
            <a:avLst/>
          </a:prstGeom>
          <a:solidFill>
            <a:srgbClr val="000000">
              <a:alpha val="0"/>
            </a:srgbClr>
          </a:solidFill>
          <a:ln w="0">
            <a:solidFill>
              <a:srgbClr val="000000">
                <a:alpha val="0"/>
              </a:srgbClr>
            </a:solidFill>
          </a:ln>
        </p:spPr>
        <p:txBody>
          <a:bodyPr lIns="0" tIns="0" rIns="0" bIns="0" anchor="ctr"/>
          <a:lstStyle/>
          <a:p>
            <a:r>
              <a:rPr sz="1911" b="0">
                <a:solidFill>
                  <a:srgbClr val="68727A"/>
                </a:solidFill>
              </a:rPr>
              <a:t>→</a:t>
            </a:r>
          </a:p>
        </p:txBody>
      </p:sp>
      <p:sp>
        <p:nvSpPr>
          <p:cNvPr id="88" name="">
            <a:extLst>
              <a:ext uri="{FF2B5EF4-FFF2-40B4-BE49-F238E27FC236}">
                <a16:creationId id="{16B24C41-C7BB-4242-8BA6-BFE656733964}"/>
              </a:ext>
            </a:extLst>
          </p:cNvPr>
          <p:cNvSpPr>
            <a:spLocks noGrp="1"/>
          </p:cNvSpPr>
          <p:nvPr/>
        </p:nvSpPr>
        <p:spPr>
          <a:xfrm>
            <a:off x="5950446" y="5595045"/>
            <a:ext cx="1958578" cy="3048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20272D"/>
                </a:solidFill>
              </a:rPr>
              <a:t>Backpropagation ↶</a:t>
            </a:r>
          </a:p>
        </p:txBody>
      </p:sp>
      <p:sp>
        <p:nvSpPr>
          <p:cNvPr id="89" name="">
            <a:extLst>
              <a:ext uri="{FF2B5EF4-FFF2-40B4-BE49-F238E27FC236}">
                <a16:creationId id="{23D22F74-89A9-487E-8125-EB84314FBCA3}"/>
              </a:ext>
            </a:extLst>
          </p:cNvPr>
          <p:cNvSpPr>
            <a:spLocks noGrp="1"/>
          </p:cNvSpPr>
          <p:nvPr/>
        </p:nvSpPr>
        <p:spPr>
          <a:xfrm>
            <a:off x="5950446" y="5985570"/>
            <a:ext cx="3789164"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Jointly update encoder, decoder and basis LUTs.</a:t>
            </a:r>
          </a:p>
        </p:txBody>
      </p:sp>
      <p:sp>
        <p:nvSpPr>
          <p:cNvPr id="90" name="">
            <a:extLst>
              <a:ext uri="{FF2B5EF4-FFF2-40B4-BE49-F238E27FC236}">
                <a16:creationId id="{B39C934B-1396-4022-9C39-9E3B6665FA94}"/>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91" name="">
            <a:extLst>
              <a:ext uri="{FF2B5EF4-FFF2-40B4-BE49-F238E27FC236}">
                <a16:creationId id="{7B4701A8-F30E-4D8F-BEF7-A244AF57C825}"/>
              </a:ext>
            </a:extLst>
          </p:cNvPr>
          <p:cNvSpPr>
            <a:spLocks noGrp="1"/>
          </p:cNvSpPr>
          <p:nvPr/>
        </p:nvSpPr>
        <p:spPr>
          <a:xfrm>
            <a:off x="438150" y="6480870"/>
            <a:ext cx="800100"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2.3</a:t>
            </a:r>
          </a:p>
        </p:txBody>
      </p:sp>
      <p:sp>
        <p:nvSpPr>
          <p:cNvPr id="92" name="">
            <a:extLst>
              <a:ext uri="{FF2B5EF4-FFF2-40B4-BE49-F238E27FC236}">
                <a16:creationId id="{D111125B-50DC-440E-9BB4-3A7882AFF2B4}"/>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09 / 25</a:t>
            </a:r>
          </a:p>
        </p:txBody>
      </p:sp>
      <p:sp>
        <p:nvSpPr>
          <p:cNvPr id="93" name="">
            <a:extLst>
              <a:ext uri="{FF2B5EF4-FFF2-40B4-BE49-F238E27FC236}">
                <a16:creationId id="{A8A37FA6-14E0-4598-8032-38783E2BA17D}"/>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4:creationId val="417507630"/>
      </p:ext>
    </p:extLst>
  </p:cSld>
</p:sld>
</file>

<file path=ppt/slides/slide10.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DF762B95-794B-40DA-84C3-51FF8596F416}"/>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A1191B43-BE59-4A5C-99D2-0ACBC2AF75FD}"/>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7BE156F7-CCED-429A-ADDB-B3FC94F3F724}"/>
              </a:ext>
            </a:extLst>
          </p:cNvPr>
          <p:cNvSpPr>
            <a:spLocks noGrp="1"/>
          </p:cNvSpPr>
          <p:nvPr/>
        </p:nvSpPr>
        <p:spPr>
          <a:xfrm>
            <a:off x="660648" y="328613"/>
            <a:ext cx="372666" cy="342900"/>
          </a:xfrm>
          <a:prstGeom prst="rect">
            <a:avLst/>
          </a:prstGeom>
          <a:solidFill>
            <a:srgbClr val="F3DF4F"/>
          </a:solidFill>
          <a:ln w="0">
            <a:solidFill>
              <a:srgbClr val="000000">
                <a:alpha val="0"/>
              </a:srgbClr>
            </a:solidFill>
          </a:ln>
        </p:spPr>
      </p:sp>
      <p:sp>
        <p:nvSpPr>
          <p:cNvPr id="5" name="">
            <a:extLst>
              <a:ext uri="{FF2B5EF4-FFF2-40B4-BE49-F238E27FC236}">
                <a16:creationId id="{253F69E1-9C2C-43C7-8057-D7D1E8D5A221}"/>
              </a:ext>
            </a:extLst>
          </p:cNvPr>
          <p:cNvSpPr>
            <a:spLocks noGrp="1"/>
          </p:cNvSpPr>
          <p:nvPr/>
        </p:nvSpPr>
        <p:spPr>
          <a:xfrm>
            <a:off x="746373" y="347663"/>
            <a:ext cx="296466"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10</a:t>
            </a:r>
          </a:p>
        </p:txBody>
      </p:sp>
      <p:sp>
        <p:nvSpPr>
          <p:cNvPr id="6" name="">
            <a:extLst>
              <a:ext uri="{FF2B5EF4-FFF2-40B4-BE49-F238E27FC236}">
                <a16:creationId id="{31E1A3B0-0304-4B53-BB1A-B9F29A6ED809}"/>
              </a:ext>
            </a:extLst>
          </p:cNvPr>
          <p:cNvSpPr>
            <a:spLocks noGrp="1"/>
          </p:cNvSpPr>
          <p:nvPr/>
        </p:nvSpPr>
        <p:spPr>
          <a:xfrm>
            <a:off x="1214289" y="242292"/>
            <a:ext cx="5375374"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Understanding the retouching space</a:t>
            </a:r>
          </a:p>
        </p:txBody>
      </p:sp>
      <p:sp>
        <p:nvSpPr>
          <p:cNvPr id="7" name="">
            <a:extLst>
              <a:ext uri="{FF2B5EF4-FFF2-40B4-BE49-F238E27FC236}">
                <a16:creationId id="{DA9F9ED4-80FE-42A2-BF98-7BE82247CA35}"/>
              </a:ext>
            </a:extLst>
          </p:cNvPr>
          <p:cNvSpPr>
            <a:spLocks noGrp="1"/>
          </p:cNvSpPr>
          <p:nvPr/>
        </p:nvSpPr>
        <p:spPr>
          <a:xfrm>
            <a:off x="438150" y="1062038"/>
            <a:ext cx="1396752" cy="419100"/>
          </a:xfrm>
          <a:prstGeom prst="rect">
            <a:avLst/>
          </a:prstGeom>
          <a:solidFill>
            <a:srgbClr val="000000">
              <a:alpha val="0"/>
            </a:srgbClr>
          </a:solidFill>
          <a:ln w="0">
            <a:solidFill>
              <a:srgbClr val="000000">
                <a:alpha val="0"/>
              </a:srgbClr>
            </a:solidFill>
          </a:ln>
        </p:spPr>
        <p:txBody>
          <a:bodyPr lIns="0" tIns="0" rIns="0" bIns="0" anchor="ctr"/>
          <a:lstStyle/>
          <a:p>
            <a:r>
              <a:rPr sz="1775" b="1">
                <a:solidFill>
                  <a:srgbClr val="20272D"/>
                </a:solidFill>
              </a:rPr>
              <a:t>Continuous</a:t>
            </a:r>
          </a:p>
        </p:txBody>
      </p:sp>
      <p:sp>
        <p:nvSpPr>
          <p:cNvPr id="8" name="">
            <a:extLst>
              <a:ext uri="{FF2B5EF4-FFF2-40B4-BE49-F238E27FC236}">
                <a16:creationId id="{BA6CC51E-8950-46E0-A102-CAA4A5AE011D}"/>
              </a:ext>
            </a:extLst>
          </p:cNvPr>
          <p:cNvSpPr>
            <a:spLocks noGrp="1"/>
          </p:cNvSpPr>
          <p:nvPr/>
        </p:nvSpPr>
        <p:spPr>
          <a:xfrm>
            <a:off x="1853952" y="1138238"/>
            <a:ext cx="2693491"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68727A"/>
                </a:solidFill>
              </a:rPr>
              <a:t> Nearby vectors, similar edits</a:t>
            </a:r>
          </a:p>
        </p:txBody>
      </p:sp>
      <p:sp>
        <p:nvSpPr>
          <p:cNvPr id="9" name="">
            <a:extLst>
              <a:ext uri="{FF2B5EF4-FFF2-40B4-BE49-F238E27FC236}">
                <a16:creationId id="{822E2A12-C7C4-4373-8BA4-106C06472816}"/>
              </a:ext>
            </a:extLst>
          </p:cNvPr>
          <p:cNvSpPr>
            <a:spLocks noGrp="1"/>
          </p:cNvSpPr>
          <p:nvPr/>
        </p:nvSpPr>
        <p:spPr>
          <a:xfrm>
            <a:off x="10653861" y="1076325"/>
            <a:ext cx="1195239" cy="381000"/>
          </a:xfrm>
          <a:prstGeom prst="rect">
            <a:avLst/>
          </a:prstGeom>
          <a:solidFill>
            <a:srgbClr val="000000">
              <a:alpha val="0"/>
            </a:srgbClr>
          </a:solidFill>
          <a:ln w="0">
            <a:solidFill>
              <a:srgbClr val="000000">
                <a:alpha val="0"/>
              </a:srgbClr>
            </a:solidFill>
          </a:ln>
        </p:spPr>
        <p:txBody>
          <a:bodyPr lIns="0" tIns="0" rIns="0" bIns="0" anchor="ctr"/>
          <a:lstStyle/>
          <a:p>
            <a:r>
              <a:rPr sz="1911" b="0">
                <a:solidFill>
                  <a:srgbClr val="20272D"/>
                </a:solidFill>
              </a:rPr>
              <a:t>z = ‖z‖ · ẑ</a:t>
            </a:r>
          </a:p>
        </p:txBody>
      </p:sp>
      <p:sp>
        <p:nvSpPr>
          <p:cNvPr id="10" name="">
            <a:extLst>
              <a:ext uri="{FF2B5EF4-FFF2-40B4-BE49-F238E27FC236}">
                <a16:creationId id="{CAA74533-2DFB-4E8F-BB9D-B5420A0BC090}"/>
              </a:ext>
            </a:extLst>
          </p:cNvPr>
          <p:cNvSpPr>
            <a:spLocks noGrp="1"/>
          </p:cNvSpPr>
          <p:nvPr/>
        </p:nvSpPr>
        <p:spPr>
          <a:xfrm>
            <a:off x="438150" y="1713607"/>
            <a:ext cx="5514975" cy="19050"/>
          </a:xfrm>
          <a:prstGeom prst="rect">
            <a:avLst/>
          </a:prstGeom>
          <a:solidFill>
            <a:srgbClr val="20272D"/>
          </a:solidFill>
          <a:ln w="0">
            <a:solidFill>
              <a:srgbClr val="000000">
                <a:alpha val="0"/>
              </a:srgbClr>
            </a:solidFill>
          </a:ln>
        </p:spPr>
      </p:sp>
      <p:sp>
        <p:nvSpPr>
          <p:cNvPr id="11" name="">
            <a:extLst>
              <a:ext uri="{FF2B5EF4-FFF2-40B4-BE49-F238E27FC236}">
                <a16:creationId id="{C4061BFA-8E2C-41CF-8210-4648A6C490EA}"/>
              </a:ext>
            </a:extLst>
          </p:cNvPr>
          <p:cNvSpPr>
            <a:spLocks noGrp="1"/>
          </p:cNvSpPr>
          <p:nvPr/>
        </p:nvSpPr>
        <p:spPr>
          <a:xfrm>
            <a:off x="438150" y="1866007"/>
            <a:ext cx="3031331" cy="447675"/>
          </a:xfrm>
          <a:prstGeom prst="rect">
            <a:avLst/>
          </a:prstGeom>
          <a:solidFill>
            <a:srgbClr val="000000">
              <a:alpha val="0"/>
            </a:srgbClr>
          </a:solidFill>
          <a:ln w="0">
            <a:solidFill>
              <a:srgbClr val="000000">
                <a:alpha val="0"/>
              </a:srgbClr>
            </a:solidFill>
          </a:ln>
        </p:spPr>
        <p:txBody>
          <a:bodyPr lIns="0" tIns="0" rIns="0" bIns="0" anchor="ctr"/>
          <a:lstStyle/>
          <a:p>
            <a:r>
              <a:rPr sz="1911" b="0">
                <a:solidFill>
                  <a:srgbClr val="20272D"/>
                </a:solidFill>
              </a:rPr>
              <a:t>Direction → editing type</a:t>
            </a:r>
          </a:p>
        </p:txBody>
      </p:sp>
      <p:sp>
        <p:nvSpPr>
          <p:cNvPr id="12" name="">
            <a:extLst>
              <a:ext uri="{FF2B5EF4-FFF2-40B4-BE49-F238E27FC236}">
                <a16:creationId id="{C09203E0-EDDE-49F6-BB8D-98D1173F9D4D}"/>
              </a:ext>
            </a:extLst>
          </p:cNvPr>
          <p:cNvSpPr>
            <a:spLocks noGrp="1"/>
          </p:cNvSpPr>
          <p:nvPr/>
        </p:nvSpPr>
        <p:spPr>
          <a:xfrm>
            <a:off x="438150" y="2386013"/>
            <a:ext cx="3030587"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14 directions · fixed magnitude ‖z‖ = 2</a:t>
            </a:r>
          </a:p>
        </p:txBody>
      </p:sp>
      <p:pic>
        <p:nvPicPr>
          <p:cNvPr id="13" name=""/>
          <p:cNvPicPr>
            <a:picLocks noChangeAspect="1"/>
          </p:cNvPicPr>
          <p:nvPr/>
        </p:nvPicPr>
        <p:blipFill>
          <a:blip r:embed="Red4dd20d369f4784"/>
          <a:stretch/>
        </p:blipFill>
        <p:spPr>
          <a:xfrm>
            <a:off x="438150" y="2867362"/>
            <a:ext cx="5514975" cy="1896586"/>
          </a:xfrm>
          <a:prstGeom prst="rect">
            <a:avLst/>
          </a:prstGeom>
        </p:spPr>
      </p:pic>
      <p:sp>
        <p:nvSpPr>
          <p:cNvPr id="14" name="">
            <a:extLst>
              <a:ext uri="{FF2B5EF4-FFF2-40B4-BE49-F238E27FC236}">
                <a16:creationId id="{123C1440-94F8-4386-8E72-DED1451CEF7F}"/>
              </a:ext>
            </a:extLst>
          </p:cNvPr>
          <p:cNvSpPr>
            <a:spLocks noGrp="1"/>
          </p:cNvSpPr>
          <p:nvPr/>
        </p:nvSpPr>
        <p:spPr>
          <a:xfrm>
            <a:off x="438150" y="5015805"/>
            <a:ext cx="3644205"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68727A"/>
                </a:solidFill>
              </a:rPr>
              <a:t>Different directions change colour and tone.</a:t>
            </a:r>
          </a:p>
        </p:txBody>
      </p:sp>
      <p:sp>
        <p:nvSpPr>
          <p:cNvPr id="15" name="">
            <a:extLst>
              <a:ext uri="{FF2B5EF4-FFF2-40B4-BE49-F238E27FC236}">
                <a16:creationId id="{EBD45F6E-95F2-4137-88CD-79D978F328EB}"/>
              </a:ext>
            </a:extLst>
          </p:cNvPr>
          <p:cNvSpPr>
            <a:spLocks noGrp="1"/>
          </p:cNvSpPr>
          <p:nvPr/>
        </p:nvSpPr>
        <p:spPr>
          <a:xfrm>
            <a:off x="6238875" y="1713607"/>
            <a:ext cx="5514975" cy="19050"/>
          </a:xfrm>
          <a:prstGeom prst="rect">
            <a:avLst/>
          </a:prstGeom>
          <a:solidFill>
            <a:srgbClr val="20272D"/>
          </a:solidFill>
          <a:ln w="0">
            <a:solidFill>
              <a:srgbClr val="000000">
                <a:alpha val="0"/>
              </a:srgbClr>
            </a:solidFill>
          </a:ln>
        </p:spPr>
      </p:sp>
      <p:sp>
        <p:nvSpPr>
          <p:cNvPr id="16" name="">
            <a:extLst>
              <a:ext uri="{FF2B5EF4-FFF2-40B4-BE49-F238E27FC236}">
                <a16:creationId id="{2D2ED979-591E-4268-AD1C-6B22BD1230F4}"/>
              </a:ext>
            </a:extLst>
          </p:cNvPr>
          <p:cNvSpPr>
            <a:spLocks noGrp="1"/>
          </p:cNvSpPr>
          <p:nvPr/>
        </p:nvSpPr>
        <p:spPr>
          <a:xfrm>
            <a:off x="6238875" y="1866007"/>
            <a:ext cx="3758208" cy="447675"/>
          </a:xfrm>
          <a:prstGeom prst="rect">
            <a:avLst/>
          </a:prstGeom>
          <a:solidFill>
            <a:srgbClr val="000000">
              <a:alpha val="0"/>
            </a:srgbClr>
          </a:solidFill>
          <a:ln w="0">
            <a:solidFill>
              <a:srgbClr val="000000">
                <a:alpha val="0"/>
              </a:srgbClr>
            </a:solidFill>
          </a:ln>
        </p:spPr>
        <p:txBody>
          <a:bodyPr lIns="0" tIns="0" rIns="0" bIns="0" anchor="ctr"/>
          <a:lstStyle/>
          <a:p>
            <a:r>
              <a:rPr sz="1911" b="0">
                <a:solidFill>
                  <a:srgbClr val="20272D"/>
                </a:solidFill>
              </a:rPr>
              <a:t>Magnitude → editing strength</a:t>
            </a:r>
          </a:p>
        </p:txBody>
      </p:sp>
      <p:sp>
        <p:nvSpPr>
          <p:cNvPr id="17" name="">
            <a:extLst>
              <a:ext uri="{FF2B5EF4-FFF2-40B4-BE49-F238E27FC236}">
                <a16:creationId id="{6D2CCA46-DB02-4835-97E8-0B9D9EB63386}"/>
              </a:ext>
            </a:extLst>
          </p:cNvPr>
          <p:cNvSpPr>
            <a:spLocks noGrp="1"/>
          </p:cNvSpPr>
          <p:nvPr/>
        </p:nvSpPr>
        <p:spPr>
          <a:xfrm>
            <a:off x="6238875" y="2386013"/>
            <a:ext cx="2760018"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3 directions · magnitudes 2, 4, 6, 8</a:t>
            </a:r>
          </a:p>
        </p:txBody>
      </p:sp>
      <p:pic>
        <p:nvPicPr>
          <p:cNvPr id="18" name=""/>
          <p:cNvPicPr>
            <a:picLocks noChangeAspect="1"/>
          </p:cNvPicPr>
          <p:nvPr/>
        </p:nvPicPr>
        <p:blipFill>
          <a:blip r:embed="Rdf0236b929fb4475"/>
          <a:stretch/>
        </p:blipFill>
        <p:spPr>
          <a:xfrm>
            <a:off x="6238875" y="2832034"/>
            <a:ext cx="5514975" cy="1967243"/>
          </a:xfrm>
          <a:prstGeom prst="rect">
            <a:avLst/>
          </a:prstGeom>
        </p:spPr>
      </p:pic>
      <p:sp>
        <p:nvSpPr>
          <p:cNvPr id="19" name="">
            <a:extLst>
              <a:ext uri="{FF2B5EF4-FFF2-40B4-BE49-F238E27FC236}">
                <a16:creationId id="{487D822F-9700-437E-A498-5C4C7A26D589}"/>
              </a:ext>
            </a:extLst>
          </p:cNvPr>
          <p:cNvSpPr>
            <a:spLocks noGrp="1"/>
          </p:cNvSpPr>
          <p:nvPr/>
        </p:nvSpPr>
        <p:spPr>
          <a:xfrm>
            <a:off x="6238875" y="5015805"/>
            <a:ext cx="4782592"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68727A"/>
                </a:solidFill>
              </a:rPr>
              <a:t>The same direction produces progressively stronger edits.</a:t>
            </a:r>
          </a:p>
        </p:txBody>
      </p:sp>
      <p:sp>
        <p:nvSpPr>
          <p:cNvPr id="20" name="">
            <a:extLst>
              <a:ext uri="{FF2B5EF4-FFF2-40B4-BE49-F238E27FC236}">
                <a16:creationId id="{AE5C439B-8816-40A4-A125-93C8EA9F28D5}"/>
              </a:ext>
            </a:extLst>
          </p:cNvPr>
          <p:cNvSpPr>
            <a:spLocks noGrp="1"/>
          </p:cNvSpPr>
          <p:nvPr/>
        </p:nvSpPr>
        <p:spPr>
          <a:xfrm>
            <a:off x="438150" y="5777061"/>
            <a:ext cx="11315700" cy="9525"/>
          </a:xfrm>
          <a:prstGeom prst="rect">
            <a:avLst/>
          </a:prstGeom>
          <a:solidFill>
            <a:srgbClr val="D6DCD9"/>
          </a:solidFill>
          <a:ln w="0">
            <a:solidFill>
              <a:srgbClr val="000000">
                <a:alpha val="0"/>
              </a:srgbClr>
            </a:solidFill>
          </a:ln>
        </p:spPr>
      </p:sp>
      <p:sp>
        <p:nvSpPr>
          <p:cNvPr id="21" name="">
            <a:extLst>
              <a:ext uri="{FF2B5EF4-FFF2-40B4-BE49-F238E27FC236}">
                <a16:creationId id="{6A99DDD3-1D85-462D-8A28-F3E17D1720AC}"/>
              </a:ext>
            </a:extLst>
          </p:cNvPr>
          <p:cNvSpPr>
            <a:spLocks noGrp="1"/>
          </p:cNvSpPr>
          <p:nvPr/>
        </p:nvSpPr>
        <p:spPr>
          <a:xfrm>
            <a:off x="438150" y="5929461"/>
            <a:ext cx="5986611" cy="3048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20272D"/>
                </a:solidFill>
              </a:rPr>
              <a:t>Editing type and strength vary within one continuous 3D space.</a:t>
            </a:r>
          </a:p>
        </p:txBody>
      </p:sp>
      <p:sp>
        <p:nvSpPr>
          <p:cNvPr id="22" name="">
            <a:extLst>
              <a:ext uri="{FF2B5EF4-FFF2-40B4-BE49-F238E27FC236}">
                <a16:creationId id="{C89D2659-ADEE-4CAB-944D-4BBDD0F19E9A}"/>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23" name="">
            <a:extLst>
              <a:ext uri="{FF2B5EF4-FFF2-40B4-BE49-F238E27FC236}">
                <a16:creationId id="{2CD59F57-7EBC-4731-8173-06BBDF1F5F62}"/>
              </a:ext>
            </a:extLst>
          </p:cNvPr>
          <p:cNvSpPr>
            <a:spLocks noGrp="1"/>
          </p:cNvSpPr>
          <p:nvPr/>
        </p:nvSpPr>
        <p:spPr>
          <a:xfrm>
            <a:off x="438150" y="6480870"/>
            <a:ext cx="803821"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3.4</a:t>
            </a:r>
          </a:p>
        </p:txBody>
      </p:sp>
      <p:sp>
        <p:nvSpPr>
          <p:cNvPr id="24" name="">
            <a:extLst>
              <a:ext uri="{FF2B5EF4-FFF2-40B4-BE49-F238E27FC236}">
                <a16:creationId id="{1050BBC7-88D6-4EEE-B7E0-8626BC282834}"/>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10 / 25</a:t>
            </a:r>
          </a:p>
        </p:txBody>
      </p:sp>
      <p:sp>
        <p:nvSpPr>
          <p:cNvPr id="25" name="">
            <a:extLst>
              <a:ext uri="{FF2B5EF4-FFF2-40B4-BE49-F238E27FC236}">
                <a16:creationId id="{1322B158-8FB2-45F2-B4E9-FA524DBF0D8A}"/>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4:creationId val="2045532500"/>
      </p:ext>
    </p:extLst>
  </p:cSld>
</p:sld>
</file>

<file path=ppt/slides/slide11.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67FA0098-BEA4-4D03-BC87-0422AB5FC397}"/>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735C118E-2FE4-4ECE-B78D-F653D1B8134C}"/>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3CE25E14-D3EC-4B16-B41B-1F11DCFA4123}"/>
              </a:ext>
            </a:extLst>
          </p:cNvPr>
          <p:cNvSpPr>
            <a:spLocks noGrp="1"/>
          </p:cNvSpPr>
          <p:nvPr/>
        </p:nvSpPr>
        <p:spPr>
          <a:xfrm>
            <a:off x="660648" y="328613"/>
            <a:ext cx="320725" cy="342900"/>
          </a:xfrm>
          <a:prstGeom prst="rect">
            <a:avLst/>
          </a:prstGeom>
          <a:solidFill>
            <a:srgbClr val="F3DF4F"/>
          </a:solidFill>
          <a:ln w="0">
            <a:solidFill>
              <a:srgbClr val="000000">
                <a:alpha val="0"/>
              </a:srgbClr>
            </a:solidFill>
          </a:ln>
        </p:spPr>
      </p:sp>
      <p:sp>
        <p:nvSpPr>
          <p:cNvPr id="5" name="">
            <a:extLst>
              <a:ext uri="{FF2B5EF4-FFF2-40B4-BE49-F238E27FC236}">
                <a16:creationId id="{62C87E08-3FD8-4C67-8766-A0FBAC0CE0E2}"/>
              </a:ext>
            </a:extLst>
          </p:cNvPr>
          <p:cNvSpPr>
            <a:spLocks noGrp="1"/>
          </p:cNvSpPr>
          <p:nvPr/>
        </p:nvSpPr>
        <p:spPr>
          <a:xfrm>
            <a:off x="746373" y="347663"/>
            <a:ext cx="244525"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11</a:t>
            </a:r>
          </a:p>
        </p:txBody>
      </p:sp>
      <p:sp>
        <p:nvSpPr>
          <p:cNvPr id="6" name="">
            <a:extLst>
              <a:ext uri="{FF2B5EF4-FFF2-40B4-BE49-F238E27FC236}">
                <a16:creationId id="{AAAF6844-3A27-4D23-93A3-9409EAA7CB3C}"/>
              </a:ext>
            </a:extLst>
          </p:cNvPr>
          <p:cNvSpPr>
            <a:spLocks noGrp="1"/>
          </p:cNvSpPr>
          <p:nvPr/>
        </p:nvSpPr>
        <p:spPr>
          <a:xfrm>
            <a:off x="1162348" y="242292"/>
            <a:ext cx="6151066"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Stage 2 · Transformer-based conditioning</a:t>
            </a:r>
          </a:p>
        </p:txBody>
      </p:sp>
      <p:sp>
        <p:nvSpPr>
          <p:cNvPr id="7" name="">
            <a:extLst>
              <a:ext uri="{FF2B5EF4-FFF2-40B4-BE49-F238E27FC236}">
                <a16:creationId id="{165A15BA-757A-4334-808D-648BFDB354D1}"/>
              </a:ext>
            </a:extLst>
          </p:cNvPr>
          <p:cNvSpPr>
            <a:spLocks noGrp="1"/>
          </p:cNvSpPr>
          <p:nvPr/>
        </p:nvSpPr>
        <p:spPr>
          <a:xfrm>
            <a:off x="438150" y="1057275"/>
            <a:ext cx="5538788" cy="19050"/>
          </a:xfrm>
          <a:prstGeom prst="rect">
            <a:avLst/>
          </a:prstGeom>
          <a:solidFill>
            <a:srgbClr val="20272D"/>
          </a:solidFill>
          <a:ln w="0">
            <a:solidFill>
              <a:srgbClr val="000000">
                <a:alpha val="0"/>
              </a:srgbClr>
            </a:solidFill>
          </a:ln>
        </p:spPr>
      </p:sp>
      <p:sp>
        <p:nvSpPr>
          <p:cNvPr id="8" name="">
            <a:extLst>
              <a:ext uri="{FF2B5EF4-FFF2-40B4-BE49-F238E27FC236}">
                <a16:creationId id="{F2F8676C-AF32-47B8-B5E0-2A152029A8A5}"/>
              </a:ext>
            </a:extLst>
          </p:cNvPr>
          <p:cNvSpPr>
            <a:spLocks noGrp="1"/>
          </p:cNvSpPr>
          <p:nvPr/>
        </p:nvSpPr>
        <p:spPr>
          <a:xfrm>
            <a:off x="438150" y="2743795"/>
            <a:ext cx="5538788" cy="9525"/>
          </a:xfrm>
          <a:prstGeom prst="rect">
            <a:avLst/>
          </a:prstGeom>
          <a:solidFill>
            <a:srgbClr val="D6DCD9"/>
          </a:solidFill>
          <a:ln w="0">
            <a:solidFill>
              <a:srgbClr val="000000">
                <a:alpha val="0"/>
              </a:srgbClr>
            </a:solidFill>
          </a:ln>
        </p:spPr>
      </p:sp>
      <p:sp>
        <p:nvSpPr>
          <p:cNvPr id="9" name="">
            <a:extLst>
              <a:ext uri="{FF2B5EF4-FFF2-40B4-BE49-F238E27FC236}">
                <a16:creationId id="{EFCC558A-3627-4619-8584-B1A7EA2CB283}"/>
              </a:ext>
            </a:extLst>
          </p:cNvPr>
          <p:cNvSpPr>
            <a:spLocks noGrp="1"/>
          </p:cNvSpPr>
          <p:nvPr/>
        </p:nvSpPr>
        <p:spPr>
          <a:xfrm>
            <a:off x="438150" y="1206103"/>
            <a:ext cx="275481" cy="29527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01</a:t>
            </a:r>
          </a:p>
        </p:txBody>
      </p:sp>
      <p:sp>
        <p:nvSpPr>
          <p:cNvPr id="10" name="">
            <a:extLst>
              <a:ext uri="{FF2B5EF4-FFF2-40B4-BE49-F238E27FC236}">
                <a16:creationId id="{CFBFFEDB-32DD-4874-8619-5AF5B8C9F468}"/>
              </a:ext>
            </a:extLst>
          </p:cNvPr>
          <p:cNvSpPr>
            <a:spLocks noGrp="1"/>
          </p:cNvSpPr>
          <p:nvPr/>
        </p:nvSpPr>
        <p:spPr>
          <a:xfrm>
            <a:off x="723156" y="1152525"/>
            <a:ext cx="1609874" cy="39052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20272D"/>
                </a:solidFill>
              </a:rPr>
              <a:t>Image content</a:t>
            </a:r>
          </a:p>
        </p:txBody>
      </p:sp>
      <p:sp>
        <p:nvSpPr>
          <p:cNvPr id="11" name="">
            <a:extLst>
              <a:ext uri="{FF2B5EF4-FFF2-40B4-BE49-F238E27FC236}">
                <a16:creationId id="{C03449C5-9F2C-4D35-B032-EF9B49B80684}"/>
              </a:ext>
            </a:extLst>
          </p:cNvPr>
          <p:cNvSpPr>
            <a:spLocks noGrp="1"/>
          </p:cNvSpPr>
          <p:nvPr/>
        </p:nvSpPr>
        <p:spPr>
          <a:xfrm>
            <a:off x="4770388" y="1252389"/>
            <a:ext cx="1301800"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One shared encoder</a:t>
            </a:r>
          </a:p>
        </p:txBody>
      </p:sp>
      <p:pic>
        <p:nvPicPr>
          <p:cNvPr id="12" name=""/>
          <p:cNvPicPr>
            <a:picLocks noChangeAspect="1"/>
          </p:cNvPicPr>
          <p:nvPr/>
        </p:nvPicPr>
        <p:blipFill>
          <a:blip r:embed="Rdc87830013f942fe"/>
          <a:srcRect l="4350" t="0" r="4350" b="0"/>
          <a:stretch>
            <a:fillRect l="0" t="0" r="0" b="0"/>
          </a:stretch>
        </p:blipFill>
        <p:spPr>
          <a:xfrm>
            <a:off x="438150" y="1768376"/>
            <a:ext cx="628650" cy="457200"/>
          </a:xfrm>
          <a:prstGeom prst="rect">
            <a:avLst/>
          </a:prstGeom>
        </p:spPr>
      </p:pic>
      <p:sp>
        <p:nvSpPr>
          <p:cNvPr id="13" name="">
            <a:extLst>
              <a:ext uri="{FF2B5EF4-FFF2-40B4-BE49-F238E27FC236}">
                <a16:creationId id="{BD2D5FD5-B952-4C6E-BD29-A5742A3F2872}"/>
              </a:ext>
            </a:extLst>
          </p:cNvPr>
          <p:cNvSpPr>
            <a:spLocks noGrp="1"/>
          </p:cNvSpPr>
          <p:nvPr/>
        </p:nvSpPr>
        <p:spPr>
          <a:xfrm>
            <a:off x="461814" y="2282726"/>
            <a:ext cx="676424"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20272D"/>
                </a:solidFill>
              </a:rPr>
              <a:t>O₀ · query</a:t>
            </a:r>
          </a:p>
        </p:txBody>
      </p:sp>
      <p:pic>
        <p:nvPicPr>
          <p:cNvPr id="14" name=""/>
          <p:cNvPicPr>
            <a:picLocks noChangeAspect="1"/>
          </p:cNvPicPr>
          <p:nvPr/>
        </p:nvPicPr>
        <p:blipFill>
          <a:blip r:embed="R1c2915cef55a4036"/>
          <a:srcRect l="4453" t="0" r="4453" b="0"/>
          <a:stretch>
            <a:fillRect l="0" t="0" r="0" b="0"/>
          </a:stretch>
        </p:blipFill>
        <p:spPr>
          <a:xfrm>
            <a:off x="1133475" y="1768376"/>
            <a:ext cx="628650" cy="457200"/>
          </a:xfrm>
          <a:prstGeom prst="rect">
            <a:avLst/>
          </a:prstGeom>
        </p:spPr>
      </p:pic>
      <p:sp>
        <p:nvSpPr>
          <p:cNvPr id="15" name="">
            <a:extLst>
              <a:ext uri="{FF2B5EF4-FFF2-40B4-BE49-F238E27FC236}">
                <a16:creationId id="{AFB0AAC3-8489-4E26-9273-859D0B6D09CA}"/>
              </a:ext>
            </a:extLst>
          </p:cNvPr>
          <p:cNvSpPr>
            <a:spLocks noGrp="1"/>
          </p:cNvSpPr>
          <p:nvPr/>
        </p:nvSpPr>
        <p:spPr>
          <a:xfrm>
            <a:off x="1264593" y="2282726"/>
            <a:ext cx="461516"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20272D"/>
                </a:solidFill>
              </a:rPr>
              <a:t>O₁…O₈</a:t>
            </a:r>
          </a:p>
        </p:txBody>
      </p:sp>
      <p:sp>
        <p:nvSpPr>
          <p:cNvPr id="16" name="">
            <a:extLst>
              <a:ext uri="{FF2B5EF4-FFF2-40B4-BE49-F238E27FC236}">
                <a16:creationId id="{662E6E11-3A63-4846-A378-DC05B0612994}"/>
              </a:ext>
            </a:extLst>
          </p:cNvPr>
          <p:cNvSpPr>
            <a:spLocks noGrp="1"/>
          </p:cNvSpPr>
          <p:nvPr/>
        </p:nvSpPr>
        <p:spPr>
          <a:xfrm>
            <a:off x="1847850" y="1968401"/>
            <a:ext cx="323850" cy="33337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68727A"/>
                </a:solidFill>
              </a:rPr>
              <a:t>→</a:t>
            </a:r>
          </a:p>
        </p:txBody>
      </p:sp>
      <p:sp>
        <p:nvSpPr>
          <p:cNvPr id="17" name="">
            <a:extLst>
              <a:ext uri="{FF2B5EF4-FFF2-40B4-BE49-F238E27FC236}">
                <a16:creationId id="{AC4C5EDC-A8F8-449A-833D-11E04424706F}"/>
              </a:ext>
            </a:extLst>
          </p:cNvPr>
          <p:cNvSpPr>
            <a:spLocks noGrp="1"/>
          </p:cNvSpPr>
          <p:nvPr/>
        </p:nvSpPr>
        <p:spPr>
          <a:xfrm>
            <a:off x="3150394" y="1647008"/>
            <a:ext cx="200025" cy="416270"/>
          </a:xfrm>
          <a:prstGeom prst="rect">
            <a:avLst/>
          </a:prstGeom>
          <a:solidFill>
            <a:srgbClr val="806D83"/>
          </a:solidFill>
          <a:ln w="0">
            <a:solidFill>
              <a:srgbClr val="000000">
                <a:alpha val="0"/>
              </a:srgbClr>
            </a:solidFill>
          </a:ln>
        </p:spPr>
      </p:sp>
      <p:sp>
        <p:nvSpPr>
          <p:cNvPr id="18" name="">
            <a:extLst>
              <a:ext uri="{FF2B5EF4-FFF2-40B4-BE49-F238E27FC236}">
                <a16:creationId id="{4405F5E0-35FB-4B5F-8C89-2C868377D7FB}"/>
              </a:ext>
            </a:extLst>
          </p:cNvPr>
          <p:cNvSpPr>
            <a:spLocks noGrp="1"/>
          </p:cNvSpPr>
          <p:nvPr/>
        </p:nvSpPr>
        <p:spPr>
          <a:xfrm>
            <a:off x="3150394" y="1647008"/>
            <a:ext cx="200025" cy="9525"/>
          </a:xfrm>
          <a:prstGeom prst="rect">
            <a:avLst/>
          </a:prstGeom>
          <a:solidFill>
            <a:srgbClr val="68727A"/>
          </a:solidFill>
          <a:ln w="0">
            <a:solidFill>
              <a:srgbClr val="000000">
                <a:alpha val="0"/>
              </a:srgbClr>
            </a:solidFill>
          </a:ln>
        </p:spPr>
      </p:sp>
      <p:sp>
        <p:nvSpPr>
          <p:cNvPr id="19" name="">
            <a:extLst>
              <a:ext uri="{FF2B5EF4-FFF2-40B4-BE49-F238E27FC236}">
                <a16:creationId id="{ADE5EAFC-F930-4CCC-8A0E-1828A9236E2A}"/>
              </a:ext>
            </a:extLst>
          </p:cNvPr>
          <p:cNvSpPr>
            <a:spLocks noGrp="1"/>
          </p:cNvSpPr>
          <p:nvPr/>
        </p:nvSpPr>
        <p:spPr>
          <a:xfrm>
            <a:off x="3150394" y="2053753"/>
            <a:ext cx="200025" cy="9525"/>
          </a:xfrm>
          <a:prstGeom prst="rect">
            <a:avLst/>
          </a:prstGeom>
          <a:solidFill>
            <a:srgbClr val="68727A"/>
          </a:solidFill>
          <a:ln w="0">
            <a:solidFill>
              <a:srgbClr val="000000">
                <a:alpha val="0"/>
              </a:srgbClr>
            </a:solidFill>
          </a:ln>
        </p:spPr>
      </p:sp>
      <p:sp>
        <p:nvSpPr>
          <p:cNvPr id="20" name="">
            <a:extLst>
              <a:ext uri="{FF2B5EF4-FFF2-40B4-BE49-F238E27FC236}">
                <a16:creationId id="{CB975428-F98E-4596-8E38-04AAD0980C1C}"/>
              </a:ext>
            </a:extLst>
          </p:cNvPr>
          <p:cNvSpPr>
            <a:spLocks noGrp="1"/>
          </p:cNvSpPr>
          <p:nvPr/>
        </p:nvSpPr>
        <p:spPr>
          <a:xfrm>
            <a:off x="3150394" y="1647008"/>
            <a:ext cx="9525" cy="416270"/>
          </a:xfrm>
          <a:prstGeom prst="rect">
            <a:avLst/>
          </a:prstGeom>
          <a:solidFill>
            <a:srgbClr val="68727A"/>
          </a:solidFill>
          <a:ln w="0">
            <a:solidFill>
              <a:srgbClr val="000000">
                <a:alpha val="0"/>
              </a:srgbClr>
            </a:solidFill>
          </a:ln>
        </p:spPr>
      </p:sp>
      <p:sp>
        <p:nvSpPr>
          <p:cNvPr id="21" name="">
            <a:extLst>
              <a:ext uri="{FF2B5EF4-FFF2-40B4-BE49-F238E27FC236}">
                <a16:creationId id="{B3C2C922-D5DB-4221-907A-0AD952185EEE}"/>
              </a:ext>
            </a:extLst>
          </p:cNvPr>
          <p:cNvSpPr>
            <a:spLocks noGrp="1"/>
          </p:cNvSpPr>
          <p:nvPr/>
        </p:nvSpPr>
        <p:spPr>
          <a:xfrm>
            <a:off x="3340894" y="1647008"/>
            <a:ext cx="9525" cy="416270"/>
          </a:xfrm>
          <a:prstGeom prst="rect">
            <a:avLst/>
          </a:prstGeom>
          <a:solidFill>
            <a:srgbClr val="68727A"/>
          </a:solidFill>
          <a:ln w="0">
            <a:solidFill>
              <a:srgbClr val="000000">
                <a:alpha val="0"/>
              </a:srgbClr>
            </a:solidFill>
          </a:ln>
        </p:spPr>
      </p:sp>
      <p:sp>
        <p:nvSpPr>
          <p:cNvPr id="22" name="">
            <a:extLst>
              <a:ext uri="{FF2B5EF4-FFF2-40B4-BE49-F238E27FC236}">
                <a16:creationId id="{186FDDF3-2212-46C7-9E60-C9A274956AFF}"/>
              </a:ext>
            </a:extLst>
          </p:cNvPr>
          <p:cNvSpPr>
            <a:spLocks noGrp="1"/>
          </p:cNvSpPr>
          <p:nvPr/>
        </p:nvSpPr>
        <p:spPr>
          <a:xfrm>
            <a:off x="3417094" y="1694633"/>
            <a:ext cx="200025" cy="321020"/>
          </a:xfrm>
          <a:prstGeom prst="rect">
            <a:avLst/>
          </a:prstGeom>
          <a:solidFill>
            <a:srgbClr val="806D83"/>
          </a:solidFill>
          <a:ln w="0">
            <a:solidFill>
              <a:srgbClr val="000000">
                <a:alpha val="0"/>
              </a:srgbClr>
            </a:solidFill>
          </a:ln>
        </p:spPr>
      </p:sp>
      <p:sp>
        <p:nvSpPr>
          <p:cNvPr id="23" name="">
            <a:extLst>
              <a:ext uri="{FF2B5EF4-FFF2-40B4-BE49-F238E27FC236}">
                <a16:creationId id="{65750F85-325C-4194-8A22-7620ABBD0D1C}"/>
              </a:ext>
            </a:extLst>
          </p:cNvPr>
          <p:cNvSpPr>
            <a:spLocks noGrp="1"/>
          </p:cNvSpPr>
          <p:nvPr/>
        </p:nvSpPr>
        <p:spPr>
          <a:xfrm>
            <a:off x="3417094" y="1694633"/>
            <a:ext cx="200025" cy="9525"/>
          </a:xfrm>
          <a:prstGeom prst="rect">
            <a:avLst/>
          </a:prstGeom>
          <a:solidFill>
            <a:srgbClr val="68727A"/>
          </a:solidFill>
          <a:ln w="0">
            <a:solidFill>
              <a:srgbClr val="000000">
                <a:alpha val="0"/>
              </a:srgbClr>
            </a:solidFill>
          </a:ln>
        </p:spPr>
      </p:sp>
      <p:sp>
        <p:nvSpPr>
          <p:cNvPr id="24" name="">
            <a:extLst>
              <a:ext uri="{FF2B5EF4-FFF2-40B4-BE49-F238E27FC236}">
                <a16:creationId id="{4ADC8763-06C0-4D7D-8B8C-2257B64A69AF}"/>
              </a:ext>
            </a:extLst>
          </p:cNvPr>
          <p:cNvSpPr>
            <a:spLocks noGrp="1"/>
          </p:cNvSpPr>
          <p:nvPr/>
        </p:nvSpPr>
        <p:spPr>
          <a:xfrm>
            <a:off x="3417094" y="2006128"/>
            <a:ext cx="200025" cy="9525"/>
          </a:xfrm>
          <a:prstGeom prst="rect">
            <a:avLst/>
          </a:prstGeom>
          <a:solidFill>
            <a:srgbClr val="68727A"/>
          </a:solidFill>
          <a:ln w="0">
            <a:solidFill>
              <a:srgbClr val="000000">
                <a:alpha val="0"/>
              </a:srgbClr>
            </a:solidFill>
          </a:ln>
        </p:spPr>
      </p:sp>
      <p:sp>
        <p:nvSpPr>
          <p:cNvPr id="25" name="">
            <a:extLst>
              <a:ext uri="{FF2B5EF4-FFF2-40B4-BE49-F238E27FC236}">
                <a16:creationId id="{8BC43555-225C-4BB9-ACE3-4E478C626479}"/>
              </a:ext>
            </a:extLst>
          </p:cNvPr>
          <p:cNvSpPr>
            <a:spLocks noGrp="1"/>
          </p:cNvSpPr>
          <p:nvPr/>
        </p:nvSpPr>
        <p:spPr>
          <a:xfrm>
            <a:off x="3417094" y="1694633"/>
            <a:ext cx="9525" cy="321020"/>
          </a:xfrm>
          <a:prstGeom prst="rect">
            <a:avLst/>
          </a:prstGeom>
          <a:solidFill>
            <a:srgbClr val="68727A"/>
          </a:solidFill>
          <a:ln w="0">
            <a:solidFill>
              <a:srgbClr val="000000">
                <a:alpha val="0"/>
              </a:srgbClr>
            </a:solidFill>
          </a:ln>
        </p:spPr>
      </p:sp>
      <p:sp>
        <p:nvSpPr>
          <p:cNvPr id="26" name="">
            <a:extLst>
              <a:ext uri="{FF2B5EF4-FFF2-40B4-BE49-F238E27FC236}">
                <a16:creationId id="{BF955917-1DD4-472E-8B8E-0E0AE2151B33}"/>
              </a:ext>
            </a:extLst>
          </p:cNvPr>
          <p:cNvSpPr>
            <a:spLocks noGrp="1"/>
          </p:cNvSpPr>
          <p:nvPr/>
        </p:nvSpPr>
        <p:spPr>
          <a:xfrm>
            <a:off x="3607594" y="1694633"/>
            <a:ext cx="9525" cy="321020"/>
          </a:xfrm>
          <a:prstGeom prst="rect">
            <a:avLst/>
          </a:prstGeom>
          <a:solidFill>
            <a:srgbClr val="68727A"/>
          </a:solidFill>
          <a:ln w="0">
            <a:solidFill>
              <a:srgbClr val="000000">
                <a:alpha val="0"/>
              </a:srgbClr>
            </a:solidFill>
          </a:ln>
        </p:spPr>
      </p:sp>
      <p:sp>
        <p:nvSpPr>
          <p:cNvPr id="27" name="">
            <a:extLst>
              <a:ext uri="{FF2B5EF4-FFF2-40B4-BE49-F238E27FC236}">
                <a16:creationId id="{B961360B-E791-4EB3-8994-7B30A3813B8F}"/>
              </a:ext>
            </a:extLst>
          </p:cNvPr>
          <p:cNvSpPr>
            <a:spLocks noGrp="1"/>
          </p:cNvSpPr>
          <p:nvPr/>
        </p:nvSpPr>
        <p:spPr>
          <a:xfrm>
            <a:off x="3683794" y="1742258"/>
            <a:ext cx="200025" cy="225770"/>
          </a:xfrm>
          <a:prstGeom prst="rect">
            <a:avLst/>
          </a:prstGeom>
          <a:solidFill>
            <a:srgbClr val="806D83"/>
          </a:solidFill>
          <a:ln w="0">
            <a:solidFill>
              <a:srgbClr val="000000">
                <a:alpha val="0"/>
              </a:srgbClr>
            </a:solidFill>
          </a:ln>
        </p:spPr>
      </p:sp>
      <p:sp>
        <p:nvSpPr>
          <p:cNvPr id="28" name="">
            <a:extLst>
              <a:ext uri="{FF2B5EF4-FFF2-40B4-BE49-F238E27FC236}">
                <a16:creationId id="{33EC8FD7-E4CC-47A7-952C-2D990CFE7116}"/>
              </a:ext>
            </a:extLst>
          </p:cNvPr>
          <p:cNvSpPr>
            <a:spLocks noGrp="1"/>
          </p:cNvSpPr>
          <p:nvPr/>
        </p:nvSpPr>
        <p:spPr>
          <a:xfrm>
            <a:off x="3683794" y="1742258"/>
            <a:ext cx="200025" cy="9525"/>
          </a:xfrm>
          <a:prstGeom prst="rect">
            <a:avLst/>
          </a:prstGeom>
          <a:solidFill>
            <a:srgbClr val="68727A"/>
          </a:solidFill>
          <a:ln w="0">
            <a:solidFill>
              <a:srgbClr val="000000">
                <a:alpha val="0"/>
              </a:srgbClr>
            </a:solidFill>
          </a:ln>
        </p:spPr>
      </p:sp>
      <p:sp>
        <p:nvSpPr>
          <p:cNvPr id="29" name="">
            <a:extLst>
              <a:ext uri="{FF2B5EF4-FFF2-40B4-BE49-F238E27FC236}">
                <a16:creationId id="{CA317321-C025-43EF-9300-4BD2F13C0443}"/>
              </a:ext>
            </a:extLst>
          </p:cNvPr>
          <p:cNvSpPr>
            <a:spLocks noGrp="1"/>
          </p:cNvSpPr>
          <p:nvPr/>
        </p:nvSpPr>
        <p:spPr>
          <a:xfrm>
            <a:off x="3683794" y="1958503"/>
            <a:ext cx="200025" cy="9525"/>
          </a:xfrm>
          <a:prstGeom prst="rect">
            <a:avLst/>
          </a:prstGeom>
          <a:solidFill>
            <a:srgbClr val="68727A"/>
          </a:solidFill>
          <a:ln w="0">
            <a:solidFill>
              <a:srgbClr val="000000">
                <a:alpha val="0"/>
              </a:srgbClr>
            </a:solidFill>
          </a:ln>
        </p:spPr>
      </p:sp>
      <p:sp>
        <p:nvSpPr>
          <p:cNvPr id="30" name="">
            <a:extLst>
              <a:ext uri="{FF2B5EF4-FFF2-40B4-BE49-F238E27FC236}">
                <a16:creationId id="{68EDCDCB-CED1-4ACA-AFE4-AE135CC268DA}"/>
              </a:ext>
            </a:extLst>
          </p:cNvPr>
          <p:cNvSpPr>
            <a:spLocks noGrp="1"/>
          </p:cNvSpPr>
          <p:nvPr/>
        </p:nvSpPr>
        <p:spPr>
          <a:xfrm>
            <a:off x="3683794" y="1742258"/>
            <a:ext cx="9525" cy="225770"/>
          </a:xfrm>
          <a:prstGeom prst="rect">
            <a:avLst/>
          </a:prstGeom>
          <a:solidFill>
            <a:srgbClr val="68727A"/>
          </a:solidFill>
          <a:ln w="0">
            <a:solidFill>
              <a:srgbClr val="000000">
                <a:alpha val="0"/>
              </a:srgbClr>
            </a:solidFill>
          </a:ln>
        </p:spPr>
      </p:sp>
      <p:sp>
        <p:nvSpPr>
          <p:cNvPr id="31" name="">
            <a:extLst>
              <a:ext uri="{FF2B5EF4-FFF2-40B4-BE49-F238E27FC236}">
                <a16:creationId id="{6AB2F2EB-9712-4134-AFA8-63D34853CD7A}"/>
              </a:ext>
            </a:extLst>
          </p:cNvPr>
          <p:cNvSpPr>
            <a:spLocks noGrp="1"/>
          </p:cNvSpPr>
          <p:nvPr/>
        </p:nvSpPr>
        <p:spPr>
          <a:xfrm>
            <a:off x="3874294" y="1742258"/>
            <a:ext cx="9525" cy="225770"/>
          </a:xfrm>
          <a:prstGeom prst="rect">
            <a:avLst/>
          </a:prstGeom>
          <a:solidFill>
            <a:srgbClr val="68727A"/>
          </a:solidFill>
          <a:ln w="0">
            <a:solidFill>
              <a:srgbClr val="000000">
                <a:alpha val="0"/>
              </a:srgbClr>
            </a:solidFill>
          </a:ln>
        </p:spPr>
      </p:sp>
      <p:sp>
        <p:nvSpPr>
          <p:cNvPr id="32" name="">
            <a:extLst>
              <a:ext uri="{FF2B5EF4-FFF2-40B4-BE49-F238E27FC236}">
                <a16:creationId id="{E119AC39-48B2-4709-93C8-E0978B19E603}"/>
              </a:ext>
            </a:extLst>
          </p:cNvPr>
          <p:cNvSpPr>
            <a:spLocks noGrp="1"/>
          </p:cNvSpPr>
          <p:nvPr/>
        </p:nvSpPr>
        <p:spPr>
          <a:xfrm>
            <a:off x="2688134" y="2126605"/>
            <a:ext cx="1753046"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Shared image encoder</a:t>
            </a:r>
          </a:p>
        </p:txBody>
      </p:sp>
      <p:sp>
        <p:nvSpPr>
          <p:cNvPr id="33" name="">
            <a:extLst>
              <a:ext uri="{FF2B5EF4-FFF2-40B4-BE49-F238E27FC236}">
                <a16:creationId id="{15FC15E9-67AF-4407-8CAF-57ABE8E253D6}"/>
              </a:ext>
            </a:extLst>
          </p:cNvPr>
          <p:cNvSpPr>
            <a:spLocks noGrp="1"/>
          </p:cNvSpPr>
          <p:nvPr/>
        </p:nvSpPr>
        <p:spPr>
          <a:xfrm>
            <a:off x="2764780" y="2417118"/>
            <a:ext cx="1599902"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Conv + downsample → Eᵢ</a:t>
            </a:r>
          </a:p>
        </p:txBody>
      </p:sp>
      <p:sp>
        <p:nvSpPr>
          <p:cNvPr id="34" name="">
            <a:extLst>
              <a:ext uri="{FF2B5EF4-FFF2-40B4-BE49-F238E27FC236}">
                <a16:creationId id="{1E3FF11C-720B-41D0-892A-400E1BE42EF1}"/>
              </a:ext>
            </a:extLst>
          </p:cNvPr>
          <p:cNvSpPr>
            <a:spLocks noGrp="1"/>
          </p:cNvSpPr>
          <p:nvPr/>
        </p:nvSpPr>
        <p:spPr>
          <a:xfrm>
            <a:off x="5005388" y="1968401"/>
            <a:ext cx="323850" cy="33337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68727A"/>
                </a:solidFill>
              </a:rPr>
              <a:t>→</a:t>
            </a:r>
          </a:p>
        </p:txBody>
      </p:sp>
      <p:sp>
        <p:nvSpPr>
          <p:cNvPr id="35" name="">
            <a:extLst>
              <a:ext uri="{FF2B5EF4-FFF2-40B4-BE49-F238E27FC236}">
                <a16:creationId id="{ECD481DB-180D-4AAD-9901-C950E0E7F548}"/>
              </a:ext>
            </a:extLst>
          </p:cNvPr>
          <p:cNvSpPr>
            <a:spLocks noGrp="1"/>
          </p:cNvSpPr>
          <p:nvPr/>
        </p:nvSpPr>
        <p:spPr>
          <a:xfrm>
            <a:off x="5345311" y="1746945"/>
            <a:ext cx="548878" cy="419100"/>
          </a:xfrm>
          <a:prstGeom prst="rect">
            <a:avLst/>
          </a:prstGeom>
          <a:solidFill>
            <a:srgbClr val="ECEFEB"/>
          </a:solidFill>
          <a:ln w="0">
            <a:solidFill>
              <a:srgbClr val="000000">
                <a:alpha val="0"/>
              </a:srgbClr>
            </a:solidFill>
          </a:ln>
        </p:spPr>
      </p:sp>
      <p:sp>
        <p:nvSpPr>
          <p:cNvPr id="36" name="">
            <a:extLst>
              <a:ext uri="{FF2B5EF4-FFF2-40B4-BE49-F238E27FC236}">
                <a16:creationId id="{35AE307D-F243-4BBF-B692-8F9406EC59BE}"/>
              </a:ext>
            </a:extLst>
          </p:cNvPr>
          <p:cNvSpPr>
            <a:spLocks noGrp="1"/>
          </p:cNvSpPr>
          <p:nvPr/>
        </p:nvSpPr>
        <p:spPr>
          <a:xfrm>
            <a:off x="5345311" y="1746945"/>
            <a:ext cx="548878" cy="9525"/>
          </a:xfrm>
          <a:prstGeom prst="rect">
            <a:avLst/>
          </a:prstGeom>
          <a:solidFill>
            <a:srgbClr val="20272D"/>
          </a:solidFill>
          <a:ln w="0">
            <a:solidFill>
              <a:srgbClr val="000000">
                <a:alpha val="0"/>
              </a:srgbClr>
            </a:solidFill>
          </a:ln>
        </p:spPr>
      </p:sp>
      <p:sp>
        <p:nvSpPr>
          <p:cNvPr id="37" name="">
            <a:extLst>
              <a:ext uri="{FF2B5EF4-FFF2-40B4-BE49-F238E27FC236}">
                <a16:creationId id="{BE11B3AD-0CF1-4097-A3CE-CC0A57209A3B}"/>
              </a:ext>
            </a:extLst>
          </p:cNvPr>
          <p:cNvSpPr>
            <a:spLocks noGrp="1"/>
          </p:cNvSpPr>
          <p:nvPr/>
        </p:nvSpPr>
        <p:spPr>
          <a:xfrm>
            <a:off x="5345311" y="2156520"/>
            <a:ext cx="548878" cy="9525"/>
          </a:xfrm>
          <a:prstGeom prst="rect">
            <a:avLst/>
          </a:prstGeom>
          <a:solidFill>
            <a:srgbClr val="20272D"/>
          </a:solidFill>
          <a:ln w="0">
            <a:solidFill>
              <a:srgbClr val="000000">
                <a:alpha val="0"/>
              </a:srgbClr>
            </a:solidFill>
          </a:ln>
        </p:spPr>
      </p:sp>
      <p:sp>
        <p:nvSpPr>
          <p:cNvPr id="38" name="">
            <a:extLst>
              <a:ext uri="{FF2B5EF4-FFF2-40B4-BE49-F238E27FC236}">
                <a16:creationId id="{443475CB-B188-4E53-9AE1-DBFC84547B1D}"/>
              </a:ext>
            </a:extLst>
          </p:cNvPr>
          <p:cNvSpPr>
            <a:spLocks noGrp="1"/>
          </p:cNvSpPr>
          <p:nvPr/>
        </p:nvSpPr>
        <p:spPr>
          <a:xfrm>
            <a:off x="5345311" y="1746945"/>
            <a:ext cx="9525" cy="419100"/>
          </a:xfrm>
          <a:prstGeom prst="rect">
            <a:avLst/>
          </a:prstGeom>
          <a:solidFill>
            <a:srgbClr val="20272D"/>
          </a:solidFill>
          <a:ln w="0">
            <a:solidFill>
              <a:srgbClr val="000000">
                <a:alpha val="0"/>
              </a:srgbClr>
            </a:solidFill>
          </a:ln>
        </p:spPr>
      </p:sp>
      <p:sp>
        <p:nvSpPr>
          <p:cNvPr id="39" name="">
            <a:extLst>
              <a:ext uri="{FF2B5EF4-FFF2-40B4-BE49-F238E27FC236}">
                <a16:creationId id="{EB19E5CD-9EF0-4845-93F0-B24597F1F843}"/>
              </a:ext>
            </a:extLst>
          </p:cNvPr>
          <p:cNvSpPr>
            <a:spLocks noGrp="1"/>
          </p:cNvSpPr>
          <p:nvPr/>
        </p:nvSpPr>
        <p:spPr>
          <a:xfrm>
            <a:off x="5884664" y="1746945"/>
            <a:ext cx="9525" cy="419100"/>
          </a:xfrm>
          <a:prstGeom prst="rect">
            <a:avLst/>
          </a:prstGeom>
          <a:solidFill>
            <a:srgbClr val="20272D"/>
          </a:solidFill>
          <a:ln w="0">
            <a:solidFill>
              <a:srgbClr val="000000">
                <a:alpha val="0"/>
              </a:srgbClr>
            </a:solidFill>
          </a:ln>
        </p:spPr>
      </p:sp>
      <p:sp>
        <p:nvSpPr>
          <p:cNvPr id="40" name="">
            <a:extLst>
              <a:ext uri="{FF2B5EF4-FFF2-40B4-BE49-F238E27FC236}">
                <a16:creationId id="{42A02AFE-6306-4321-9543-2E48BE21ADC7}"/>
              </a:ext>
            </a:extLst>
          </p:cNvPr>
          <p:cNvSpPr>
            <a:spLocks noGrp="1"/>
          </p:cNvSpPr>
          <p:nvPr/>
        </p:nvSpPr>
        <p:spPr>
          <a:xfrm>
            <a:off x="5507236" y="1832670"/>
            <a:ext cx="320278" cy="266700"/>
          </a:xfrm>
          <a:prstGeom prst="rect">
            <a:avLst/>
          </a:prstGeom>
          <a:solidFill>
            <a:srgbClr val="000000">
              <a:alpha val="0"/>
            </a:srgbClr>
          </a:solidFill>
          <a:ln w="0">
            <a:solidFill>
              <a:srgbClr val="000000">
                <a:alpha val="0"/>
              </a:srgbClr>
            </a:solidFill>
          </a:ln>
        </p:spPr>
        <p:txBody>
          <a:bodyPr lIns="0" tIns="0" rIns="0" bIns="0" anchor="ctr"/>
          <a:lstStyle/>
          <a:p>
            <a:r>
              <a:rPr sz="1365" b="0">
                <a:solidFill>
                  <a:srgbClr val="20272D"/>
                </a:solidFill>
              </a:rPr>
              <a:t>FC</a:t>
            </a:r>
          </a:p>
        </p:txBody>
      </p:sp>
      <p:sp>
        <p:nvSpPr>
          <p:cNvPr id="41" name="">
            <a:extLst>
              <a:ext uri="{FF2B5EF4-FFF2-40B4-BE49-F238E27FC236}">
                <a16:creationId id="{DB10DDF3-268E-4110-848B-72E30913EA8A}"/>
              </a:ext>
            </a:extLst>
          </p:cNvPr>
          <p:cNvSpPr>
            <a:spLocks noGrp="1"/>
          </p:cNvSpPr>
          <p:nvPr/>
        </p:nvSpPr>
        <p:spPr>
          <a:xfrm>
            <a:off x="5372993" y="2261295"/>
            <a:ext cx="588764"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Ẽᵢ ∈ ℝᴰ</a:t>
            </a:r>
          </a:p>
        </p:txBody>
      </p:sp>
      <p:sp>
        <p:nvSpPr>
          <p:cNvPr id="42" name="">
            <a:extLst>
              <a:ext uri="{FF2B5EF4-FFF2-40B4-BE49-F238E27FC236}">
                <a16:creationId id="{2DD2F282-868F-43B4-8288-BA82002C2FAA}"/>
              </a:ext>
            </a:extLst>
          </p:cNvPr>
          <p:cNvSpPr>
            <a:spLocks noGrp="1"/>
          </p:cNvSpPr>
          <p:nvPr/>
        </p:nvSpPr>
        <p:spPr>
          <a:xfrm>
            <a:off x="6215063" y="1057275"/>
            <a:ext cx="5538788" cy="19050"/>
          </a:xfrm>
          <a:prstGeom prst="rect">
            <a:avLst/>
          </a:prstGeom>
          <a:solidFill>
            <a:srgbClr val="20272D"/>
          </a:solidFill>
          <a:ln w="0">
            <a:solidFill>
              <a:srgbClr val="000000">
                <a:alpha val="0"/>
              </a:srgbClr>
            </a:solidFill>
          </a:ln>
        </p:spPr>
      </p:sp>
      <p:sp>
        <p:nvSpPr>
          <p:cNvPr id="43" name="">
            <a:extLst>
              <a:ext uri="{FF2B5EF4-FFF2-40B4-BE49-F238E27FC236}">
                <a16:creationId id="{6888A360-AF95-4903-96F9-1CFEBFB359B4}"/>
              </a:ext>
            </a:extLst>
          </p:cNvPr>
          <p:cNvSpPr>
            <a:spLocks noGrp="1"/>
          </p:cNvSpPr>
          <p:nvPr/>
        </p:nvSpPr>
        <p:spPr>
          <a:xfrm>
            <a:off x="6215063" y="2743795"/>
            <a:ext cx="5538788" cy="9525"/>
          </a:xfrm>
          <a:prstGeom prst="rect">
            <a:avLst/>
          </a:prstGeom>
          <a:solidFill>
            <a:srgbClr val="D6DCD9"/>
          </a:solidFill>
          <a:ln w="0">
            <a:solidFill>
              <a:srgbClr val="000000">
                <a:alpha val="0"/>
              </a:srgbClr>
            </a:solidFill>
          </a:ln>
        </p:spPr>
      </p:sp>
      <p:sp>
        <p:nvSpPr>
          <p:cNvPr id="44" name="">
            <a:extLst>
              <a:ext uri="{FF2B5EF4-FFF2-40B4-BE49-F238E27FC236}">
                <a16:creationId id="{5195FF13-A292-432F-AFA1-4512D7D15E31}"/>
              </a:ext>
            </a:extLst>
          </p:cNvPr>
          <p:cNvSpPr>
            <a:spLocks noGrp="1"/>
          </p:cNvSpPr>
          <p:nvPr/>
        </p:nvSpPr>
        <p:spPr>
          <a:xfrm>
            <a:off x="6215063" y="1206103"/>
            <a:ext cx="314623" cy="29527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02</a:t>
            </a:r>
          </a:p>
        </p:txBody>
      </p:sp>
      <p:sp>
        <p:nvSpPr>
          <p:cNvPr id="45" name="">
            <a:extLst>
              <a:ext uri="{FF2B5EF4-FFF2-40B4-BE49-F238E27FC236}">
                <a16:creationId id="{47D9B073-2DC6-4AC7-982D-2DE31F09610E}"/>
              </a:ext>
            </a:extLst>
          </p:cNvPr>
          <p:cNvSpPr>
            <a:spLocks noGrp="1"/>
          </p:cNvSpPr>
          <p:nvPr/>
        </p:nvSpPr>
        <p:spPr>
          <a:xfrm>
            <a:off x="6539210" y="1152525"/>
            <a:ext cx="1632645" cy="39052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20272D"/>
                </a:solidFill>
              </a:rPr>
              <a:t>Editing history</a:t>
            </a:r>
          </a:p>
        </p:txBody>
      </p:sp>
      <p:sp>
        <p:nvSpPr>
          <p:cNvPr id="46" name="">
            <a:extLst>
              <a:ext uri="{FF2B5EF4-FFF2-40B4-BE49-F238E27FC236}">
                <a16:creationId id="{9DAB217D-DD86-406D-9478-A8AC29F4FC2A}"/>
              </a:ext>
            </a:extLst>
          </p:cNvPr>
          <p:cNvSpPr>
            <a:spLocks noGrp="1"/>
          </p:cNvSpPr>
          <p:nvPr/>
        </p:nvSpPr>
        <p:spPr>
          <a:xfrm>
            <a:off x="10440591" y="1252389"/>
            <a:ext cx="1408509"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8 original–target pairs</a:t>
            </a:r>
          </a:p>
        </p:txBody>
      </p:sp>
      <p:pic>
        <p:nvPicPr>
          <p:cNvPr id="47" name=""/>
          <p:cNvPicPr>
            <a:picLocks noChangeAspect="1"/>
          </p:cNvPicPr>
          <p:nvPr/>
        </p:nvPicPr>
        <p:blipFill>
          <a:blip r:embed="Re09c935bdd7c4dd0"/>
          <a:srcRect l="4453" t="0" r="4453" b="0"/>
          <a:stretch>
            <a:fillRect l="0" t="0" r="0" b="0"/>
          </a:stretch>
        </p:blipFill>
        <p:spPr>
          <a:xfrm>
            <a:off x="6215063" y="1768376"/>
            <a:ext cx="628650" cy="457200"/>
          </a:xfrm>
          <a:prstGeom prst="rect">
            <a:avLst/>
          </a:prstGeom>
        </p:spPr>
      </p:pic>
      <p:sp>
        <p:nvSpPr>
          <p:cNvPr id="48" name="">
            <a:extLst>
              <a:ext uri="{FF2B5EF4-FFF2-40B4-BE49-F238E27FC236}">
                <a16:creationId id="{D9586FA2-A0C5-4FCE-9E99-6882783CA061}"/>
              </a:ext>
            </a:extLst>
          </p:cNvPr>
          <p:cNvSpPr>
            <a:spLocks noGrp="1"/>
          </p:cNvSpPr>
          <p:nvPr/>
        </p:nvSpPr>
        <p:spPr>
          <a:xfrm>
            <a:off x="6471642" y="2282726"/>
            <a:ext cx="210741"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20272D"/>
                </a:solidFill>
              </a:rPr>
              <a:t>Oᵢ</a:t>
            </a:r>
          </a:p>
        </p:txBody>
      </p:sp>
      <p:pic>
        <p:nvPicPr>
          <p:cNvPr id="49" name=""/>
          <p:cNvPicPr>
            <a:picLocks noChangeAspect="1"/>
          </p:cNvPicPr>
          <p:nvPr/>
        </p:nvPicPr>
        <p:blipFill>
          <a:blip r:embed="Rdba8efeee51b4d2c"/>
          <a:srcRect l="4167" t="0" r="4167" b="0"/>
          <a:stretch>
            <a:fillRect l="0" t="0" r="0" b="0"/>
          </a:stretch>
        </p:blipFill>
        <p:spPr>
          <a:xfrm>
            <a:off x="6910388" y="1768376"/>
            <a:ext cx="628650" cy="457200"/>
          </a:xfrm>
          <a:prstGeom prst="rect">
            <a:avLst/>
          </a:prstGeom>
        </p:spPr>
      </p:pic>
      <p:sp>
        <p:nvSpPr>
          <p:cNvPr id="50" name="">
            <a:extLst>
              <a:ext uri="{FF2B5EF4-FFF2-40B4-BE49-F238E27FC236}">
                <a16:creationId id="{71A2802E-171E-46D5-BC67-64A7497EBFC2}"/>
              </a:ext>
            </a:extLst>
          </p:cNvPr>
          <p:cNvSpPr>
            <a:spLocks noGrp="1"/>
          </p:cNvSpPr>
          <p:nvPr/>
        </p:nvSpPr>
        <p:spPr>
          <a:xfrm>
            <a:off x="7176046" y="2282726"/>
            <a:ext cx="192584"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20272D"/>
                </a:solidFill>
              </a:rPr>
              <a:t>Tᵢ</a:t>
            </a:r>
          </a:p>
        </p:txBody>
      </p:sp>
      <p:sp>
        <p:nvSpPr>
          <p:cNvPr id="51" name="">
            <a:extLst>
              <a:ext uri="{FF2B5EF4-FFF2-40B4-BE49-F238E27FC236}">
                <a16:creationId id="{A894B700-B39D-4923-93FB-4A56B8EF29AF}"/>
              </a:ext>
            </a:extLst>
          </p:cNvPr>
          <p:cNvSpPr>
            <a:spLocks noGrp="1"/>
          </p:cNvSpPr>
          <p:nvPr/>
        </p:nvSpPr>
        <p:spPr>
          <a:xfrm>
            <a:off x="7624763" y="1968401"/>
            <a:ext cx="323850" cy="33337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68727A"/>
                </a:solidFill>
              </a:rPr>
              <a:t>→</a:t>
            </a:r>
          </a:p>
        </p:txBody>
      </p:sp>
      <p:sp>
        <p:nvSpPr>
          <p:cNvPr id="52" name="">
            <a:extLst>
              <a:ext uri="{FF2B5EF4-FFF2-40B4-BE49-F238E27FC236}">
                <a16:creationId id="{89CB0A0E-915A-4C1C-A656-4B17E31E5A83}"/>
              </a:ext>
            </a:extLst>
          </p:cNvPr>
          <p:cNvSpPr>
            <a:spLocks noGrp="1"/>
          </p:cNvSpPr>
          <p:nvPr/>
        </p:nvSpPr>
        <p:spPr>
          <a:xfrm>
            <a:off x="8984456" y="1717030"/>
            <a:ext cx="161925" cy="276225"/>
          </a:xfrm>
          <a:prstGeom prst="rect">
            <a:avLst/>
          </a:prstGeom>
          <a:solidFill>
            <a:srgbClr val="E4EFED"/>
          </a:solidFill>
          <a:ln w="0">
            <a:solidFill>
              <a:srgbClr val="000000">
                <a:alpha val="0"/>
              </a:srgbClr>
            </a:solidFill>
          </a:ln>
        </p:spPr>
      </p:sp>
      <p:sp>
        <p:nvSpPr>
          <p:cNvPr id="53" name="">
            <a:extLst>
              <a:ext uri="{FF2B5EF4-FFF2-40B4-BE49-F238E27FC236}">
                <a16:creationId id="{C365E334-F2F1-4A9F-91C5-F74C71EB7F48}"/>
              </a:ext>
            </a:extLst>
          </p:cNvPr>
          <p:cNvSpPr>
            <a:spLocks noGrp="1"/>
          </p:cNvSpPr>
          <p:nvPr/>
        </p:nvSpPr>
        <p:spPr>
          <a:xfrm>
            <a:off x="8984456" y="1717030"/>
            <a:ext cx="161925" cy="9525"/>
          </a:xfrm>
          <a:prstGeom prst="rect">
            <a:avLst/>
          </a:prstGeom>
          <a:solidFill>
            <a:srgbClr val="20272D"/>
          </a:solidFill>
          <a:ln w="0">
            <a:solidFill>
              <a:srgbClr val="000000">
                <a:alpha val="0"/>
              </a:srgbClr>
            </a:solidFill>
          </a:ln>
        </p:spPr>
      </p:sp>
      <p:sp>
        <p:nvSpPr>
          <p:cNvPr id="54" name="">
            <a:extLst>
              <a:ext uri="{FF2B5EF4-FFF2-40B4-BE49-F238E27FC236}">
                <a16:creationId id="{7B4686BD-1899-493C-A9F1-AD896FDD6D9D}"/>
              </a:ext>
            </a:extLst>
          </p:cNvPr>
          <p:cNvSpPr>
            <a:spLocks noGrp="1"/>
          </p:cNvSpPr>
          <p:nvPr/>
        </p:nvSpPr>
        <p:spPr>
          <a:xfrm>
            <a:off x="8984456" y="1983730"/>
            <a:ext cx="161925" cy="9525"/>
          </a:xfrm>
          <a:prstGeom prst="rect">
            <a:avLst/>
          </a:prstGeom>
          <a:solidFill>
            <a:srgbClr val="20272D"/>
          </a:solidFill>
          <a:ln w="0">
            <a:solidFill>
              <a:srgbClr val="000000">
                <a:alpha val="0"/>
              </a:srgbClr>
            </a:solidFill>
          </a:ln>
        </p:spPr>
      </p:sp>
      <p:sp>
        <p:nvSpPr>
          <p:cNvPr id="55" name="">
            <a:extLst>
              <a:ext uri="{FF2B5EF4-FFF2-40B4-BE49-F238E27FC236}">
                <a16:creationId id="{C0E6CD34-A37B-4191-BD51-4811E3179FBD}"/>
              </a:ext>
            </a:extLst>
          </p:cNvPr>
          <p:cNvSpPr>
            <a:spLocks noGrp="1"/>
          </p:cNvSpPr>
          <p:nvPr/>
        </p:nvSpPr>
        <p:spPr>
          <a:xfrm>
            <a:off x="8984456" y="1717030"/>
            <a:ext cx="9525" cy="276225"/>
          </a:xfrm>
          <a:prstGeom prst="rect">
            <a:avLst/>
          </a:prstGeom>
          <a:solidFill>
            <a:srgbClr val="20272D"/>
          </a:solidFill>
          <a:ln w="0">
            <a:solidFill>
              <a:srgbClr val="000000">
                <a:alpha val="0"/>
              </a:srgbClr>
            </a:solidFill>
          </a:ln>
        </p:spPr>
      </p:sp>
      <p:sp>
        <p:nvSpPr>
          <p:cNvPr id="56" name="">
            <a:extLst>
              <a:ext uri="{FF2B5EF4-FFF2-40B4-BE49-F238E27FC236}">
                <a16:creationId id="{8AF4C1DC-D829-4B1C-88D6-7551A00F5CFA}"/>
              </a:ext>
            </a:extLst>
          </p:cNvPr>
          <p:cNvSpPr>
            <a:spLocks noGrp="1"/>
          </p:cNvSpPr>
          <p:nvPr/>
        </p:nvSpPr>
        <p:spPr>
          <a:xfrm>
            <a:off x="9136856" y="1717030"/>
            <a:ext cx="9525" cy="276225"/>
          </a:xfrm>
          <a:prstGeom prst="rect">
            <a:avLst/>
          </a:prstGeom>
          <a:solidFill>
            <a:srgbClr val="20272D"/>
          </a:solidFill>
          <a:ln w="0">
            <a:solidFill>
              <a:srgbClr val="000000">
                <a:alpha val="0"/>
              </a:srgbClr>
            </a:solidFill>
          </a:ln>
        </p:spPr>
      </p:sp>
      <p:sp>
        <p:nvSpPr>
          <p:cNvPr id="57" name="">
            <a:extLst>
              <a:ext uri="{FF2B5EF4-FFF2-40B4-BE49-F238E27FC236}">
                <a16:creationId id="{155EFC49-D4F9-4D6D-9ABD-FBE7AD4F6EF5}"/>
              </a:ext>
            </a:extLst>
          </p:cNvPr>
          <p:cNvSpPr>
            <a:spLocks noGrp="1"/>
          </p:cNvSpPr>
          <p:nvPr/>
        </p:nvSpPr>
        <p:spPr>
          <a:xfrm>
            <a:off x="9213056" y="1717030"/>
            <a:ext cx="161925" cy="276225"/>
          </a:xfrm>
          <a:prstGeom prst="rect">
            <a:avLst/>
          </a:prstGeom>
          <a:solidFill>
            <a:srgbClr val="E4EFED"/>
          </a:solidFill>
          <a:ln w="0">
            <a:solidFill>
              <a:srgbClr val="000000">
                <a:alpha val="0"/>
              </a:srgbClr>
            </a:solidFill>
          </a:ln>
        </p:spPr>
      </p:sp>
      <p:sp>
        <p:nvSpPr>
          <p:cNvPr id="58" name="">
            <a:extLst>
              <a:ext uri="{FF2B5EF4-FFF2-40B4-BE49-F238E27FC236}">
                <a16:creationId id="{E2F6DEEB-31DF-4A3F-912A-1ECEF23D43B8}"/>
              </a:ext>
            </a:extLst>
          </p:cNvPr>
          <p:cNvSpPr>
            <a:spLocks noGrp="1"/>
          </p:cNvSpPr>
          <p:nvPr/>
        </p:nvSpPr>
        <p:spPr>
          <a:xfrm>
            <a:off x="9213056" y="1717030"/>
            <a:ext cx="161925" cy="9525"/>
          </a:xfrm>
          <a:prstGeom prst="rect">
            <a:avLst/>
          </a:prstGeom>
          <a:solidFill>
            <a:srgbClr val="20272D"/>
          </a:solidFill>
          <a:ln w="0">
            <a:solidFill>
              <a:srgbClr val="000000">
                <a:alpha val="0"/>
              </a:srgbClr>
            </a:solidFill>
          </a:ln>
        </p:spPr>
      </p:sp>
      <p:sp>
        <p:nvSpPr>
          <p:cNvPr id="59" name="">
            <a:extLst>
              <a:ext uri="{FF2B5EF4-FFF2-40B4-BE49-F238E27FC236}">
                <a16:creationId id="{CEA2FFED-BF40-4D1E-9E3C-51CDFD531111}"/>
              </a:ext>
            </a:extLst>
          </p:cNvPr>
          <p:cNvSpPr>
            <a:spLocks noGrp="1"/>
          </p:cNvSpPr>
          <p:nvPr/>
        </p:nvSpPr>
        <p:spPr>
          <a:xfrm>
            <a:off x="9213056" y="1983730"/>
            <a:ext cx="161925" cy="9525"/>
          </a:xfrm>
          <a:prstGeom prst="rect">
            <a:avLst/>
          </a:prstGeom>
          <a:solidFill>
            <a:srgbClr val="20272D"/>
          </a:solidFill>
          <a:ln w="0">
            <a:solidFill>
              <a:srgbClr val="000000">
                <a:alpha val="0"/>
              </a:srgbClr>
            </a:solidFill>
          </a:ln>
        </p:spPr>
      </p:sp>
      <p:sp>
        <p:nvSpPr>
          <p:cNvPr id="60" name="">
            <a:extLst>
              <a:ext uri="{FF2B5EF4-FFF2-40B4-BE49-F238E27FC236}">
                <a16:creationId id="{9A4FE775-66B1-4C0E-9CE2-CA5018272064}"/>
              </a:ext>
            </a:extLst>
          </p:cNvPr>
          <p:cNvSpPr>
            <a:spLocks noGrp="1"/>
          </p:cNvSpPr>
          <p:nvPr/>
        </p:nvSpPr>
        <p:spPr>
          <a:xfrm>
            <a:off x="9213056" y="1717030"/>
            <a:ext cx="9525" cy="276225"/>
          </a:xfrm>
          <a:prstGeom prst="rect">
            <a:avLst/>
          </a:prstGeom>
          <a:solidFill>
            <a:srgbClr val="20272D"/>
          </a:solidFill>
          <a:ln w="0">
            <a:solidFill>
              <a:srgbClr val="000000">
                <a:alpha val="0"/>
              </a:srgbClr>
            </a:solidFill>
          </a:ln>
        </p:spPr>
      </p:sp>
      <p:sp>
        <p:nvSpPr>
          <p:cNvPr id="61" name="">
            <a:extLst>
              <a:ext uri="{FF2B5EF4-FFF2-40B4-BE49-F238E27FC236}">
                <a16:creationId id="{33BDBD65-5B01-4C63-A6BA-9FE7B7568E48}"/>
              </a:ext>
            </a:extLst>
          </p:cNvPr>
          <p:cNvSpPr>
            <a:spLocks noGrp="1"/>
          </p:cNvSpPr>
          <p:nvPr/>
        </p:nvSpPr>
        <p:spPr>
          <a:xfrm>
            <a:off x="9365456" y="1717030"/>
            <a:ext cx="9525" cy="276225"/>
          </a:xfrm>
          <a:prstGeom prst="rect">
            <a:avLst/>
          </a:prstGeom>
          <a:solidFill>
            <a:srgbClr val="20272D"/>
          </a:solidFill>
          <a:ln w="0">
            <a:solidFill>
              <a:srgbClr val="000000">
                <a:alpha val="0"/>
              </a:srgbClr>
            </a:solidFill>
          </a:ln>
        </p:spPr>
      </p:sp>
      <p:sp>
        <p:nvSpPr>
          <p:cNvPr id="62" name="">
            <a:extLst>
              <a:ext uri="{FF2B5EF4-FFF2-40B4-BE49-F238E27FC236}">
                <a16:creationId id="{4E4143E6-4961-406F-AC1C-4C3171FC6F6A}"/>
              </a:ext>
            </a:extLst>
          </p:cNvPr>
          <p:cNvSpPr>
            <a:spLocks noGrp="1"/>
          </p:cNvSpPr>
          <p:nvPr/>
        </p:nvSpPr>
        <p:spPr>
          <a:xfrm>
            <a:off x="9441656" y="1717030"/>
            <a:ext cx="161925" cy="276225"/>
          </a:xfrm>
          <a:prstGeom prst="rect">
            <a:avLst/>
          </a:prstGeom>
          <a:solidFill>
            <a:srgbClr val="E4EFED"/>
          </a:solidFill>
          <a:ln w="0">
            <a:solidFill>
              <a:srgbClr val="000000">
                <a:alpha val="0"/>
              </a:srgbClr>
            </a:solidFill>
          </a:ln>
        </p:spPr>
      </p:sp>
      <p:sp>
        <p:nvSpPr>
          <p:cNvPr id="63" name="">
            <a:extLst>
              <a:ext uri="{FF2B5EF4-FFF2-40B4-BE49-F238E27FC236}">
                <a16:creationId id="{31C00D06-D451-4808-ADAD-CEC58D5B0D19}"/>
              </a:ext>
            </a:extLst>
          </p:cNvPr>
          <p:cNvSpPr>
            <a:spLocks noGrp="1"/>
          </p:cNvSpPr>
          <p:nvPr/>
        </p:nvSpPr>
        <p:spPr>
          <a:xfrm>
            <a:off x="9441656" y="1717030"/>
            <a:ext cx="161925" cy="9525"/>
          </a:xfrm>
          <a:prstGeom prst="rect">
            <a:avLst/>
          </a:prstGeom>
          <a:solidFill>
            <a:srgbClr val="20272D"/>
          </a:solidFill>
          <a:ln w="0">
            <a:solidFill>
              <a:srgbClr val="000000">
                <a:alpha val="0"/>
              </a:srgbClr>
            </a:solidFill>
          </a:ln>
        </p:spPr>
      </p:sp>
      <p:sp>
        <p:nvSpPr>
          <p:cNvPr id="64" name="">
            <a:extLst>
              <a:ext uri="{FF2B5EF4-FFF2-40B4-BE49-F238E27FC236}">
                <a16:creationId id="{C5894752-7D53-4540-A781-C47F687D5763}"/>
              </a:ext>
            </a:extLst>
          </p:cNvPr>
          <p:cNvSpPr>
            <a:spLocks noGrp="1"/>
          </p:cNvSpPr>
          <p:nvPr/>
        </p:nvSpPr>
        <p:spPr>
          <a:xfrm>
            <a:off x="9441656" y="1983730"/>
            <a:ext cx="161925" cy="9525"/>
          </a:xfrm>
          <a:prstGeom prst="rect">
            <a:avLst/>
          </a:prstGeom>
          <a:solidFill>
            <a:srgbClr val="20272D"/>
          </a:solidFill>
          <a:ln w="0">
            <a:solidFill>
              <a:srgbClr val="000000">
                <a:alpha val="0"/>
              </a:srgbClr>
            </a:solidFill>
          </a:ln>
        </p:spPr>
      </p:sp>
      <p:sp>
        <p:nvSpPr>
          <p:cNvPr id="65" name="">
            <a:extLst>
              <a:ext uri="{FF2B5EF4-FFF2-40B4-BE49-F238E27FC236}">
                <a16:creationId id="{EFA0776E-5B07-48D3-9D50-593E125A18F6}"/>
              </a:ext>
            </a:extLst>
          </p:cNvPr>
          <p:cNvSpPr>
            <a:spLocks noGrp="1"/>
          </p:cNvSpPr>
          <p:nvPr/>
        </p:nvSpPr>
        <p:spPr>
          <a:xfrm>
            <a:off x="9441656" y="1717030"/>
            <a:ext cx="9525" cy="276225"/>
          </a:xfrm>
          <a:prstGeom prst="rect">
            <a:avLst/>
          </a:prstGeom>
          <a:solidFill>
            <a:srgbClr val="20272D"/>
          </a:solidFill>
          <a:ln w="0">
            <a:solidFill>
              <a:srgbClr val="000000">
                <a:alpha val="0"/>
              </a:srgbClr>
            </a:solidFill>
          </a:ln>
        </p:spPr>
      </p:sp>
      <p:sp>
        <p:nvSpPr>
          <p:cNvPr id="66" name="">
            <a:extLst>
              <a:ext uri="{FF2B5EF4-FFF2-40B4-BE49-F238E27FC236}">
                <a16:creationId id="{46FAD53D-E67D-482E-8122-70FE4854F38F}"/>
              </a:ext>
            </a:extLst>
          </p:cNvPr>
          <p:cNvSpPr>
            <a:spLocks noGrp="1"/>
          </p:cNvSpPr>
          <p:nvPr/>
        </p:nvSpPr>
        <p:spPr>
          <a:xfrm>
            <a:off x="9594056" y="1717030"/>
            <a:ext cx="9525" cy="276225"/>
          </a:xfrm>
          <a:prstGeom prst="rect">
            <a:avLst/>
          </a:prstGeom>
          <a:solidFill>
            <a:srgbClr val="20272D"/>
          </a:solidFill>
          <a:ln w="0">
            <a:solidFill>
              <a:srgbClr val="000000">
                <a:alpha val="0"/>
              </a:srgbClr>
            </a:solidFill>
          </a:ln>
        </p:spPr>
      </p:sp>
      <p:sp>
        <p:nvSpPr>
          <p:cNvPr id="67" name="">
            <a:extLst>
              <a:ext uri="{FF2B5EF4-FFF2-40B4-BE49-F238E27FC236}">
                <a16:creationId id="{56A5C6E5-27B6-4EC9-8C07-C7E755D4E81C}"/>
              </a:ext>
            </a:extLst>
          </p:cNvPr>
          <p:cNvSpPr>
            <a:spLocks noGrp="1"/>
          </p:cNvSpPr>
          <p:nvPr/>
        </p:nvSpPr>
        <p:spPr>
          <a:xfrm>
            <a:off x="8531870" y="2126605"/>
            <a:ext cx="1619548"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Stage 1 edit encoder</a:t>
            </a:r>
          </a:p>
        </p:txBody>
      </p:sp>
      <p:sp>
        <p:nvSpPr>
          <p:cNvPr id="68" name="">
            <a:extLst>
              <a:ext uri="{FF2B5EF4-FFF2-40B4-BE49-F238E27FC236}">
                <a16:creationId id="{1AA4D9D2-8ED9-46C0-B17C-F2318C105D4E}"/>
              </a:ext>
            </a:extLst>
          </p:cNvPr>
          <p:cNvSpPr>
            <a:spLocks noGrp="1"/>
          </p:cNvSpPr>
          <p:nvPr/>
        </p:nvSpPr>
        <p:spPr>
          <a:xfrm>
            <a:off x="8610898" y="2417118"/>
            <a:ext cx="1461343"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(Oᵢ, Tᵢ, Tᵢ − Oᵢ) → zᵢ ∈ ℝ³</a:t>
            </a:r>
          </a:p>
        </p:txBody>
      </p:sp>
      <p:sp>
        <p:nvSpPr>
          <p:cNvPr id="69" name="">
            <a:extLst>
              <a:ext uri="{FF2B5EF4-FFF2-40B4-BE49-F238E27FC236}">
                <a16:creationId id="{F601CCC5-F9B1-44F8-9BEE-862F50AA9137}"/>
              </a:ext>
            </a:extLst>
          </p:cNvPr>
          <p:cNvSpPr>
            <a:spLocks noGrp="1"/>
          </p:cNvSpPr>
          <p:nvPr/>
        </p:nvSpPr>
        <p:spPr>
          <a:xfrm>
            <a:off x="10782300" y="1968401"/>
            <a:ext cx="323850" cy="33337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68727A"/>
                </a:solidFill>
              </a:rPr>
              <a:t>→</a:t>
            </a:r>
          </a:p>
        </p:txBody>
      </p:sp>
      <p:sp>
        <p:nvSpPr>
          <p:cNvPr id="70" name="">
            <a:extLst>
              <a:ext uri="{FF2B5EF4-FFF2-40B4-BE49-F238E27FC236}">
                <a16:creationId id="{B967CA99-6897-4717-B03E-88A814693921}"/>
              </a:ext>
            </a:extLst>
          </p:cNvPr>
          <p:cNvSpPr>
            <a:spLocks noGrp="1"/>
          </p:cNvSpPr>
          <p:nvPr/>
        </p:nvSpPr>
        <p:spPr>
          <a:xfrm>
            <a:off x="11122223" y="1746945"/>
            <a:ext cx="548878" cy="419100"/>
          </a:xfrm>
          <a:prstGeom prst="rect">
            <a:avLst/>
          </a:prstGeom>
          <a:solidFill>
            <a:srgbClr val="ECEFEB"/>
          </a:solidFill>
          <a:ln w="0">
            <a:solidFill>
              <a:srgbClr val="000000">
                <a:alpha val="0"/>
              </a:srgbClr>
            </a:solidFill>
          </a:ln>
        </p:spPr>
      </p:sp>
      <p:sp>
        <p:nvSpPr>
          <p:cNvPr id="71" name="">
            <a:extLst>
              <a:ext uri="{FF2B5EF4-FFF2-40B4-BE49-F238E27FC236}">
                <a16:creationId id="{9E36A946-7120-4ECE-A540-FF982F04B59D}"/>
              </a:ext>
            </a:extLst>
          </p:cNvPr>
          <p:cNvSpPr>
            <a:spLocks noGrp="1"/>
          </p:cNvSpPr>
          <p:nvPr/>
        </p:nvSpPr>
        <p:spPr>
          <a:xfrm>
            <a:off x="11122223" y="1746945"/>
            <a:ext cx="548878" cy="9525"/>
          </a:xfrm>
          <a:prstGeom prst="rect">
            <a:avLst/>
          </a:prstGeom>
          <a:solidFill>
            <a:srgbClr val="20272D"/>
          </a:solidFill>
          <a:ln w="0">
            <a:solidFill>
              <a:srgbClr val="000000">
                <a:alpha val="0"/>
              </a:srgbClr>
            </a:solidFill>
          </a:ln>
        </p:spPr>
      </p:sp>
      <p:sp>
        <p:nvSpPr>
          <p:cNvPr id="72" name="">
            <a:extLst>
              <a:ext uri="{FF2B5EF4-FFF2-40B4-BE49-F238E27FC236}">
                <a16:creationId id="{25FA60EF-554C-4514-821E-E74C46B1A517}"/>
              </a:ext>
            </a:extLst>
          </p:cNvPr>
          <p:cNvSpPr>
            <a:spLocks noGrp="1"/>
          </p:cNvSpPr>
          <p:nvPr/>
        </p:nvSpPr>
        <p:spPr>
          <a:xfrm>
            <a:off x="11122223" y="2156520"/>
            <a:ext cx="548878" cy="9525"/>
          </a:xfrm>
          <a:prstGeom prst="rect">
            <a:avLst/>
          </a:prstGeom>
          <a:solidFill>
            <a:srgbClr val="20272D"/>
          </a:solidFill>
          <a:ln w="0">
            <a:solidFill>
              <a:srgbClr val="000000">
                <a:alpha val="0"/>
              </a:srgbClr>
            </a:solidFill>
          </a:ln>
        </p:spPr>
      </p:sp>
      <p:sp>
        <p:nvSpPr>
          <p:cNvPr id="73" name="">
            <a:extLst>
              <a:ext uri="{FF2B5EF4-FFF2-40B4-BE49-F238E27FC236}">
                <a16:creationId id="{3F2252BF-9A0A-4C44-BD4A-A9E7406ABF4C}"/>
              </a:ext>
            </a:extLst>
          </p:cNvPr>
          <p:cNvSpPr>
            <a:spLocks noGrp="1"/>
          </p:cNvSpPr>
          <p:nvPr/>
        </p:nvSpPr>
        <p:spPr>
          <a:xfrm>
            <a:off x="11122223" y="1746945"/>
            <a:ext cx="9525" cy="419100"/>
          </a:xfrm>
          <a:prstGeom prst="rect">
            <a:avLst/>
          </a:prstGeom>
          <a:solidFill>
            <a:srgbClr val="20272D"/>
          </a:solidFill>
          <a:ln w="0">
            <a:solidFill>
              <a:srgbClr val="000000">
                <a:alpha val="0"/>
              </a:srgbClr>
            </a:solidFill>
          </a:ln>
        </p:spPr>
      </p:sp>
      <p:sp>
        <p:nvSpPr>
          <p:cNvPr id="74" name="">
            <a:extLst>
              <a:ext uri="{FF2B5EF4-FFF2-40B4-BE49-F238E27FC236}">
                <a16:creationId id="{062727CB-6E53-4767-8D9E-3EDE886DD8F9}"/>
              </a:ext>
            </a:extLst>
          </p:cNvPr>
          <p:cNvSpPr>
            <a:spLocks noGrp="1"/>
          </p:cNvSpPr>
          <p:nvPr/>
        </p:nvSpPr>
        <p:spPr>
          <a:xfrm>
            <a:off x="11661577" y="1746945"/>
            <a:ext cx="9525" cy="419100"/>
          </a:xfrm>
          <a:prstGeom prst="rect">
            <a:avLst/>
          </a:prstGeom>
          <a:solidFill>
            <a:srgbClr val="20272D"/>
          </a:solidFill>
          <a:ln w="0">
            <a:solidFill>
              <a:srgbClr val="000000">
                <a:alpha val="0"/>
              </a:srgbClr>
            </a:solidFill>
          </a:ln>
        </p:spPr>
      </p:sp>
      <p:sp>
        <p:nvSpPr>
          <p:cNvPr id="75" name="">
            <a:extLst>
              <a:ext uri="{FF2B5EF4-FFF2-40B4-BE49-F238E27FC236}">
                <a16:creationId id="{CF0A3929-0382-451A-AA09-100ACD57465B}"/>
              </a:ext>
            </a:extLst>
          </p:cNvPr>
          <p:cNvSpPr>
            <a:spLocks noGrp="1"/>
          </p:cNvSpPr>
          <p:nvPr/>
        </p:nvSpPr>
        <p:spPr>
          <a:xfrm>
            <a:off x="11284148" y="1832670"/>
            <a:ext cx="320278" cy="266700"/>
          </a:xfrm>
          <a:prstGeom prst="rect">
            <a:avLst/>
          </a:prstGeom>
          <a:solidFill>
            <a:srgbClr val="000000">
              <a:alpha val="0"/>
            </a:srgbClr>
          </a:solidFill>
          <a:ln w="0">
            <a:solidFill>
              <a:srgbClr val="000000">
                <a:alpha val="0"/>
              </a:srgbClr>
            </a:solidFill>
          </a:ln>
        </p:spPr>
        <p:txBody>
          <a:bodyPr lIns="0" tIns="0" rIns="0" bIns="0" anchor="ctr"/>
          <a:lstStyle/>
          <a:p>
            <a:r>
              <a:rPr sz="1365" b="0">
                <a:solidFill>
                  <a:srgbClr val="20272D"/>
                </a:solidFill>
              </a:rPr>
              <a:t>FC</a:t>
            </a:r>
          </a:p>
        </p:txBody>
      </p:sp>
      <p:sp>
        <p:nvSpPr>
          <p:cNvPr id="76" name="">
            <a:extLst>
              <a:ext uri="{FF2B5EF4-FFF2-40B4-BE49-F238E27FC236}">
                <a16:creationId id="{7423BEDA-0EFE-4897-A722-01568DE2E0BB}"/>
              </a:ext>
            </a:extLst>
          </p:cNvPr>
          <p:cNvSpPr>
            <a:spLocks noGrp="1"/>
          </p:cNvSpPr>
          <p:nvPr/>
        </p:nvSpPr>
        <p:spPr>
          <a:xfrm>
            <a:off x="11159430" y="2261295"/>
            <a:ext cx="569565"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z̃ᵢ ∈ ℝᴰ</a:t>
            </a:r>
          </a:p>
        </p:txBody>
      </p:sp>
      <p:sp>
        <p:nvSpPr>
          <p:cNvPr id="77" name="">
            <a:extLst>
              <a:ext uri="{FF2B5EF4-FFF2-40B4-BE49-F238E27FC236}">
                <a16:creationId id="{3E7E63E8-8E11-4179-957F-96B19B80A6BE}"/>
              </a:ext>
            </a:extLst>
          </p:cNvPr>
          <p:cNvSpPr>
            <a:spLocks noGrp="1"/>
          </p:cNvSpPr>
          <p:nvPr/>
        </p:nvSpPr>
        <p:spPr>
          <a:xfrm>
            <a:off x="438150" y="2877145"/>
            <a:ext cx="4115842" cy="371475"/>
          </a:xfrm>
          <a:prstGeom prst="rect">
            <a:avLst/>
          </a:prstGeom>
          <a:solidFill>
            <a:srgbClr val="000000">
              <a:alpha val="0"/>
            </a:srgbClr>
          </a:solidFill>
          <a:ln w="0">
            <a:solidFill>
              <a:srgbClr val="000000">
                <a:alpha val="0"/>
              </a:srgbClr>
            </a:solidFill>
          </a:ln>
        </p:spPr>
        <p:txBody>
          <a:bodyPr lIns="0" tIns="0" rIns="0" bIns="0" anchor="ctr"/>
          <a:lstStyle/>
          <a:p>
            <a:r>
              <a:rPr sz="1570" b="1">
                <a:solidFill>
                  <a:srgbClr val="20272D"/>
                </a:solidFill>
              </a:rPr>
              <a:t>Pair the history, then append the query</a:t>
            </a:r>
          </a:p>
        </p:txBody>
      </p:sp>
      <p:sp>
        <p:nvSpPr>
          <p:cNvPr id="78" name="">
            <a:extLst>
              <a:ext uri="{FF2B5EF4-FFF2-40B4-BE49-F238E27FC236}">
                <a16:creationId id="{9201DBC5-9312-4780-BDD5-414C137D6E8E}"/>
              </a:ext>
            </a:extLst>
          </p:cNvPr>
          <p:cNvSpPr>
            <a:spLocks noGrp="1"/>
          </p:cNvSpPr>
          <p:nvPr/>
        </p:nvSpPr>
        <p:spPr>
          <a:xfrm>
            <a:off x="9322594" y="2945606"/>
            <a:ext cx="2526506"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68727A"/>
                </a:solidFill>
              </a:rPr>
              <a:t>17 tokens · common dimension D</a:t>
            </a:r>
          </a:p>
        </p:txBody>
      </p:sp>
      <p:sp>
        <p:nvSpPr>
          <p:cNvPr id="79" name="">
            <a:extLst>
              <a:ext uri="{FF2B5EF4-FFF2-40B4-BE49-F238E27FC236}">
                <a16:creationId id="{174F302C-5D48-4160-81E1-F2D8D2588D01}"/>
              </a:ext>
            </a:extLst>
          </p:cNvPr>
          <p:cNvSpPr>
            <a:spLocks noGrp="1"/>
          </p:cNvSpPr>
          <p:nvPr/>
        </p:nvSpPr>
        <p:spPr>
          <a:xfrm>
            <a:off x="438150" y="3323779"/>
            <a:ext cx="592336" cy="361950"/>
          </a:xfrm>
          <a:prstGeom prst="rect">
            <a:avLst/>
          </a:prstGeom>
          <a:solidFill>
            <a:srgbClr val="E4EFED"/>
          </a:solidFill>
          <a:ln w="0">
            <a:solidFill>
              <a:srgbClr val="000000">
                <a:alpha val="0"/>
              </a:srgbClr>
            </a:solidFill>
          </a:ln>
        </p:spPr>
      </p:sp>
      <p:sp>
        <p:nvSpPr>
          <p:cNvPr id="80" name="">
            <a:extLst>
              <a:ext uri="{FF2B5EF4-FFF2-40B4-BE49-F238E27FC236}">
                <a16:creationId id="{635C65BA-493F-4A7D-8A97-3A621885C09F}"/>
              </a:ext>
            </a:extLst>
          </p:cNvPr>
          <p:cNvSpPr>
            <a:spLocks noGrp="1"/>
          </p:cNvSpPr>
          <p:nvPr/>
        </p:nvSpPr>
        <p:spPr>
          <a:xfrm>
            <a:off x="438150" y="3323779"/>
            <a:ext cx="592336" cy="9525"/>
          </a:xfrm>
          <a:prstGeom prst="rect">
            <a:avLst/>
          </a:prstGeom>
          <a:solidFill>
            <a:srgbClr val="D6DCD9"/>
          </a:solidFill>
          <a:ln w="0">
            <a:solidFill>
              <a:srgbClr val="000000">
                <a:alpha val="0"/>
              </a:srgbClr>
            </a:solidFill>
          </a:ln>
        </p:spPr>
      </p:sp>
      <p:sp>
        <p:nvSpPr>
          <p:cNvPr id="81" name="">
            <a:extLst>
              <a:ext uri="{FF2B5EF4-FFF2-40B4-BE49-F238E27FC236}">
                <a16:creationId id="{744C5FBE-A31B-4D66-B262-C2CCE3A9172E}"/>
              </a:ext>
            </a:extLst>
          </p:cNvPr>
          <p:cNvSpPr>
            <a:spLocks noGrp="1"/>
          </p:cNvSpPr>
          <p:nvPr/>
        </p:nvSpPr>
        <p:spPr>
          <a:xfrm>
            <a:off x="438150" y="3676204"/>
            <a:ext cx="592336" cy="9525"/>
          </a:xfrm>
          <a:prstGeom prst="rect">
            <a:avLst/>
          </a:prstGeom>
          <a:solidFill>
            <a:srgbClr val="D6DCD9"/>
          </a:solidFill>
          <a:ln w="0">
            <a:solidFill>
              <a:srgbClr val="000000">
                <a:alpha val="0"/>
              </a:srgbClr>
            </a:solidFill>
          </a:ln>
        </p:spPr>
      </p:sp>
      <p:sp>
        <p:nvSpPr>
          <p:cNvPr id="82" name="">
            <a:extLst>
              <a:ext uri="{FF2B5EF4-FFF2-40B4-BE49-F238E27FC236}">
                <a16:creationId id="{697AF05D-DB02-4907-A28B-24FF7DD479D6}"/>
              </a:ext>
            </a:extLst>
          </p:cNvPr>
          <p:cNvSpPr>
            <a:spLocks noGrp="1"/>
          </p:cNvSpPr>
          <p:nvPr/>
        </p:nvSpPr>
        <p:spPr>
          <a:xfrm>
            <a:off x="438150" y="3323779"/>
            <a:ext cx="9525" cy="361950"/>
          </a:xfrm>
          <a:prstGeom prst="rect">
            <a:avLst/>
          </a:prstGeom>
          <a:solidFill>
            <a:srgbClr val="D6DCD9"/>
          </a:solidFill>
          <a:ln w="0">
            <a:solidFill>
              <a:srgbClr val="000000">
                <a:alpha val="0"/>
              </a:srgbClr>
            </a:solidFill>
          </a:ln>
        </p:spPr>
      </p:sp>
      <p:sp>
        <p:nvSpPr>
          <p:cNvPr id="83" name="">
            <a:extLst>
              <a:ext uri="{FF2B5EF4-FFF2-40B4-BE49-F238E27FC236}">
                <a16:creationId id="{36026ACE-172B-4DBD-8F65-926ED17858CD}"/>
              </a:ext>
            </a:extLst>
          </p:cNvPr>
          <p:cNvSpPr>
            <a:spLocks noGrp="1"/>
          </p:cNvSpPr>
          <p:nvPr/>
        </p:nvSpPr>
        <p:spPr>
          <a:xfrm>
            <a:off x="1020961" y="3323779"/>
            <a:ext cx="9525" cy="361950"/>
          </a:xfrm>
          <a:prstGeom prst="rect">
            <a:avLst/>
          </a:prstGeom>
          <a:solidFill>
            <a:srgbClr val="D6DCD9"/>
          </a:solidFill>
          <a:ln w="0">
            <a:solidFill>
              <a:srgbClr val="000000">
                <a:alpha val="0"/>
              </a:srgbClr>
            </a:solidFill>
          </a:ln>
        </p:spPr>
      </p:sp>
      <p:sp>
        <p:nvSpPr>
          <p:cNvPr id="84" name="">
            <a:extLst>
              <a:ext uri="{FF2B5EF4-FFF2-40B4-BE49-F238E27FC236}">
                <a16:creationId id="{772DC477-3B59-4D12-82DF-B8E6400AF358}"/>
              </a:ext>
            </a:extLst>
          </p:cNvPr>
          <p:cNvSpPr>
            <a:spLocks noGrp="1"/>
          </p:cNvSpPr>
          <p:nvPr/>
        </p:nvSpPr>
        <p:spPr>
          <a:xfrm>
            <a:off x="627162" y="3388072"/>
            <a:ext cx="309414"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Ẽ1</a:t>
            </a:r>
          </a:p>
        </p:txBody>
      </p:sp>
      <p:sp>
        <p:nvSpPr>
          <p:cNvPr id="85" name="">
            <a:extLst>
              <a:ext uri="{FF2B5EF4-FFF2-40B4-BE49-F238E27FC236}">
                <a16:creationId id="{A7157415-AC81-4304-B708-C421916C9603}"/>
              </a:ext>
            </a:extLst>
          </p:cNvPr>
          <p:cNvSpPr>
            <a:spLocks noGrp="1"/>
          </p:cNvSpPr>
          <p:nvPr/>
        </p:nvSpPr>
        <p:spPr>
          <a:xfrm>
            <a:off x="1068586" y="3323779"/>
            <a:ext cx="592336" cy="361950"/>
          </a:xfrm>
          <a:prstGeom prst="rect">
            <a:avLst/>
          </a:prstGeom>
          <a:solidFill>
            <a:srgbClr val="F7F7F3"/>
          </a:solidFill>
          <a:ln w="0">
            <a:solidFill>
              <a:srgbClr val="000000">
                <a:alpha val="0"/>
              </a:srgbClr>
            </a:solidFill>
          </a:ln>
        </p:spPr>
      </p:sp>
      <p:sp>
        <p:nvSpPr>
          <p:cNvPr id="86" name="">
            <a:extLst>
              <a:ext uri="{FF2B5EF4-FFF2-40B4-BE49-F238E27FC236}">
                <a16:creationId id="{A04F5006-3564-452B-8160-0B1822C291FE}"/>
              </a:ext>
            </a:extLst>
          </p:cNvPr>
          <p:cNvSpPr>
            <a:spLocks noGrp="1"/>
          </p:cNvSpPr>
          <p:nvPr/>
        </p:nvSpPr>
        <p:spPr>
          <a:xfrm>
            <a:off x="1068586" y="3323779"/>
            <a:ext cx="592336" cy="9525"/>
          </a:xfrm>
          <a:prstGeom prst="rect">
            <a:avLst/>
          </a:prstGeom>
          <a:solidFill>
            <a:srgbClr val="68727A"/>
          </a:solidFill>
          <a:ln w="0">
            <a:solidFill>
              <a:srgbClr val="000000">
                <a:alpha val="0"/>
              </a:srgbClr>
            </a:solidFill>
          </a:ln>
        </p:spPr>
      </p:sp>
      <p:sp>
        <p:nvSpPr>
          <p:cNvPr id="87" name="">
            <a:extLst>
              <a:ext uri="{FF2B5EF4-FFF2-40B4-BE49-F238E27FC236}">
                <a16:creationId id="{3E460C97-66CB-4B45-B841-A7E09C9E7A3C}"/>
              </a:ext>
            </a:extLst>
          </p:cNvPr>
          <p:cNvSpPr>
            <a:spLocks noGrp="1"/>
          </p:cNvSpPr>
          <p:nvPr/>
        </p:nvSpPr>
        <p:spPr>
          <a:xfrm>
            <a:off x="1068586" y="3676204"/>
            <a:ext cx="592336" cy="9525"/>
          </a:xfrm>
          <a:prstGeom prst="rect">
            <a:avLst/>
          </a:prstGeom>
          <a:solidFill>
            <a:srgbClr val="68727A"/>
          </a:solidFill>
          <a:ln w="0">
            <a:solidFill>
              <a:srgbClr val="000000">
                <a:alpha val="0"/>
              </a:srgbClr>
            </a:solidFill>
          </a:ln>
        </p:spPr>
      </p:sp>
      <p:sp>
        <p:nvSpPr>
          <p:cNvPr id="88" name="">
            <a:extLst>
              <a:ext uri="{FF2B5EF4-FFF2-40B4-BE49-F238E27FC236}">
                <a16:creationId id="{403E0B72-9648-46D7-B383-7D02CFEF0320}"/>
              </a:ext>
            </a:extLst>
          </p:cNvPr>
          <p:cNvSpPr>
            <a:spLocks noGrp="1"/>
          </p:cNvSpPr>
          <p:nvPr/>
        </p:nvSpPr>
        <p:spPr>
          <a:xfrm>
            <a:off x="1068586" y="3323779"/>
            <a:ext cx="9525" cy="361950"/>
          </a:xfrm>
          <a:prstGeom prst="rect">
            <a:avLst/>
          </a:prstGeom>
          <a:solidFill>
            <a:srgbClr val="68727A"/>
          </a:solidFill>
          <a:ln w="0">
            <a:solidFill>
              <a:srgbClr val="000000">
                <a:alpha val="0"/>
              </a:srgbClr>
            </a:solidFill>
          </a:ln>
        </p:spPr>
      </p:sp>
      <p:sp>
        <p:nvSpPr>
          <p:cNvPr id="89" name="">
            <a:extLst>
              <a:ext uri="{FF2B5EF4-FFF2-40B4-BE49-F238E27FC236}">
                <a16:creationId id="{83FD4009-301D-4D28-8D38-973A3130C9E6}"/>
              </a:ext>
            </a:extLst>
          </p:cNvPr>
          <p:cNvSpPr>
            <a:spLocks noGrp="1"/>
          </p:cNvSpPr>
          <p:nvPr/>
        </p:nvSpPr>
        <p:spPr>
          <a:xfrm>
            <a:off x="1651397" y="3323779"/>
            <a:ext cx="9525" cy="361950"/>
          </a:xfrm>
          <a:prstGeom prst="rect">
            <a:avLst/>
          </a:prstGeom>
          <a:solidFill>
            <a:srgbClr val="68727A"/>
          </a:solidFill>
          <a:ln w="0">
            <a:solidFill>
              <a:srgbClr val="000000">
                <a:alpha val="0"/>
              </a:srgbClr>
            </a:solidFill>
          </a:ln>
        </p:spPr>
      </p:sp>
      <p:sp>
        <p:nvSpPr>
          <p:cNvPr id="90" name="">
            <a:extLst>
              <a:ext uri="{FF2B5EF4-FFF2-40B4-BE49-F238E27FC236}">
                <a16:creationId id="{AF4A779F-8214-4CE7-B05C-7411F9214396}"/>
              </a:ext>
            </a:extLst>
          </p:cNvPr>
          <p:cNvSpPr>
            <a:spLocks noGrp="1"/>
          </p:cNvSpPr>
          <p:nvPr/>
        </p:nvSpPr>
        <p:spPr>
          <a:xfrm>
            <a:off x="1268462" y="3388072"/>
            <a:ext cx="287834"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z̃1</a:t>
            </a:r>
          </a:p>
        </p:txBody>
      </p:sp>
      <p:sp>
        <p:nvSpPr>
          <p:cNvPr id="91" name="">
            <a:extLst>
              <a:ext uri="{FF2B5EF4-FFF2-40B4-BE49-F238E27FC236}">
                <a16:creationId id="{B2C01060-C67F-4C15-B13D-7E042AA511AD}"/>
              </a:ext>
            </a:extLst>
          </p:cNvPr>
          <p:cNvSpPr>
            <a:spLocks noGrp="1"/>
          </p:cNvSpPr>
          <p:nvPr/>
        </p:nvSpPr>
        <p:spPr>
          <a:xfrm>
            <a:off x="438150" y="3723829"/>
            <a:ext cx="1222772" cy="9525"/>
          </a:xfrm>
          <a:prstGeom prst="rect">
            <a:avLst/>
          </a:prstGeom>
          <a:solidFill>
            <a:srgbClr val="D6DCD9"/>
          </a:solidFill>
          <a:ln w="0">
            <a:solidFill>
              <a:srgbClr val="000000">
                <a:alpha val="0"/>
              </a:srgbClr>
            </a:solidFill>
          </a:ln>
        </p:spPr>
      </p:sp>
      <p:sp>
        <p:nvSpPr>
          <p:cNvPr id="92" name="">
            <a:extLst>
              <a:ext uri="{FF2B5EF4-FFF2-40B4-BE49-F238E27FC236}">
                <a16:creationId id="{EC2DB9EA-E174-4321-9917-50A7751D9428}"/>
              </a:ext>
            </a:extLst>
          </p:cNvPr>
          <p:cNvSpPr>
            <a:spLocks noGrp="1"/>
          </p:cNvSpPr>
          <p:nvPr/>
        </p:nvSpPr>
        <p:spPr>
          <a:xfrm>
            <a:off x="974824" y="3771454"/>
            <a:ext cx="244673"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H1</a:t>
            </a:r>
          </a:p>
        </p:txBody>
      </p:sp>
      <p:sp>
        <p:nvSpPr>
          <p:cNvPr id="93" name="">
            <a:extLst>
              <a:ext uri="{FF2B5EF4-FFF2-40B4-BE49-F238E27FC236}">
                <a16:creationId id="{ACA560BE-65B7-4BEF-9308-DBBF0485002A}"/>
              </a:ext>
            </a:extLst>
          </p:cNvPr>
          <p:cNvSpPr>
            <a:spLocks noGrp="1"/>
          </p:cNvSpPr>
          <p:nvPr/>
        </p:nvSpPr>
        <p:spPr>
          <a:xfrm>
            <a:off x="1775222" y="3323779"/>
            <a:ext cx="592336" cy="361950"/>
          </a:xfrm>
          <a:prstGeom prst="rect">
            <a:avLst/>
          </a:prstGeom>
          <a:solidFill>
            <a:srgbClr val="E4EFED"/>
          </a:solidFill>
          <a:ln w="0">
            <a:solidFill>
              <a:srgbClr val="000000">
                <a:alpha val="0"/>
              </a:srgbClr>
            </a:solidFill>
          </a:ln>
        </p:spPr>
      </p:sp>
      <p:sp>
        <p:nvSpPr>
          <p:cNvPr id="94" name="">
            <a:extLst>
              <a:ext uri="{FF2B5EF4-FFF2-40B4-BE49-F238E27FC236}">
                <a16:creationId id="{66D759A0-A27B-47CF-9984-3AC589C22A5C}"/>
              </a:ext>
            </a:extLst>
          </p:cNvPr>
          <p:cNvSpPr>
            <a:spLocks noGrp="1"/>
          </p:cNvSpPr>
          <p:nvPr/>
        </p:nvSpPr>
        <p:spPr>
          <a:xfrm>
            <a:off x="1775222" y="3323779"/>
            <a:ext cx="592336" cy="9525"/>
          </a:xfrm>
          <a:prstGeom prst="rect">
            <a:avLst/>
          </a:prstGeom>
          <a:solidFill>
            <a:srgbClr val="D6DCD9"/>
          </a:solidFill>
          <a:ln w="0">
            <a:solidFill>
              <a:srgbClr val="000000">
                <a:alpha val="0"/>
              </a:srgbClr>
            </a:solidFill>
          </a:ln>
        </p:spPr>
      </p:sp>
      <p:sp>
        <p:nvSpPr>
          <p:cNvPr id="95" name="">
            <a:extLst>
              <a:ext uri="{FF2B5EF4-FFF2-40B4-BE49-F238E27FC236}">
                <a16:creationId id="{272B1E8B-D1BC-4A60-A3A9-BAC33978594D}"/>
              </a:ext>
            </a:extLst>
          </p:cNvPr>
          <p:cNvSpPr>
            <a:spLocks noGrp="1"/>
          </p:cNvSpPr>
          <p:nvPr/>
        </p:nvSpPr>
        <p:spPr>
          <a:xfrm>
            <a:off x="1775222" y="3676204"/>
            <a:ext cx="592336" cy="9525"/>
          </a:xfrm>
          <a:prstGeom prst="rect">
            <a:avLst/>
          </a:prstGeom>
          <a:solidFill>
            <a:srgbClr val="D6DCD9"/>
          </a:solidFill>
          <a:ln w="0">
            <a:solidFill>
              <a:srgbClr val="000000">
                <a:alpha val="0"/>
              </a:srgbClr>
            </a:solidFill>
          </a:ln>
        </p:spPr>
      </p:sp>
      <p:sp>
        <p:nvSpPr>
          <p:cNvPr id="96" name="">
            <a:extLst>
              <a:ext uri="{FF2B5EF4-FFF2-40B4-BE49-F238E27FC236}">
                <a16:creationId id="{F65DF641-111F-4E1A-B540-7B93EFC739AE}"/>
              </a:ext>
            </a:extLst>
          </p:cNvPr>
          <p:cNvSpPr>
            <a:spLocks noGrp="1"/>
          </p:cNvSpPr>
          <p:nvPr/>
        </p:nvSpPr>
        <p:spPr>
          <a:xfrm>
            <a:off x="1775222" y="3323779"/>
            <a:ext cx="9525" cy="361950"/>
          </a:xfrm>
          <a:prstGeom prst="rect">
            <a:avLst/>
          </a:prstGeom>
          <a:solidFill>
            <a:srgbClr val="D6DCD9"/>
          </a:solidFill>
          <a:ln w="0">
            <a:solidFill>
              <a:srgbClr val="000000">
                <a:alpha val="0"/>
              </a:srgbClr>
            </a:solidFill>
          </a:ln>
        </p:spPr>
      </p:sp>
      <p:sp>
        <p:nvSpPr>
          <p:cNvPr id="97" name="">
            <a:extLst>
              <a:ext uri="{FF2B5EF4-FFF2-40B4-BE49-F238E27FC236}">
                <a16:creationId id="{B263B263-6BD6-46C1-B1C3-3FB8DF1419E9}"/>
              </a:ext>
            </a:extLst>
          </p:cNvPr>
          <p:cNvSpPr>
            <a:spLocks noGrp="1"/>
          </p:cNvSpPr>
          <p:nvPr/>
        </p:nvSpPr>
        <p:spPr>
          <a:xfrm>
            <a:off x="2358033" y="3323779"/>
            <a:ext cx="9525" cy="361950"/>
          </a:xfrm>
          <a:prstGeom prst="rect">
            <a:avLst/>
          </a:prstGeom>
          <a:solidFill>
            <a:srgbClr val="D6DCD9"/>
          </a:solidFill>
          <a:ln w="0">
            <a:solidFill>
              <a:srgbClr val="000000">
                <a:alpha val="0"/>
              </a:srgbClr>
            </a:solidFill>
          </a:ln>
        </p:spPr>
      </p:sp>
      <p:sp>
        <p:nvSpPr>
          <p:cNvPr id="98" name="">
            <a:extLst>
              <a:ext uri="{FF2B5EF4-FFF2-40B4-BE49-F238E27FC236}">
                <a16:creationId id="{12FEBA17-C821-4547-93E4-8CC3FF3A2B96}"/>
              </a:ext>
            </a:extLst>
          </p:cNvPr>
          <p:cNvSpPr>
            <a:spLocks noGrp="1"/>
          </p:cNvSpPr>
          <p:nvPr/>
        </p:nvSpPr>
        <p:spPr>
          <a:xfrm>
            <a:off x="1964234" y="3388072"/>
            <a:ext cx="309414"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Ẽ2</a:t>
            </a:r>
          </a:p>
        </p:txBody>
      </p:sp>
      <p:sp>
        <p:nvSpPr>
          <p:cNvPr id="99" name="">
            <a:extLst>
              <a:ext uri="{FF2B5EF4-FFF2-40B4-BE49-F238E27FC236}">
                <a16:creationId id="{BB89828F-97A5-4651-8AB3-BECFEA9E4B15}"/>
              </a:ext>
            </a:extLst>
          </p:cNvPr>
          <p:cNvSpPr>
            <a:spLocks noGrp="1"/>
          </p:cNvSpPr>
          <p:nvPr/>
        </p:nvSpPr>
        <p:spPr>
          <a:xfrm>
            <a:off x="2405658" y="3323779"/>
            <a:ext cx="592336" cy="361950"/>
          </a:xfrm>
          <a:prstGeom prst="rect">
            <a:avLst/>
          </a:prstGeom>
          <a:solidFill>
            <a:srgbClr val="F7F7F3"/>
          </a:solidFill>
          <a:ln w="0">
            <a:solidFill>
              <a:srgbClr val="000000">
                <a:alpha val="0"/>
              </a:srgbClr>
            </a:solidFill>
          </a:ln>
        </p:spPr>
      </p:sp>
      <p:sp>
        <p:nvSpPr>
          <p:cNvPr id="100" name="">
            <a:extLst>
              <a:ext uri="{FF2B5EF4-FFF2-40B4-BE49-F238E27FC236}">
                <a16:creationId id="{71E1E7D4-43A5-491D-A1ED-DEF2C410E0D4}"/>
              </a:ext>
            </a:extLst>
          </p:cNvPr>
          <p:cNvSpPr>
            <a:spLocks noGrp="1"/>
          </p:cNvSpPr>
          <p:nvPr/>
        </p:nvSpPr>
        <p:spPr>
          <a:xfrm>
            <a:off x="2405658" y="3323779"/>
            <a:ext cx="592336" cy="9525"/>
          </a:xfrm>
          <a:prstGeom prst="rect">
            <a:avLst/>
          </a:prstGeom>
          <a:solidFill>
            <a:srgbClr val="68727A"/>
          </a:solidFill>
          <a:ln w="0">
            <a:solidFill>
              <a:srgbClr val="000000">
                <a:alpha val="0"/>
              </a:srgbClr>
            </a:solidFill>
          </a:ln>
        </p:spPr>
      </p:sp>
      <p:sp>
        <p:nvSpPr>
          <p:cNvPr id="101" name="">
            <a:extLst>
              <a:ext uri="{FF2B5EF4-FFF2-40B4-BE49-F238E27FC236}">
                <a16:creationId id="{F6DBFEBF-EA7C-40ED-9693-4489839DED6C}"/>
              </a:ext>
            </a:extLst>
          </p:cNvPr>
          <p:cNvSpPr>
            <a:spLocks noGrp="1"/>
          </p:cNvSpPr>
          <p:nvPr/>
        </p:nvSpPr>
        <p:spPr>
          <a:xfrm>
            <a:off x="2405658" y="3676204"/>
            <a:ext cx="592336" cy="9525"/>
          </a:xfrm>
          <a:prstGeom prst="rect">
            <a:avLst/>
          </a:prstGeom>
          <a:solidFill>
            <a:srgbClr val="68727A"/>
          </a:solidFill>
          <a:ln w="0">
            <a:solidFill>
              <a:srgbClr val="000000">
                <a:alpha val="0"/>
              </a:srgbClr>
            </a:solidFill>
          </a:ln>
        </p:spPr>
      </p:sp>
      <p:sp>
        <p:nvSpPr>
          <p:cNvPr id="102" name="">
            <a:extLst>
              <a:ext uri="{FF2B5EF4-FFF2-40B4-BE49-F238E27FC236}">
                <a16:creationId id="{289AF95C-BAA2-4619-8882-912A85AC280D}"/>
              </a:ext>
            </a:extLst>
          </p:cNvPr>
          <p:cNvSpPr>
            <a:spLocks noGrp="1"/>
          </p:cNvSpPr>
          <p:nvPr/>
        </p:nvSpPr>
        <p:spPr>
          <a:xfrm>
            <a:off x="2405658" y="3323779"/>
            <a:ext cx="9525" cy="361950"/>
          </a:xfrm>
          <a:prstGeom prst="rect">
            <a:avLst/>
          </a:prstGeom>
          <a:solidFill>
            <a:srgbClr val="68727A"/>
          </a:solidFill>
          <a:ln w="0">
            <a:solidFill>
              <a:srgbClr val="000000">
                <a:alpha val="0"/>
              </a:srgbClr>
            </a:solidFill>
          </a:ln>
        </p:spPr>
      </p:sp>
      <p:sp>
        <p:nvSpPr>
          <p:cNvPr id="103" name="">
            <a:extLst>
              <a:ext uri="{FF2B5EF4-FFF2-40B4-BE49-F238E27FC236}">
                <a16:creationId id="{8E305731-B4EF-40F2-A768-7992562F63B8}"/>
              </a:ext>
            </a:extLst>
          </p:cNvPr>
          <p:cNvSpPr>
            <a:spLocks noGrp="1"/>
          </p:cNvSpPr>
          <p:nvPr/>
        </p:nvSpPr>
        <p:spPr>
          <a:xfrm>
            <a:off x="2988469" y="3323779"/>
            <a:ext cx="9525" cy="361950"/>
          </a:xfrm>
          <a:prstGeom prst="rect">
            <a:avLst/>
          </a:prstGeom>
          <a:solidFill>
            <a:srgbClr val="68727A"/>
          </a:solidFill>
          <a:ln w="0">
            <a:solidFill>
              <a:srgbClr val="000000">
                <a:alpha val="0"/>
              </a:srgbClr>
            </a:solidFill>
          </a:ln>
        </p:spPr>
      </p:sp>
      <p:sp>
        <p:nvSpPr>
          <p:cNvPr id="104" name="">
            <a:extLst>
              <a:ext uri="{FF2B5EF4-FFF2-40B4-BE49-F238E27FC236}">
                <a16:creationId id="{3D38B4AE-8416-4AA8-8CBD-31AA8C2C4097}"/>
              </a:ext>
            </a:extLst>
          </p:cNvPr>
          <p:cNvSpPr>
            <a:spLocks noGrp="1"/>
          </p:cNvSpPr>
          <p:nvPr/>
        </p:nvSpPr>
        <p:spPr>
          <a:xfrm>
            <a:off x="2605534" y="3388072"/>
            <a:ext cx="287834"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z̃2</a:t>
            </a:r>
          </a:p>
        </p:txBody>
      </p:sp>
      <p:sp>
        <p:nvSpPr>
          <p:cNvPr id="105" name="">
            <a:extLst>
              <a:ext uri="{FF2B5EF4-FFF2-40B4-BE49-F238E27FC236}">
                <a16:creationId id="{8ADAB28E-4B38-44CF-8AD2-04B73B0E63D0}"/>
              </a:ext>
            </a:extLst>
          </p:cNvPr>
          <p:cNvSpPr>
            <a:spLocks noGrp="1"/>
          </p:cNvSpPr>
          <p:nvPr/>
        </p:nvSpPr>
        <p:spPr>
          <a:xfrm>
            <a:off x="1775222" y="3723829"/>
            <a:ext cx="1222772" cy="9525"/>
          </a:xfrm>
          <a:prstGeom prst="rect">
            <a:avLst/>
          </a:prstGeom>
          <a:solidFill>
            <a:srgbClr val="D6DCD9"/>
          </a:solidFill>
          <a:ln w="0">
            <a:solidFill>
              <a:srgbClr val="000000">
                <a:alpha val="0"/>
              </a:srgbClr>
            </a:solidFill>
          </a:ln>
        </p:spPr>
      </p:sp>
      <p:sp>
        <p:nvSpPr>
          <p:cNvPr id="106" name="">
            <a:extLst>
              <a:ext uri="{FF2B5EF4-FFF2-40B4-BE49-F238E27FC236}">
                <a16:creationId id="{A36C6E70-0D0C-4331-B21D-C3BB779C5061}"/>
              </a:ext>
            </a:extLst>
          </p:cNvPr>
          <p:cNvSpPr>
            <a:spLocks noGrp="1"/>
          </p:cNvSpPr>
          <p:nvPr/>
        </p:nvSpPr>
        <p:spPr>
          <a:xfrm>
            <a:off x="2311896" y="3771454"/>
            <a:ext cx="244673"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H2</a:t>
            </a:r>
          </a:p>
        </p:txBody>
      </p:sp>
      <p:sp>
        <p:nvSpPr>
          <p:cNvPr id="107" name="">
            <a:extLst>
              <a:ext uri="{FF2B5EF4-FFF2-40B4-BE49-F238E27FC236}">
                <a16:creationId id="{BFD73F52-5355-4655-9A9C-28B44DC2AD35}"/>
              </a:ext>
            </a:extLst>
          </p:cNvPr>
          <p:cNvSpPr>
            <a:spLocks noGrp="1"/>
          </p:cNvSpPr>
          <p:nvPr/>
        </p:nvSpPr>
        <p:spPr>
          <a:xfrm>
            <a:off x="3112294" y="3323779"/>
            <a:ext cx="592336" cy="361950"/>
          </a:xfrm>
          <a:prstGeom prst="rect">
            <a:avLst/>
          </a:prstGeom>
          <a:solidFill>
            <a:srgbClr val="E4EFED"/>
          </a:solidFill>
          <a:ln w="0">
            <a:solidFill>
              <a:srgbClr val="000000">
                <a:alpha val="0"/>
              </a:srgbClr>
            </a:solidFill>
          </a:ln>
        </p:spPr>
      </p:sp>
      <p:sp>
        <p:nvSpPr>
          <p:cNvPr id="108" name="">
            <a:extLst>
              <a:ext uri="{FF2B5EF4-FFF2-40B4-BE49-F238E27FC236}">
                <a16:creationId id="{445B5CA4-3DC5-4A92-9C45-C3811D23DC50}"/>
              </a:ext>
            </a:extLst>
          </p:cNvPr>
          <p:cNvSpPr>
            <a:spLocks noGrp="1"/>
          </p:cNvSpPr>
          <p:nvPr/>
        </p:nvSpPr>
        <p:spPr>
          <a:xfrm>
            <a:off x="3112294" y="3323779"/>
            <a:ext cx="592336" cy="9525"/>
          </a:xfrm>
          <a:prstGeom prst="rect">
            <a:avLst/>
          </a:prstGeom>
          <a:solidFill>
            <a:srgbClr val="D6DCD9"/>
          </a:solidFill>
          <a:ln w="0">
            <a:solidFill>
              <a:srgbClr val="000000">
                <a:alpha val="0"/>
              </a:srgbClr>
            </a:solidFill>
          </a:ln>
        </p:spPr>
      </p:sp>
      <p:sp>
        <p:nvSpPr>
          <p:cNvPr id="109" name="">
            <a:extLst>
              <a:ext uri="{FF2B5EF4-FFF2-40B4-BE49-F238E27FC236}">
                <a16:creationId id="{AD179B17-B2FF-447E-A279-D00D3AC5A76C}"/>
              </a:ext>
            </a:extLst>
          </p:cNvPr>
          <p:cNvSpPr>
            <a:spLocks noGrp="1"/>
          </p:cNvSpPr>
          <p:nvPr/>
        </p:nvSpPr>
        <p:spPr>
          <a:xfrm>
            <a:off x="3112294" y="3676204"/>
            <a:ext cx="592336" cy="9525"/>
          </a:xfrm>
          <a:prstGeom prst="rect">
            <a:avLst/>
          </a:prstGeom>
          <a:solidFill>
            <a:srgbClr val="D6DCD9"/>
          </a:solidFill>
          <a:ln w="0">
            <a:solidFill>
              <a:srgbClr val="000000">
                <a:alpha val="0"/>
              </a:srgbClr>
            </a:solidFill>
          </a:ln>
        </p:spPr>
      </p:sp>
      <p:sp>
        <p:nvSpPr>
          <p:cNvPr id="110" name="">
            <a:extLst>
              <a:ext uri="{FF2B5EF4-FFF2-40B4-BE49-F238E27FC236}">
                <a16:creationId id="{68A27DA9-63D3-45C1-93D0-66A4393A7005}"/>
              </a:ext>
            </a:extLst>
          </p:cNvPr>
          <p:cNvSpPr>
            <a:spLocks noGrp="1"/>
          </p:cNvSpPr>
          <p:nvPr/>
        </p:nvSpPr>
        <p:spPr>
          <a:xfrm>
            <a:off x="3112294" y="3323779"/>
            <a:ext cx="9525" cy="361950"/>
          </a:xfrm>
          <a:prstGeom prst="rect">
            <a:avLst/>
          </a:prstGeom>
          <a:solidFill>
            <a:srgbClr val="D6DCD9"/>
          </a:solidFill>
          <a:ln w="0">
            <a:solidFill>
              <a:srgbClr val="000000">
                <a:alpha val="0"/>
              </a:srgbClr>
            </a:solidFill>
          </a:ln>
        </p:spPr>
      </p:sp>
      <p:sp>
        <p:nvSpPr>
          <p:cNvPr id="111" name="">
            <a:extLst>
              <a:ext uri="{FF2B5EF4-FFF2-40B4-BE49-F238E27FC236}">
                <a16:creationId id="{06EC21A6-89BD-4E86-A861-1BF036C25816}"/>
              </a:ext>
            </a:extLst>
          </p:cNvPr>
          <p:cNvSpPr>
            <a:spLocks noGrp="1"/>
          </p:cNvSpPr>
          <p:nvPr/>
        </p:nvSpPr>
        <p:spPr>
          <a:xfrm>
            <a:off x="3695105" y="3323779"/>
            <a:ext cx="9525" cy="361950"/>
          </a:xfrm>
          <a:prstGeom prst="rect">
            <a:avLst/>
          </a:prstGeom>
          <a:solidFill>
            <a:srgbClr val="D6DCD9"/>
          </a:solidFill>
          <a:ln w="0">
            <a:solidFill>
              <a:srgbClr val="000000">
                <a:alpha val="0"/>
              </a:srgbClr>
            </a:solidFill>
          </a:ln>
        </p:spPr>
      </p:sp>
      <p:sp>
        <p:nvSpPr>
          <p:cNvPr id="112" name="">
            <a:extLst>
              <a:ext uri="{FF2B5EF4-FFF2-40B4-BE49-F238E27FC236}">
                <a16:creationId id="{839FEF27-683A-4056-A01C-2374D8DCBEFE}"/>
              </a:ext>
            </a:extLst>
          </p:cNvPr>
          <p:cNvSpPr>
            <a:spLocks noGrp="1"/>
          </p:cNvSpPr>
          <p:nvPr/>
        </p:nvSpPr>
        <p:spPr>
          <a:xfrm>
            <a:off x="3301305" y="3388072"/>
            <a:ext cx="309414"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Ẽ3</a:t>
            </a:r>
          </a:p>
        </p:txBody>
      </p:sp>
      <p:sp>
        <p:nvSpPr>
          <p:cNvPr id="113" name="">
            <a:extLst>
              <a:ext uri="{FF2B5EF4-FFF2-40B4-BE49-F238E27FC236}">
                <a16:creationId id="{36E7DCB5-2D65-4342-B711-DD549478DF25}"/>
              </a:ext>
            </a:extLst>
          </p:cNvPr>
          <p:cNvSpPr>
            <a:spLocks noGrp="1"/>
          </p:cNvSpPr>
          <p:nvPr/>
        </p:nvSpPr>
        <p:spPr>
          <a:xfrm>
            <a:off x="3742730" y="3323779"/>
            <a:ext cx="592336" cy="361950"/>
          </a:xfrm>
          <a:prstGeom prst="rect">
            <a:avLst/>
          </a:prstGeom>
          <a:solidFill>
            <a:srgbClr val="F7F7F3"/>
          </a:solidFill>
          <a:ln w="0">
            <a:solidFill>
              <a:srgbClr val="000000">
                <a:alpha val="0"/>
              </a:srgbClr>
            </a:solidFill>
          </a:ln>
        </p:spPr>
      </p:sp>
      <p:sp>
        <p:nvSpPr>
          <p:cNvPr id="114" name="">
            <a:extLst>
              <a:ext uri="{FF2B5EF4-FFF2-40B4-BE49-F238E27FC236}">
                <a16:creationId id="{DB286418-B73C-4657-9EFC-C3365BA5442F}"/>
              </a:ext>
            </a:extLst>
          </p:cNvPr>
          <p:cNvSpPr>
            <a:spLocks noGrp="1"/>
          </p:cNvSpPr>
          <p:nvPr/>
        </p:nvSpPr>
        <p:spPr>
          <a:xfrm>
            <a:off x="3742730" y="3323779"/>
            <a:ext cx="592336" cy="9525"/>
          </a:xfrm>
          <a:prstGeom prst="rect">
            <a:avLst/>
          </a:prstGeom>
          <a:solidFill>
            <a:srgbClr val="68727A"/>
          </a:solidFill>
          <a:ln w="0">
            <a:solidFill>
              <a:srgbClr val="000000">
                <a:alpha val="0"/>
              </a:srgbClr>
            </a:solidFill>
          </a:ln>
        </p:spPr>
      </p:sp>
      <p:sp>
        <p:nvSpPr>
          <p:cNvPr id="115" name="">
            <a:extLst>
              <a:ext uri="{FF2B5EF4-FFF2-40B4-BE49-F238E27FC236}">
                <a16:creationId id="{6DA20ECE-C7F1-475A-AB62-2DB6861F874A}"/>
              </a:ext>
            </a:extLst>
          </p:cNvPr>
          <p:cNvSpPr>
            <a:spLocks noGrp="1"/>
          </p:cNvSpPr>
          <p:nvPr/>
        </p:nvSpPr>
        <p:spPr>
          <a:xfrm>
            <a:off x="3742730" y="3676204"/>
            <a:ext cx="592336" cy="9525"/>
          </a:xfrm>
          <a:prstGeom prst="rect">
            <a:avLst/>
          </a:prstGeom>
          <a:solidFill>
            <a:srgbClr val="68727A"/>
          </a:solidFill>
          <a:ln w="0">
            <a:solidFill>
              <a:srgbClr val="000000">
                <a:alpha val="0"/>
              </a:srgbClr>
            </a:solidFill>
          </a:ln>
        </p:spPr>
      </p:sp>
      <p:sp>
        <p:nvSpPr>
          <p:cNvPr id="116" name="">
            <a:extLst>
              <a:ext uri="{FF2B5EF4-FFF2-40B4-BE49-F238E27FC236}">
                <a16:creationId id="{CE1A7003-45DF-480E-BCDB-C90FB3F8F2B8}"/>
              </a:ext>
            </a:extLst>
          </p:cNvPr>
          <p:cNvSpPr>
            <a:spLocks noGrp="1"/>
          </p:cNvSpPr>
          <p:nvPr/>
        </p:nvSpPr>
        <p:spPr>
          <a:xfrm>
            <a:off x="3742730" y="3323779"/>
            <a:ext cx="9525" cy="361950"/>
          </a:xfrm>
          <a:prstGeom prst="rect">
            <a:avLst/>
          </a:prstGeom>
          <a:solidFill>
            <a:srgbClr val="68727A"/>
          </a:solidFill>
          <a:ln w="0">
            <a:solidFill>
              <a:srgbClr val="000000">
                <a:alpha val="0"/>
              </a:srgbClr>
            </a:solidFill>
          </a:ln>
        </p:spPr>
      </p:sp>
      <p:sp>
        <p:nvSpPr>
          <p:cNvPr id="117" name="">
            <a:extLst>
              <a:ext uri="{FF2B5EF4-FFF2-40B4-BE49-F238E27FC236}">
                <a16:creationId id="{12186855-A161-4BDF-8C14-96E447C4A3D6}"/>
              </a:ext>
            </a:extLst>
          </p:cNvPr>
          <p:cNvSpPr>
            <a:spLocks noGrp="1"/>
          </p:cNvSpPr>
          <p:nvPr/>
        </p:nvSpPr>
        <p:spPr>
          <a:xfrm>
            <a:off x="4325541" y="3323779"/>
            <a:ext cx="9525" cy="361950"/>
          </a:xfrm>
          <a:prstGeom prst="rect">
            <a:avLst/>
          </a:prstGeom>
          <a:solidFill>
            <a:srgbClr val="68727A"/>
          </a:solidFill>
          <a:ln w="0">
            <a:solidFill>
              <a:srgbClr val="000000">
                <a:alpha val="0"/>
              </a:srgbClr>
            </a:solidFill>
          </a:ln>
        </p:spPr>
      </p:sp>
      <p:sp>
        <p:nvSpPr>
          <p:cNvPr id="118" name="">
            <a:extLst>
              <a:ext uri="{FF2B5EF4-FFF2-40B4-BE49-F238E27FC236}">
                <a16:creationId id="{5DD950D3-755D-4504-99AE-66F92465EDF9}"/>
              </a:ext>
            </a:extLst>
          </p:cNvPr>
          <p:cNvSpPr>
            <a:spLocks noGrp="1"/>
          </p:cNvSpPr>
          <p:nvPr/>
        </p:nvSpPr>
        <p:spPr>
          <a:xfrm>
            <a:off x="3942606" y="3388072"/>
            <a:ext cx="287834"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z̃3</a:t>
            </a:r>
          </a:p>
        </p:txBody>
      </p:sp>
      <p:sp>
        <p:nvSpPr>
          <p:cNvPr id="119" name="">
            <a:extLst>
              <a:ext uri="{FF2B5EF4-FFF2-40B4-BE49-F238E27FC236}">
                <a16:creationId id="{E8A1E6A8-C49B-4896-BA20-6A80C22A87C3}"/>
              </a:ext>
            </a:extLst>
          </p:cNvPr>
          <p:cNvSpPr>
            <a:spLocks noGrp="1"/>
          </p:cNvSpPr>
          <p:nvPr/>
        </p:nvSpPr>
        <p:spPr>
          <a:xfrm>
            <a:off x="3112294" y="3723829"/>
            <a:ext cx="1222772" cy="9525"/>
          </a:xfrm>
          <a:prstGeom prst="rect">
            <a:avLst/>
          </a:prstGeom>
          <a:solidFill>
            <a:srgbClr val="D6DCD9"/>
          </a:solidFill>
          <a:ln w="0">
            <a:solidFill>
              <a:srgbClr val="000000">
                <a:alpha val="0"/>
              </a:srgbClr>
            </a:solidFill>
          </a:ln>
        </p:spPr>
      </p:sp>
      <p:sp>
        <p:nvSpPr>
          <p:cNvPr id="120" name="">
            <a:extLst>
              <a:ext uri="{FF2B5EF4-FFF2-40B4-BE49-F238E27FC236}">
                <a16:creationId id="{3DCDA407-42C2-4096-99E4-0D1777FFBB3D}"/>
              </a:ext>
            </a:extLst>
          </p:cNvPr>
          <p:cNvSpPr>
            <a:spLocks noGrp="1"/>
          </p:cNvSpPr>
          <p:nvPr/>
        </p:nvSpPr>
        <p:spPr>
          <a:xfrm>
            <a:off x="3648968" y="3771454"/>
            <a:ext cx="244673"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H3</a:t>
            </a:r>
          </a:p>
        </p:txBody>
      </p:sp>
      <p:sp>
        <p:nvSpPr>
          <p:cNvPr id="121" name="">
            <a:extLst>
              <a:ext uri="{FF2B5EF4-FFF2-40B4-BE49-F238E27FC236}">
                <a16:creationId id="{4995EDDC-03C2-4573-9069-F5D6916518B7}"/>
              </a:ext>
            </a:extLst>
          </p:cNvPr>
          <p:cNvSpPr>
            <a:spLocks noGrp="1"/>
          </p:cNvSpPr>
          <p:nvPr/>
        </p:nvSpPr>
        <p:spPr>
          <a:xfrm>
            <a:off x="4449366" y="3323779"/>
            <a:ext cx="592336" cy="361950"/>
          </a:xfrm>
          <a:prstGeom prst="rect">
            <a:avLst/>
          </a:prstGeom>
          <a:solidFill>
            <a:srgbClr val="E4EFED"/>
          </a:solidFill>
          <a:ln w="0">
            <a:solidFill>
              <a:srgbClr val="000000">
                <a:alpha val="0"/>
              </a:srgbClr>
            </a:solidFill>
          </a:ln>
        </p:spPr>
      </p:sp>
      <p:sp>
        <p:nvSpPr>
          <p:cNvPr id="122" name="">
            <a:extLst>
              <a:ext uri="{FF2B5EF4-FFF2-40B4-BE49-F238E27FC236}">
                <a16:creationId id="{B8DE8A95-852B-4E67-B8D5-9658FE48B636}"/>
              </a:ext>
            </a:extLst>
          </p:cNvPr>
          <p:cNvSpPr>
            <a:spLocks noGrp="1"/>
          </p:cNvSpPr>
          <p:nvPr/>
        </p:nvSpPr>
        <p:spPr>
          <a:xfrm>
            <a:off x="4449366" y="3323779"/>
            <a:ext cx="592336" cy="9525"/>
          </a:xfrm>
          <a:prstGeom prst="rect">
            <a:avLst/>
          </a:prstGeom>
          <a:solidFill>
            <a:srgbClr val="D6DCD9"/>
          </a:solidFill>
          <a:ln w="0">
            <a:solidFill>
              <a:srgbClr val="000000">
                <a:alpha val="0"/>
              </a:srgbClr>
            </a:solidFill>
          </a:ln>
        </p:spPr>
      </p:sp>
      <p:sp>
        <p:nvSpPr>
          <p:cNvPr id="123" name="">
            <a:extLst>
              <a:ext uri="{FF2B5EF4-FFF2-40B4-BE49-F238E27FC236}">
                <a16:creationId id="{5746EF8B-7F36-4722-BE9A-2E5129669F33}"/>
              </a:ext>
            </a:extLst>
          </p:cNvPr>
          <p:cNvSpPr>
            <a:spLocks noGrp="1"/>
          </p:cNvSpPr>
          <p:nvPr/>
        </p:nvSpPr>
        <p:spPr>
          <a:xfrm>
            <a:off x="4449366" y="3676204"/>
            <a:ext cx="592336" cy="9525"/>
          </a:xfrm>
          <a:prstGeom prst="rect">
            <a:avLst/>
          </a:prstGeom>
          <a:solidFill>
            <a:srgbClr val="D6DCD9"/>
          </a:solidFill>
          <a:ln w="0">
            <a:solidFill>
              <a:srgbClr val="000000">
                <a:alpha val="0"/>
              </a:srgbClr>
            </a:solidFill>
          </a:ln>
        </p:spPr>
      </p:sp>
      <p:sp>
        <p:nvSpPr>
          <p:cNvPr id="124" name="">
            <a:extLst>
              <a:ext uri="{FF2B5EF4-FFF2-40B4-BE49-F238E27FC236}">
                <a16:creationId id="{8152065F-2B43-46F2-B5A9-BA7FA56527E0}"/>
              </a:ext>
            </a:extLst>
          </p:cNvPr>
          <p:cNvSpPr>
            <a:spLocks noGrp="1"/>
          </p:cNvSpPr>
          <p:nvPr/>
        </p:nvSpPr>
        <p:spPr>
          <a:xfrm>
            <a:off x="4449366" y="3323779"/>
            <a:ext cx="9525" cy="361950"/>
          </a:xfrm>
          <a:prstGeom prst="rect">
            <a:avLst/>
          </a:prstGeom>
          <a:solidFill>
            <a:srgbClr val="D6DCD9"/>
          </a:solidFill>
          <a:ln w="0">
            <a:solidFill>
              <a:srgbClr val="000000">
                <a:alpha val="0"/>
              </a:srgbClr>
            </a:solidFill>
          </a:ln>
        </p:spPr>
      </p:sp>
      <p:sp>
        <p:nvSpPr>
          <p:cNvPr id="125" name="">
            <a:extLst>
              <a:ext uri="{FF2B5EF4-FFF2-40B4-BE49-F238E27FC236}">
                <a16:creationId id="{8C3D28EF-033C-4C91-979A-08D5B4B46BE0}"/>
              </a:ext>
            </a:extLst>
          </p:cNvPr>
          <p:cNvSpPr>
            <a:spLocks noGrp="1"/>
          </p:cNvSpPr>
          <p:nvPr/>
        </p:nvSpPr>
        <p:spPr>
          <a:xfrm>
            <a:off x="5032177" y="3323779"/>
            <a:ext cx="9525" cy="361950"/>
          </a:xfrm>
          <a:prstGeom prst="rect">
            <a:avLst/>
          </a:prstGeom>
          <a:solidFill>
            <a:srgbClr val="D6DCD9"/>
          </a:solidFill>
          <a:ln w="0">
            <a:solidFill>
              <a:srgbClr val="000000">
                <a:alpha val="0"/>
              </a:srgbClr>
            </a:solidFill>
          </a:ln>
        </p:spPr>
      </p:sp>
      <p:sp>
        <p:nvSpPr>
          <p:cNvPr id="126" name="">
            <a:extLst>
              <a:ext uri="{FF2B5EF4-FFF2-40B4-BE49-F238E27FC236}">
                <a16:creationId id="{512DE088-84CB-4373-8A43-A02945E77F12}"/>
              </a:ext>
            </a:extLst>
          </p:cNvPr>
          <p:cNvSpPr>
            <a:spLocks noGrp="1"/>
          </p:cNvSpPr>
          <p:nvPr/>
        </p:nvSpPr>
        <p:spPr>
          <a:xfrm>
            <a:off x="4638377" y="3388072"/>
            <a:ext cx="309414"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Ẽ4</a:t>
            </a:r>
          </a:p>
        </p:txBody>
      </p:sp>
      <p:sp>
        <p:nvSpPr>
          <p:cNvPr id="127" name="">
            <a:extLst>
              <a:ext uri="{FF2B5EF4-FFF2-40B4-BE49-F238E27FC236}">
                <a16:creationId id="{68BC8EC1-3F10-4FA0-A697-8EC88D9CFB29}"/>
              </a:ext>
            </a:extLst>
          </p:cNvPr>
          <p:cNvSpPr>
            <a:spLocks noGrp="1"/>
          </p:cNvSpPr>
          <p:nvPr/>
        </p:nvSpPr>
        <p:spPr>
          <a:xfrm>
            <a:off x="5079802" y="3323779"/>
            <a:ext cx="592336" cy="361950"/>
          </a:xfrm>
          <a:prstGeom prst="rect">
            <a:avLst/>
          </a:prstGeom>
          <a:solidFill>
            <a:srgbClr val="F7F7F3"/>
          </a:solidFill>
          <a:ln w="0">
            <a:solidFill>
              <a:srgbClr val="000000">
                <a:alpha val="0"/>
              </a:srgbClr>
            </a:solidFill>
          </a:ln>
        </p:spPr>
      </p:sp>
      <p:sp>
        <p:nvSpPr>
          <p:cNvPr id="128" name="">
            <a:extLst>
              <a:ext uri="{FF2B5EF4-FFF2-40B4-BE49-F238E27FC236}">
                <a16:creationId id="{2FA03087-5B20-4028-9D22-86E1AB9AF0F3}"/>
              </a:ext>
            </a:extLst>
          </p:cNvPr>
          <p:cNvSpPr>
            <a:spLocks noGrp="1"/>
          </p:cNvSpPr>
          <p:nvPr/>
        </p:nvSpPr>
        <p:spPr>
          <a:xfrm>
            <a:off x="5079802" y="3323779"/>
            <a:ext cx="592336" cy="9525"/>
          </a:xfrm>
          <a:prstGeom prst="rect">
            <a:avLst/>
          </a:prstGeom>
          <a:solidFill>
            <a:srgbClr val="68727A"/>
          </a:solidFill>
          <a:ln w="0">
            <a:solidFill>
              <a:srgbClr val="000000">
                <a:alpha val="0"/>
              </a:srgbClr>
            </a:solidFill>
          </a:ln>
        </p:spPr>
      </p:sp>
      <p:sp>
        <p:nvSpPr>
          <p:cNvPr id="129" name="">
            <a:extLst>
              <a:ext uri="{FF2B5EF4-FFF2-40B4-BE49-F238E27FC236}">
                <a16:creationId id="{747FD88D-5D1D-41B7-A649-6B46F4509F29}"/>
              </a:ext>
            </a:extLst>
          </p:cNvPr>
          <p:cNvSpPr>
            <a:spLocks noGrp="1"/>
          </p:cNvSpPr>
          <p:nvPr/>
        </p:nvSpPr>
        <p:spPr>
          <a:xfrm>
            <a:off x="5079802" y="3676204"/>
            <a:ext cx="592336" cy="9525"/>
          </a:xfrm>
          <a:prstGeom prst="rect">
            <a:avLst/>
          </a:prstGeom>
          <a:solidFill>
            <a:srgbClr val="68727A"/>
          </a:solidFill>
          <a:ln w="0">
            <a:solidFill>
              <a:srgbClr val="000000">
                <a:alpha val="0"/>
              </a:srgbClr>
            </a:solidFill>
          </a:ln>
        </p:spPr>
      </p:sp>
      <p:sp>
        <p:nvSpPr>
          <p:cNvPr id="130" name="">
            <a:extLst>
              <a:ext uri="{FF2B5EF4-FFF2-40B4-BE49-F238E27FC236}">
                <a16:creationId id="{C1863928-E9EA-4AF3-9A92-9B5F94872F44}"/>
              </a:ext>
            </a:extLst>
          </p:cNvPr>
          <p:cNvSpPr>
            <a:spLocks noGrp="1"/>
          </p:cNvSpPr>
          <p:nvPr/>
        </p:nvSpPr>
        <p:spPr>
          <a:xfrm>
            <a:off x="5079802" y="3323779"/>
            <a:ext cx="9525" cy="361950"/>
          </a:xfrm>
          <a:prstGeom prst="rect">
            <a:avLst/>
          </a:prstGeom>
          <a:solidFill>
            <a:srgbClr val="68727A"/>
          </a:solidFill>
          <a:ln w="0">
            <a:solidFill>
              <a:srgbClr val="000000">
                <a:alpha val="0"/>
              </a:srgbClr>
            </a:solidFill>
          </a:ln>
        </p:spPr>
      </p:sp>
      <p:sp>
        <p:nvSpPr>
          <p:cNvPr id="131" name="">
            <a:extLst>
              <a:ext uri="{FF2B5EF4-FFF2-40B4-BE49-F238E27FC236}">
                <a16:creationId id="{31AA592C-C8EB-4686-81DD-33AB1990B761}"/>
              </a:ext>
            </a:extLst>
          </p:cNvPr>
          <p:cNvSpPr>
            <a:spLocks noGrp="1"/>
          </p:cNvSpPr>
          <p:nvPr/>
        </p:nvSpPr>
        <p:spPr>
          <a:xfrm>
            <a:off x="5662613" y="3323779"/>
            <a:ext cx="9525" cy="361950"/>
          </a:xfrm>
          <a:prstGeom prst="rect">
            <a:avLst/>
          </a:prstGeom>
          <a:solidFill>
            <a:srgbClr val="68727A"/>
          </a:solidFill>
          <a:ln w="0">
            <a:solidFill>
              <a:srgbClr val="000000">
                <a:alpha val="0"/>
              </a:srgbClr>
            </a:solidFill>
          </a:ln>
        </p:spPr>
      </p:sp>
      <p:sp>
        <p:nvSpPr>
          <p:cNvPr id="132" name="">
            <a:extLst>
              <a:ext uri="{FF2B5EF4-FFF2-40B4-BE49-F238E27FC236}">
                <a16:creationId id="{65F30BBB-7BBD-4FFC-B263-AC3D97491B57}"/>
              </a:ext>
            </a:extLst>
          </p:cNvPr>
          <p:cNvSpPr>
            <a:spLocks noGrp="1"/>
          </p:cNvSpPr>
          <p:nvPr/>
        </p:nvSpPr>
        <p:spPr>
          <a:xfrm>
            <a:off x="5279678" y="3388072"/>
            <a:ext cx="287834"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z̃4</a:t>
            </a:r>
          </a:p>
        </p:txBody>
      </p:sp>
      <p:sp>
        <p:nvSpPr>
          <p:cNvPr id="133" name="">
            <a:extLst>
              <a:ext uri="{FF2B5EF4-FFF2-40B4-BE49-F238E27FC236}">
                <a16:creationId id="{3F581839-A6E6-483F-BAA8-49B5258BBA22}"/>
              </a:ext>
            </a:extLst>
          </p:cNvPr>
          <p:cNvSpPr>
            <a:spLocks noGrp="1"/>
          </p:cNvSpPr>
          <p:nvPr/>
        </p:nvSpPr>
        <p:spPr>
          <a:xfrm>
            <a:off x="4449366" y="3723829"/>
            <a:ext cx="1222772" cy="9525"/>
          </a:xfrm>
          <a:prstGeom prst="rect">
            <a:avLst/>
          </a:prstGeom>
          <a:solidFill>
            <a:srgbClr val="D6DCD9"/>
          </a:solidFill>
          <a:ln w="0">
            <a:solidFill>
              <a:srgbClr val="000000">
                <a:alpha val="0"/>
              </a:srgbClr>
            </a:solidFill>
          </a:ln>
        </p:spPr>
      </p:sp>
      <p:sp>
        <p:nvSpPr>
          <p:cNvPr id="134" name="">
            <a:extLst>
              <a:ext uri="{FF2B5EF4-FFF2-40B4-BE49-F238E27FC236}">
                <a16:creationId id="{84CF2D65-23E6-46E1-A8E7-0330742B1E52}"/>
              </a:ext>
            </a:extLst>
          </p:cNvPr>
          <p:cNvSpPr>
            <a:spLocks noGrp="1"/>
          </p:cNvSpPr>
          <p:nvPr/>
        </p:nvSpPr>
        <p:spPr>
          <a:xfrm>
            <a:off x="4986040" y="3771454"/>
            <a:ext cx="244673"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H4</a:t>
            </a:r>
          </a:p>
        </p:txBody>
      </p:sp>
      <p:sp>
        <p:nvSpPr>
          <p:cNvPr id="135" name="">
            <a:extLst>
              <a:ext uri="{FF2B5EF4-FFF2-40B4-BE49-F238E27FC236}">
                <a16:creationId id="{E6D1CC2A-95F9-4546-BC43-9634804726A6}"/>
              </a:ext>
            </a:extLst>
          </p:cNvPr>
          <p:cNvSpPr>
            <a:spLocks noGrp="1"/>
          </p:cNvSpPr>
          <p:nvPr/>
        </p:nvSpPr>
        <p:spPr>
          <a:xfrm>
            <a:off x="5786438" y="3323779"/>
            <a:ext cx="592336" cy="361950"/>
          </a:xfrm>
          <a:prstGeom prst="rect">
            <a:avLst/>
          </a:prstGeom>
          <a:solidFill>
            <a:srgbClr val="E4EFED"/>
          </a:solidFill>
          <a:ln w="0">
            <a:solidFill>
              <a:srgbClr val="000000">
                <a:alpha val="0"/>
              </a:srgbClr>
            </a:solidFill>
          </a:ln>
        </p:spPr>
      </p:sp>
      <p:sp>
        <p:nvSpPr>
          <p:cNvPr id="136" name="">
            <a:extLst>
              <a:ext uri="{FF2B5EF4-FFF2-40B4-BE49-F238E27FC236}">
                <a16:creationId id="{FB8EF444-A98C-4745-B308-84EBD0601808}"/>
              </a:ext>
            </a:extLst>
          </p:cNvPr>
          <p:cNvSpPr>
            <a:spLocks noGrp="1"/>
          </p:cNvSpPr>
          <p:nvPr/>
        </p:nvSpPr>
        <p:spPr>
          <a:xfrm>
            <a:off x="5786438" y="3323779"/>
            <a:ext cx="592336" cy="9525"/>
          </a:xfrm>
          <a:prstGeom prst="rect">
            <a:avLst/>
          </a:prstGeom>
          <a:solidFill>
            <a:srgbClr val="D6DCD9"/>
          </a:solidFill>
          <a:ln w="0">
            <a:solidFill>
              <a:srgbClr val="000000">
                <a:alpha val="0"/>
              </a:srgbClr>
            </a:solidFill>
          </a:ln>
        </p:spPr>
      </p:sp>
      <p:sp>
        <p:nvSpPr>
          <p:cNvPr id="137" name="">
            <a:extLst>
              <a:ext uri="{FF2B5EF4-FFF2-40B4-BE49-F238E27FC236}">
                <a16:creationId id="{E93CCE4E-6E6C-4AE9-AB3B-02BD1CF986AB}"/>
              </a:ext>
            </a:extLst>
          </p:cNvPr>
          <p:cNvSpPr>
            <a:spLocks noGrp="1"/>
          </p:cNvSpPr>
          <p:nvPr/>
        </p:nvSpPr>
        <p:spPr>
          <a:xfrm>
            <a:off x="5786438" y="3676204"/>
            <a:ext cx="592336" cy="9525"/>
          </a:xfrm>
          <a:prstGeom prst="rect">
            <a:avLst/>
          </a:prstGeom>
          <a:solidFill>
            <a:srgbClr val="D6DCD9"/>
          </a:solidFill>
          <a:ln w="0">
            <a:solidFill>
              <a:srgbClr val="000000">
                <a:alpha val="0"/>
              </a:srgbClr>
            </a:solidFill>
          </a:ln>
        </p:spPr>
      </p:sp>
      <p:sp>
        <p:nvSpPr>
          <p:cNvPr id="138" name="">
            <a:extLst>
              <a:ext uri="{FF2B5EF4-FFF2-40B4-BE49-F238E27FC236}">
                <a16:creationId id="{534818FC-0829-4742-A808-444D3787A13A}"/>
              </a:ext>
            </a:extLst>
          </p:cNvPr>
          <p:cNvSpPr>
            <a:spLocks noGrp="1"/>
          </p:cNvSpPr>
          <p:nvPr/>
        </p:nvSpPr>
        <p:spPr>
          <a:xfrm>
            <a:off x="5786438" y="3323779"/>
            <a:ext cx="9525" cy="361950"/>
          </a:xfrm>
          <a:prstGeom prst="rect">
            <a:avLst/>
          </a:prstGeom>
          <a:solidFill>
            <a:srgbClr val="D6DCD9"/>
          </a:solidFill>
          <a:ln w="0">
            <a:solidFill>
              <a:srgbClr val="000000">
                <a:alpha val="0"/>
              </a:srgbClr>
            </a:solidFill>
          </a:ln>
        </p:spPr>
      </p:sp>
      <p:sp>
        <p:nvSpPr>
          <p:cNvPr id="139" name="">
            <a:extLst>
              <a:ext uri="{FF2B5EF4-FFF2-40B4-BE49-F238E27FC236}">
                <a16:creationId id="{A7E45DBB-E52C-4DD7-90C3-97C3507D8E29}"/>
              </a:ext>
            </a:extLst>
          </p:cNvPr>
          <p:cNvSpPr>
            <a:spLocks noGrp="1"/>
          </p:cNvSpPr>
          <p:nvPr/>
        </p:nvSpPr>
        <p:spPr>
          <a:xfrm>
            <a:off x="6369248" y="3323779"/>
            <a:ext cx="9525" cy="361950"/>
          </a:xfrm>
          <a:prstGeom prst="rect">
            <a:avLst/>
          </a:prstGeom>
          <a:solidFill>
            <a:srgbClr val="D6DCD9"/>
          </a:solidFill>
          <a:ln w="0">
            <a:solidFill>
              <a:srgbClr val="000000">
                <a:alpha val="0"/>
              </a:srgbClr>
            </a:solidFill>
          </a:ln>
        </p:spPr>
      </p:sp>
      <p:sp>
        <p:nvSpPr>
          <p:cNvPr id="140" name="">
            <a:extLst>
              <a:ext uri="{FF2B5EF4-FFF2-40B4-BE49-F238E27FC236}">
                <a16:creationId id="{F3D4C08C-25EB-4185-833B-3C7BAC7CC94D}"/>
              </a:ext>
            </a:extLst>
          </p:cNvPr>
          <p:cNvSpPr>
            <a:spLocks noGrp="1"/>
          </p:cNvSpPr>
          <p:nvPr/>
        </p:nvSpPr>
        <p:spPr>
          <a:xfrm>
            <a:off x="5975449" y="3388072"/>
            <a:ext cx="309414"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Ẽ5</a:t>
            </a:r>
          </a:p>
        </p:txBody>
      </p:sp>
      <p:sp>
        <p:nvSpPr>
          <p:cNvPr id="141" name="">
            <a:extLst>
              <a:ext uri="{FF2B5EF4-FFF2-40B4-BE49-F238E27FC236}">
                <a16:creationId id="{A28A4B13-6D4C-492E-87B6-BE238358234E}"/>
              </a:ext>
            </a:extLst>
          </p:cNvPr>
          <p:cNvSpPr>
            <a:spLocks noGrp="1"/>
          </p:cNvSpPr>
          <p:nvPr/>
        </p:nvSpPr>
        <p:spPr>
          <a:xfrm>
            <a:off x="6416873" y="3323779"/>
            <a:ext cx="592336" cy="361950"/>
          </a:xfrm>
          <a:prstGeom prst="rect">
            <a:avLst/>
          </a:prstGeom>
          <a:solidFill>
            <a:srgbClr val="F7F7F3"/>
          </a:solidFill>
          <a:ln w="0">
            <a:solidFill>
              <a:srgbClr val="000000">
                <a:alpha val="0"/>
              </a:srgbClr>
            </a:solidFill>
          </a:ln>
        </p:spPr>
      </p:sp>
      <p:sp>
        <p:nvSpPr>
          <p:cNvPr id="142" name="">
            <a:extLst>
              <a:ext uri="{FF2B5EF4-FFF2-40B4-BE49-F238E27FC236}">
                <a16:creationId id="{CF15244F-4D2B-4730-AA8E-1418C34F16B0}"/>
              </a:ext>
            </a:extLst>
          </p:cNvPr>
          <p:cNvSpPr>
            <a:spLocks noGrp="1"/>
          </p:cNvSpPr>
          <p:nvPr/>
        </p:nvSpPr>
        <p:spPr>
          <a:xfrm>
            <a:off x="6416873" y="3323779"/>
            <a:ext cx="592336" cy="9525"/>
          </a:xfrm>
          <a:prstGeom prst="rect">
            <a:avLst/>
          </a:prstGeom>
          <a:solidFill>
            <a:srgbClr val="68727A"/>
          </a:solidFill>
          <a:ln w="0">
            <a:solidFill>
              <a:srgbClr val="000000">
                <a:alpha val="0"/>
              </a:srgbClr>
            </a:solidFill>
          </a:ln>
        </p:spPr>
      </p:sp>
      <p:sp>
        <p:nvSpPr>
          <p:cNvPr id="143" name="">
            <a:extLst>
              <a:ext uri="{FF2B5EF4-FFF2-40B4-BE49-F238E27FC236}">
                <a16:creationId id="{89AF14FB-5738-429F-AF95-78391322FEC2}"/>
              </a:ext>
            </a:extLst>
          </p:cNvPr>
          <p:cNvSpPr>
            <a:spLocks noGrp="1"/>
          </p:cNvSpPr>
          <p:nvPr/>
        </p:nvSpPr>
        <p:spPr>
          <a:xfrm>
            <a:off x="6416873" y="3676204"/>
            <a:ext cx="592336" cy="9525"/>
          </a:xfrm>
          <a:prstGeom prst="rect">
            <a:avLst/>
          </a:prstGeom>
          <a:solidFill>
            <a:srgbClr val="68727A"/>
          </a:solidFill>
          <a:ln w="0">
            <a:solidFill>
              <a:srgbClr val="000000">
                <a:alpha val="0"/>
              </a:srgbClr>
            </a:solidFill>
          </a:ln>
        </p:spPr>
      </p:sp>
      <p:sp>
        <p:nvSpPr>
          <p:cNvPr id="144" name="">
            <a:extLst>
              <a:ext uri="{FF2B5EF4-FFF2-40B4-BE49-F238E27FC236}">
                <a16:creationId id="{595B4FBB-98D4-4053-A3C8-3155B347A1BC}"/>
              </a:ext>
            </a:extLst>
          </p:cNvPr>
          <p:cNvSpPr>
            <a:spLocks noGrp="1"/>
          </p:cNvSpPr>
          <p:nvPr/>
        </p:nvSpPr>
        <p:spPr>
          <a:xfrm>
            <a:off x="6416873" y="3323779"/>
            <a:ext cx="9525" cy="361950"/>
          </a:xfrm>
          <a:prstGeom prst="rect">
            <a:avLst/>
          </a:prstGeom>
          <a:solidFill>
            <a:srgbClr val="68727A"/>
          </a:solidFill>
          <a:ln w="0">
            <a:solidFill>
              <a:srgbClr val="000000">
                <a:alpha val="0"/>
              </a:srgbClr>
            </a:solidFill>
          </a:ln>
        </p:spPr>
      </p:sp>
      <p:sp>
        <p:nvSpPr>
          <p:cNvPr id="145" name="">
            <a:extLst>
              <a:ext uri="{FF2B5EF4-FFF2-40B4-BE49-F238E27FC236}">
                <a16:creationId id="{E94087BD-BF88-41DF-A896-3A497DF76069}"/>
              </a:ext>
            </a:extLst>
          </p:cNvPr>
          <p:cNvSpPr>
            <a:spLocks noGrp="1"/>
          </p:cNvSpPr>
          <p:nvPr/>
        </p:nvSpPr>
        <p:spPr>
          <a:xfrm>
            <a:off x="6999684" y="3323779"/>
            <a:ext cx="9525" cy="361950"/>
          </a:xfrm>
          <a:prstGeom prst="rect">
            <a:avLst/>
          </a:prstGeom>
          <a:solidFill>
            <a:srgbClr val="68727A"/>
          </a:solidFill>
          <a:ln w="0">
            <a:solidFill>
              <a:srgbClr val="000000">
                <a:alpha val="0"/>
              </a:srgbClr>
            </a:solidFill>
          </a:ln>
        </p:spPr>
      </p:sp>
      <p:sp>
        <p:nvSpPr>
          <p:cNvPr id="146" name="">
            <a:extLst>
              <a:ext uri="{FF2B5EF4-FFF2-40B4-BE49-F238E27FC236}">
                <a16:creationId id="{CDAC9C22-A36A-4935-BB5C-8DE4369D933A}"/>
              </a:ext>
            </a:extLst>
          </p:cNvPr>
          <p:cNvSpPr>
            <a:spLocks noGrp="1"/>
          </p:cNvSpPr>
          <p:nvPr/>
        </p:nvSpPr>
        <p:spPr>
          <a:xfrm>
            <a:off x="6616750" y="3388072"/>
            <a:ext cx="287834"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z̃5</a:t>
            </a:r>
          </a:p>
        </p:txBody>
      </p:sp>
      <p:sp>
        <p:nvSpPr>
          <p:cNvPr id="147" name="">
            <a:extLst>
              <a:ext uri="{FF2B5EF4-FFF2-40B4-BE49-F238E27FC236}">
                <a16:creationId id="{F90144FD-C644-4858-96D0-930165B947E8}"/>
              </a:ext>
            </a:extLst>
          </p:cNvPr>
          <p:cNvSpPr>
            <a:spLocks noGrp="1"/>
          </p:cNvSpPr>
          <p:nvPr/>
        </p:nvSpPr>
        <p:spPr>
          <a:xfrm>
            <a:off x="5786438" y="3723829"/>
            <a:ext cx="1222772" cy="9525"/>
          </a:xfrm>
          <a:prstGeom prst="rect">
            <a:avLst/>
          </a:prstGeom>
          <a:solidFill>
            <a:srgbClr val="D6DCD9"/>
          </a:solidFill>
          <a:ln w="0">
            <a:solidFill>
              <a:srgbClr val="000000">
                <a:alpha val="0"/>
              </a:srgbClr>
            </a:solidFill>
          </a:ln>
        </p:spPr>
      </p:sp>
      <p:sp>
        <p:nvSpPr>
          <p:cNvPr id="148" name="">
            <a:extLst>
              <a:ext uri="{FF2B5EF4-FFF2-40B4-BE49-F238E27FC236}">
                <a16:creationId id="{37D1C1CB-FC92-41BA-9BA3-B206DD4997E2}"/>
              </a:ext>
            </a:extLst>
          </p:cNvPr>
          <p:cNvSpPr>
            <a:spLocks noGrp="1"/>
          </p:cNvSpPr>
          <p:nvPr/>
        </p:nvSpPr>
        <p:spPr>
          <a:xfrm>
            <a:off x="6323112" y="3771454"/>
            <a:ext cx="244673"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H5</a:t>
            </a:r>
          </a:p>
        </p:txBody>
      </p:sp>
      <p:sp>
        <p:nvSpPr>
          <p:cNvPr id="149" name="">
            <a:extLst>
              <a:ext uri="{FF2B5EF4-FFF2-40B4-BE49-F238E27FC236}">
                <a16:creationId id="{88963025-1C63-424F-8DE3-B989A6698E68}"/>
              </a:ext>
            </a:extLst>
          </p:cNvPr>
          <p:cNvSpPr>
            <a:spLocks noGrp="1"/>
          </p:cNvSpPr>
          <p:nvPr/>
        </p:nvSpPr>
        <p:spPr>
          <a:xfrm>
            <a:off x="7123509" y="3323779"/>
            <a:ext cx="592336" cy="361950"/>
          </a:xfrm>
          <a:prstGeom prst="rect">
            <a:avLst/>
          </a:prstGeom>
          <a:solidFill>
            <a:srgbClr val="E4EFED"/>
          </a:solidFill>
          <a:ln w="0">
            <a:solidFill>
              <a:srgbClr val="000000">
                <a:alpha val="0"/>
              </a:srgbClr>
            </a:solidFill>
          </a:ln>
        </p:spPr>
      </p:sp>
      <p:sp>
        <p:nvSpPr>
          <p:cNvPr id="150" name="">
            <a:extLst>
              <a:ext uri="{FF2B5EF4-FFF2-40B4-BE49-F238E27FC236}">
                <a16:creationId id="{3C87D777-003B-4C56-8FD0-7C1018A9D821}"/>
              </a:ext>
            </a:extLst>
          </p:cNvPr>
          <p:cNvSpPr>
            <a:spLocks noGrp="1"/>
          </p:cNvSpPr>
          <p:nvPr/>
        </p:nvSpPr>
        <p:spPr>
          <a:xfrm>
            <a:off x="7123509" y="3323779"/>
            <a:ext cx="592336" cy="9525"/>
          </a:xfrm>
          <a:prstGeom prst="rect">
            <a:avLst/>
          </a:prstGeom>
          <a:solidFill>
            <a:srgbClr val="D6DCD9"/>
          </a:solidFill>
          <a:ln w="0">
            <a:solidFill>
              <a:srgbClr val="000000">
                <a:alpha val="0"/>
              </a:srgbClr>
            </a:solidFill>
          </a:ln>
        </p:spPr>
      </p:sp>
      <p:sp>
        <p:nvSpPr>
          <p:cNvPr id="151" name="">
            <a:extLst>
              <a:ext uri="{FF2B5EF4-FFF2-40B4-BE49-F238E27FC236}">
                <a16:creationId id="{2F654E8A-A1E3-4996-86E1-20D0BE686DA9}"/>
              </a:ext>
            </a:extLst>
          </p:cNvPr>
          <p:cNvSpPr>
            <a:spLocks noGrp="1"/>
          </p:cNvSpPr>
          <p:nvPr/>
        </p:nvSpPr>
        <p:spPr>
          <a:xfrm>
            <a:off x="7123509" y="3676204"/>
            <a:ext cx="592336" cy="9525"/>
          </a:xfrm>
          <a:prstGeom prst="rect">
            <a:avLst/>
          </a:prstGeom>
          <a:solidFill>
            <a:srgbClr val="D6DCD9"/>
          </a:solidFill>
          <a:ln w="0">
            <a:solidFill>
              <a:srgbClr val="000000">
                <a:alpha val="0"/>
              </a:srgbClr>
            </a:solidFill>
          </a:ln>
        </p:spPr>
      </p:sp>
      <p:sp>
        <p:nvSpPr>
          <p:cNvPr id="152" name="">
            <a:extLst>
              <a:ext uri="{FF2B5EF4-FFF2-40B4-BE49-F238E27FC236}">
                <a16:creationId id="{721B4927-5674-468E-A05D-2B24128DFB00}"/>
              </a:ext>
            </a:extLst>
          </p:cNvPr>
          <p:cNvSpPr>
            <a:spLocks noGrp="1"/>
          </p:cNvSpPr>
          <p:nvPr/>
        </p:nvSpPr>
        <p:spPr>
          <a:xfrm>
            <a:off x="7123509" y="3323779"/>
            <a:ext cx="9525" cy="361950"/>
          </a:xfrm>
          <a:prstGeom prst="rect">
            <a:avLst/>
          </a:prstGeom>
          <a:solidFill>
            <a:srgbClr val="D6DCD9"/>
          </a:solidFill>
          <a:ln w="0">
            <a:solidFill>
              <a:srgbClr val="000000">
                <a:alpha val="0"/>
              </a:srgbClr>
            </a:solidFill>
          </a:ln>
        </p:spPr>
      </p:sp>
      <p:sp>
        <p:nvSpPr>
          <p:cNvPr id="153" name="">
            <a:extLst>
              <a:ext uri="{FF2B5EF4-FFF2-40B4-BE49-F238E27FC236}">
                <a16:creationId id="{556FD8F8-0C7C-43C3-B311-1F7A438B538F}"/>
              </a:ext>
            </a:extLst>
          </p:cNvPr>
          <p:cNvSpPr>
            <a:spLocks noGrp="1"/>
          </p:cNvSpPr>
          <p:nvPr/>
        </p:nvSpPr>
        <p:spPr>
          <a:xfrm>
            <a:off x="7706320" y="3323779"/>
            <a:ext cx="9525" cy="361950"/>
          </a:xfrm>
          <a:prstGeom prst="rect">
            <a:avLst/>
          </a:prstGeom>
          <a:solidFill>
            <a:srgbClr val="D6DCD9"/>
          </a:solidFill>
          <a:ln w="0">
            <a:solidFill>
              <a:srgbClr val="000000">
                <a:alpha val="0"/>
              </a:srgbClr>
            </a:solidFill>
          </a:ln>
        </p:spPr>
      </p:sp>
      <p:sp>
        <p:nvSpPr>
          <p:cNvPr id="154" name="">
            <a:extLst>
              <a:ext uri="{FF2B5EF4-FFF2-40B4-BE49-F238E27FC236}">
                <a16:creationId id="{3A82B42F-F8CA-4E91-85EC-494B448D67F8}"/>
              </a:ext>
            </a:extLst>
          </p:cNvPr>
          <p:cNvSpPr>
            <a:spLocks noGrp="1"/>
          </p:cNvSpPr>
          <p:nvPr/>
        </p:nvSpPr>
        <p:spPr>
          <a:xfrm>
            <a:off x="7312521" y="3388072"/>
            <a:ext cx="309414"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Ẽ6</a:t>
            </a:r>
          </a:p>
        </p:txBody>
      </p:sp>
      <p:sp>
        <p:nvSpPr>
          <p:cNvPr id="155" name="">
            <a:extLst>
              <a:ext uri="{FF2B5EF4-FFF2-40B4-BE49-F238E27FC236}">
                <a16:creationId id="{E1285366-838B-411A-96AF-D56A5DA274F5}"/>
              </a:ext>
            </a:extLst>
          </p:cNvPr>
          <p:cNvSpPr>
            <a:spLocks noGrp="1"/>
          </p:cNvSpPr>
          <p:nvPr/>
        </p:nvSpPr>
        <p:spPr>
          <a:xfrm>
            <a:off x="7753945" y="3323779"/>
            <a:ext cx="592336" cy="361950"/>
          </a:xfrm>
          <a:prstGeom prst="rect">
            <a:avLst/>
          </a:prstGeom>
          <a:solidFill>
            <a:srgbClr val="F7F7F3"/>
          </a:solidFill>
          <a:ln w="0">
            <a:solidFill>
              <a:srgbClr val="000000">
                <a:alpha val="0"/>
              </a:srgbClr>
            </a:solidFill>
          </a:ln>
        </p:spPr>
      </p:sp>
      <p:sp>
        <p:nvSpPr>
          <p:cNvPr id="156" name="">
            <a:extLst>
              <a:ext uri="{FF2B5EF4-FFF2-40B4-BE49-F238E27FC236}">
                <a16:creationId id="{57145C3C-E914-41A5-9FEF-F5954B245438}"/>
              </a:ext>
            </a:extLst>
          </p:cNvPr>
          <p:cNvSpPr>
            <a:spLocks noGrp="1"/>
          </p:cNvSpPr>
          <p:nvPr/>
        </p:nvSpPr>
        <p:spPr>
          <a:xfrm>
            <a:off x="7753945" y="3323779"/>
            <a:ext cx="592336" cy="9525"/>
          </a:xfrm>
          <a:prstGeom prst="rect">
            <a:avLst/>
          </a:prstGeom>
          <a:solidFill>
            <a:srgbClr val="68727A"/>
          </a:solidFill>
          <a:ln w="0">
            <a:solidFill>
              <a:srgbClr val="000000">
                <a:alpha val="0"/>
              </a:srgbClr>
            </a:solidFill>
          </a:ln>
        </p:spPr>
      </p:sp>
      <p:sp>
        <p:nvSpPr>
          <p:cNvPr id="157" name="">
            <a:extLst>
              <a:ext uri="{FF2B5EF4-FFF2-40B4-BE49-F238E27FC236}">
                <a16:creationId id="{3B92B1C3-7101-4399-ADFE-CD1F662A7EEA}"/>
              </a:ext>
            </a:extLst>
          </p:cNvPr>
          <p:cNvSpPr>
            <a:spLocks noGrp="1"/>
          </p:cNvSpPr>
          <p:nvPr/>
        </p:nvSpPr>
        <p:spPr>
          <a:xfrm>
            <a:off x="7753945" y="3676204"/>
            <a:ext cx="592336" cy="9525"/>
          </a:xfrm>
          <a:prstGeom prst="rect">
            <a:avLst/>
          </a:prstGeom>
          <a:solidFill>
            <a:srgbClr val="68727A"/>
          </a:solidFill>
          <a:ln w="0">
            <a:solidFill>
              <a:srgbClr val="000000">
                <a:alpha val="0"/>
              </a:srgbClr>
            </a:solidFill>
          </a:ln>
        </p:spPr>
      </p:sp>
      <p:sp>
        <p:nvSpPr>
          <p:cNvPr id="158" name="">
            <a:extLst>
              <a:ext uri="{FF2B5EF4-FFF2-40B4-BE49-F238E27FC236}">
                <a16:creationId id="{7F7107AE-09B8-47C0-980F-F25EBB87C596}"/>
              </a:ext>
            </a:extLst>
          </p:cNvPr>
          <p:cNvSpPr>
            <a:spLocks noGrp="1"/>
          </p:cNvSpPr>
          <p:nvPr/>
        </p:nvSpPr>
        <p:spPr>
          <a:xfrm>
            <a:off x="7753945" y="3323779"/>
            <a:ext cx="9525" cy="361950"/>
          </a:xfrm>
          <a:prstGeom prst="rect">
            <a:avLst/>
          </a:prstGeom>
          <a:solidFill>
            <a:srgbClr val="68727A"/>
          </a:solidFill>
          <a:ln w="0">
            <a:solidFill>
              <a:srgbClr val="000000">
                <a:alpha val="0"/>
              </a:srgbClr>
            </a:solidFill>
          </a:ln>
        </p:spPr>
      </p:sp>
      <p:sp>
        <p:nvSpPr>
          <p:cNvPr id="159" name="">
            <a:extLst>
              <a:ext uri="{FF2B5EF4-FFF2-40B4-BE49-F238E27FC236}">
                <a16:creationId id="{7110881D-D8D1-46FB-87A3-61A345E4EDB6}"/>
              </a:ext>
            </a:extLst>
          </p:cNvPr>
          <p:cNvSpPr>
            <a:spLocks noGrp="1"/>
          </p:cNvSpPr>
          <p:nvPr/>
        </p:nvSpPr>
        <p:spPr>
          <a:xfrm>
            <a:off x="8336756" y="3323779"/>
            <a:ext cx="9525" cy="361950"/>
          </a:xfrm>
          <a:prstGeom prst="rect">
            <a:avLst/>
          </a:prstGeom>
          <a:solidFill>
            <a:srgbClr val="68727A"/>
          </a:solidFill>
          <a:ln w="0">
            <a:solidFill>
              <a:srgbClr val="000000">
                <a:alpha val="0"/>
              </a:srgbClr>
            </a:solidFill>
          </a:ln>
        </p:spPr>
      </p:sp>
      <p:sp>
        <p:nvSpPr>
          <p:cNvPr id="160" name="">
            <a:extLst>
              <a:ext uri="{FF2B5EF4-FFF2-40B4-BE49-F238E27FC236}">
                <a16:creationId id="{9C46FED3-7EA3-4FB7-B9E7-ED103A0E22DF}"/>
              </a:ext>
            </a:extLst>
          </p:cNvPr>
          <p:cNvSpPr>
            <a:spLocks noGrp="1"/>
          </p:cNvSpPr>
          <p:nvPr/>
        </p:nvSpPr>
        <p:spPr>
          <a:xfrm>
            <a:off x="7953821" y="3388072"/>
            <a:ext cx="287834"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z̃6</a:t>
            </a:r>
          </a:p>
        </p:txBody>
      </p:sp>
      <p:sp>
        <p:nvSpPr>
          <p:cNvPr id="161" name="">
            <a:extLst>
              <a:ext uri="{FF2B5EF4-FFF2-40B4-BE49-F238E27FC236}">
                <a16:creationId id="{0920FF4B-C873-4613-94C8-43FC59D33FF4}"/>
              </a:ext>
            </a:extLst>
          </p:cNvPr>
          <p:cNvSpPr>
            <a:spLocks noGrp="1"/>
          </p:cNvSpPr>
          <p:nvPr/>
        </p:nvSpPr>
        <p:spPr>
          <a:xfrm>
            <a:off x="7123509" y="3723829"/>
            <a:ext cx="1222772" cy="9525"/>
          </a:xfrm>
          <a:prstGeom prst="rect">
            <a:avLst/>
          </a:prstGeom>
          <a:solidFill>
            <a:srgbClr val="D6DCD9"/>
          </a:solidFill>
          <a:ln w="0">
            <a:solidFill>
              <a:srgbClr val="000000">
                <a:alpha val="0"/>
              </a:srgbClr>
            </a:solidFill>
          </a:ln>
        </p:spPr>
      </p:sp>
      <p:sp>
        <p:nvSpPr>
          <p:cNvPr id="162" name="">
            <a:extLst>
              <a:ext uri="{FF2B5EF4-FFF2-40B4-BE49-F238E27FC236}">
                <a16:creationId id="{4B00A7B1-677D-4163-8BAF-E5DEA08669D1}"/>
              </a:ext>
            </a:extLst>
          </p:cNvPr>
          <p:cNvSpPr>
            <a:spLocks noGrp="1"/>
          </p:cNvSpPr>
          <p:nvPr/>
        </p:nvSpPr>
        <p:spPr>
          <a:xfrm>
            <a:off x="7660184" y="3771454"/>
            <a:ext cx="244673"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H6</a:t>
            </a:r>
          </a:p>
        </p:txBody>
      </p:sp>
      <p:sp>
        <p:nvSpPr>
          <p:cNvPr id="163" name="">
            <a:extLst>
              <a:ext uri="{FF2B5EF4-FFF2-40B4-BE49-F238E27FC236}">
                <a16:creationId id="{1EB53976-F51F-4CED-9684-2C2EEC9BEDF6}"/>
              </a:ext>
            </a:extLst>
          </p:cNvPr>
          <p:cNvSpPr>
            <a:spLocks noGrp="1"/>
          </p:cNvSpPr>
          <p:nvPr/>
        </p:nvSpPr>
        <p:spPr>
          <a:xfrm>
            <a:off x="8460581" y="3323779"/>
            <a:ext cx="592336" cy="361950"/>
          </a:xfrm>
          <a:prstGeom prst="rect">
            <a:avLst/>
          </a:prstGeom>
          <a:solidFill>
            <a:srgbClr val="E4EFED"/>
          </a:solidFill>
          <a:ln w="0">
            <a:solidFill>
              <a:srgbClr val="000000">
                <a:alpha val="0"/>
              </a:srgbClr>
            </a:solidFill>
          </a:ln>
        </p:spPr>
      </p:sp>
      <p:sp>
        <p:nvSpPr>
          <p:cNvPr id="164" name="">
            <a:extLst>
              <a:ext uri="{FF2B5EF4-FFF2-40B4-BE49-F238E27FC236}">
                <a16:creationId id="{0BF7B1AF-E322-4376-BDCC-D1F45C711DB2}"/>
              </a:ext>
            </a:extLst>
          </p:cNvPr>
          <p:cNvSpPr>
            <a:spLocks noGrp="1"/>
          </p:cNvSpPr>
          <p:nvPr/>
        </p:nvSpPr>
        <p:spPr>
          <a:xfrm>
            <a:off x="8460581" y="3323779"/>
            <a:ext cx="592336" cy="9525"/>
          </a:xfrm>
          <a:prstGeom prst="rect">
            <a:avLst/>
          </a:prstGeom>
          <a:solidFill>
            <a:srgbClr val="D6DCD9"/>
          </a:solidFill>
          <a:ln w="0">
            <a:solidFill>
              <a:srgbClr val="000000">
                <a:alpha val="0"/>
              </a:srgbClr>
            </a:solidFill>
          </a:ln>
        </p:spPr>
      </p:sp>
      <p:sp>
        <p:nvSpPr>
          <p:cNvPr id="165" name="">
            <a:extLst>
              <a:ext uri="{FF2B5EF4-FFF2-40B4-BE49-F238E27FC236}">
                <a16:creationId id="{2DF02437-9E55-4CB5-91FB-BCC4A36B97F6}"/>
              </a:ext>
            </a:extLst>
          </p:cNvPr>
          <p:cNvSpPr>
            <a:spLocks noGrp="1"/>
          </p:cNvSpPr>
          <p:nvPr/>
        </p:nvSpPr>
        <p:spPr>
          <a:xfrm>
            <a:off x="8460581" y="3676204"/>
            <a:ext cx="592336" cy="9525"/>
          </a:xfrm>
          <a:prstGeom prst="rect">
            <a:avLst/>
          </a:prstGeom>
          <a:solidFill>
            <a:srgbClr val="D6DCD9"/>
          </a:solidFill>
          <a:ln w="0">
            <a:solidFill>
              <a:srgbClr val="000000">
                <a:alpha val="0"/>
              </a:srgbClr>
            </a:solidFill>
          </a:ln>
        </p:spPr>
      </p:sp>
      <p:sp>
        <p:nvSpPr>
          <p:cNvPr id="166" name="">
            <a:extLst>
              <a:ext uri="{FF2B5EF4-FFF2-40B4-BE49-F238E27FC236}">
                <a16:creationId id="{EAB1455D-F920-4F90-97B2-5E1CC3DB92C2}"/>
              </a:ext>
            </a:extLst>
          </p:cNvPr>
          <p:cNvSpPr>
            <a:spLocks noGrp="1"/>
          </p:cNvSpPr>
          <p:nvPr/>
        </p:nvSpPr>
        <p:spPr>
          <a:xfrm>
            <a:off x="8460581" y="3323779"/>
            <a:ext cx="9525" cy="361950"/>
          </a:xfrm>
          <a:prstGeom prst="rect">
            <a:avLst/>
          </a:prstGeom>
          <a:solidFill>
            <a:srgbClr val="D6DCD9"/>
          </a:solidFill>
          <a:ln w="0">
            <a:solidFill>
              <a:srgbClr val="000000">
                <a:alpha val="0"/>
              </a:srgbClr>
            </a:solidFill>
          </a:ln>
        </p:spPr>
      </p:sp>
      <p:sp>
        <p:nvSpPr>
          <p:cNvPr id="167" name="">
            <a:extLst>
              <a:ext uri="{FF2B5EF4-FFF2-40B4-BE49-F238E27FC236}">
                <a16:creationId id="{13CB5D37-13A9-48FC-AE3B-CD72AD1810F6}"/>
              </a:ext>
            </a:extLst>
          </p:cNvPr>
          <p:cNvSpPr>
            <a:spLocks noGrp="1"/>
          </p:cNvSpPr>
          <p:nvPr/>
        </p:nvSpPr>
        <p:spPr>
          <a:xfrm>
            <a:off x="9043392" y="3323779"/>
            <a:ext cx="9525" cy="361950"/>
          </a:xfrm>
          <a:prstGeom prst="rect">
            <a:avLst/>
          </a:prstGeom>
          <a:solidFill>
            <a:srgbClr val="D6DCD9"/>
          </a:solidFill>
          <a:ln w="0">
            <a:solidFill>
              <a:srgbClr val="000000">
                <a:alpha val="0"/>
              </a:srgbClr>
            </a:solidFill>
          </a:ln>
        </p:spPr>
      </p:sp>
      <p:sp>
        <p:nvSpPr>
          <p:cNvPr id="168" name="">
            <a:extLst>
              <a:ext uri="{FF2B5EF4-FFF2-40B4-BE49-F238E27FC236}">
                <a16:creationId id="{0843FBCD-BE0A-4A3F-87A1-744F7E9D124B}"/>
              </a:ext>
            </a:extLst>
          </p:cNvPr>
          <p:cNvSpPr>
            <a:spLocks noGrp="1"/>
          </p:cNvSpPr>
          <p:nvPr/>
        </p:nvSpPr>
        <p:spPr>
          <a:xfrm>
            <a:off x="8649593" y="3388072"/>
            <a:ext cx="309414"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Ẽ7</a:t>
            </a:r>
          </a:p>
        </p:txBody>
      </p:sp>
      <p:sp>
        <p:nvSpPr>
          <p:cNvPr id="169" name="">
            <a:extLst>
              <a:ext uri="{FF2B5EF4-FFF2-40B4-BE49-F238E27FC236}">
                <a16:creationId id="{F079483C-AD6D-4179-86DE-FD56B5679080}"/>
              </a:ext>
            </a:extLst>
          </p:cNvPr>
          <p:cNvSpPr>
            <a:spLocks noGrp="1"/>
          </p:cNvSpPr>
          <p:nvPr/>
        </p:nvSpPr>
        <p:spPr>
          <a:xfrm>
            <a:off x="9091017" y="3323779"/>
            <a:ext cx="592336" cy="361950"/>
          </a:xfrm>
          <a:prstGeom prst="rect">
            <a:avLst/>
          </a:prstGeom>
          <a:solidFill>
            <a:srgbClr val="F7F7F3"/>
          </a:solidFill>
          <a:ln w="0">
            <a:solidFill>
              <a:srgbClr val="000000">
                <a:alpha val="0"/>
              </a:srgbClr>
            </a:solidFill>
          </a:ln>
        </p:spPr>
      </p:sp>
      <p:sp>
        <p:nvSpPr>
          <p:cNvPr id="170" name="">
            <a:extLst>
              <a:ext uri="{FF2B5EF4-FFF2-40B4-BE49-F238E27FC236}">
                <a16:creationId id="{53FD8A06-45EA-4849-9743-F5DAABA9ECFD}"/>
              </a:ext>
            </a:extLst>
          </p:cNvPr>
          <p:cNvSpPr>
            <a:spLocks noGrp="1"/>
          </p:cNvSpPr>
          <p:nvPr/>
        </p:nvSpPr>
        <p:spPr>
          <a:xfrm>
            <a:off x="9091017" y="3323779"/>
            <a:ext cx="592336" cy="9525"/>
          </a:xfrm>
          <a:prstGeom prst="rect">
            <a:avLst/>
          </a:prstGeom>
          <a:solidFill>
            <a:srgbClr val="68727A"/>
          </a:solidFill>
          <a:ln w="0">
            <a:solidFill>
              <a:srgbClr val="000000">
                <a:alpha val="0"/>
              </a:srgbClr>
            </a:solidFill>
          </a:ln>
        </p:spPr>
      </p:sp>
      <p:sp>
        <p:nvSpPr>
          <p:cNvPr id="171" name="">
            <a:extLst>
              <a:ext uri="{FF2B5EF4-FFF2-40B4-BE49-F238E27FC236}">
                <a16:creationId id="{26579500-8D05-4CCE-86BB-2FF8D86D9C6D}"/>
              </a:ext>
            </a:extLst>
          </p:cNvPr>
          <p:cNvSpPr>
            <a:spLocks noGrp="1"/>
          </p:cNvSpPr>
          <p:nvPr/>
        </p:nvSpPr>
        <p:spPr>
          <a:xfrm>
            <a:off x="9091017" y="3676204"/>
            <a:ext cx="592336" cy="9525"/>
          </a:xfrm>
          <a:prstGeom prst="rect">
            <a:avLst/>
          </a:prstGeom>
          <a:solidFill>
            <a:srgbClr val="68727A"/>
          </a:solidFill>
          <a:ln w="0">
            <a:solidFill>
              <a:srgbClr val="000000">
                <a:alpha val="0"/>
              </a:srgbClr>
            </a:solidFill>
          </a:ln>
        </p:spPr>
      </p:sp>
      <p:sp>
        <p:nvSpPr>
          <p:cNvPr id="172" name="">
            <a:extLst>
              <a:ext uri="{FF2B5EF4-FFF2-40B4-BE49-F238E27FC236}">
                <a16:creationId id="{E5D733F7-2B07-49D4-BD9B-884374A322DC}"/>
              </a:ext>
            </a:extLst>
          </p:cNvPr>
          <p:cNvSpPr>
            <a:spLocks noGrp="1"/>
          </p:cNvSpPr>
          <p:nvPr/>
        </p:nvSpPr>
        <p:spPr>
          <a:xfrm>
            <a:off x="9091017" y="3323779"/>
            <a:ext cx="9525" cy="361950"/>
          </a:xfrm>
          <a:prstGeom prst="rect">
            <a:avLst/>
          </a:prstGeom>
          <a:solidFill>
            <a:srgbClr val="68727A"/>
          </a:solidFill>
          <a:ln w="0">
            <a:solidFill>
              <a:srgbClr val="000000">
                <a:alpha val="0"/>
              </a:srgbClr>
            </a:solidFill>
          </a:ln>
        </p:spPr>
      </p:sp>
      <p:sp>
        <p:nvSpPr>
          <p:cNvPr id="173" name="">
            <a:extLst>
              <a:ext uri="{FF2B5EF4-FFF2-40B4-BE49-F238E27FC236}">
                <a16:creationId id="{32FEDE51-8F6D-4C53-8F9C-2CA066DC2B7D}"/>
              </a:ext>
            </a:extLst>
          </p:cNvPr>
          <p:cNvSpPr>
            <a:spLocks noGrp="1"/>
          </p:cNvSpPr>
          <p:nvPr/>
        </p:nvSpPr>
        <p:spPr>
          <a:xfrm>
            <a:off x="9673828" y="3323779"/>
            <a:ext cx="9525" cy="361950"/>
          </a:xfrm>
          <a:prstGeom prst="rect">
            <a:avLst/>
          </a:prstGeom>
          <a:solidFill>
            <a:srgbClr val="68727A"/>
          </a:solidFill>
          <a:ln w="0">
            <a:solidFill>
              <a:srgbClr val="000000">
                <a:alpha val="0"/>
              </a:srgbClr>
            </a:solidFill>
          </a:ln>
        </p:spPr>
      </p:sp>
      <p:sp>
        <p:nvSpPr>
          <p:cNvPr id="174" name="">
            <a:extLst>
              <a:ext uri="{FF2B5EF4-FFF2-40B4-BE49-F238E27FC236}">
                <a16:creationId id="{3C132ECD-F80E-4A7B-B9D1-411DEE3502A6}"/>
              </a:ext>
            </a:extLst>
          </p:cNvPr>
          <p:cNvSpPr>
            <a:spLocks noGrp="1"/>
          </p:cNvSpPr>
          <p:nvPr/>
        </p:nvSpPr>
        <p:spPr>
          <a:xfrm>
            <a:off x="9290893" y="3388072"/>
            <a:ext cx="287834"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z̃7</a:t>
            </a:r>
          </a:p>
        </p:txBody>
      </p:sp>
      <p:sp>
        <p:nvSpPr>
          <p:cNvPr id="175" name="">
            <a:extLst>
              <a:ext uri="{FF2B5EF4-FFF2-40B4-BE49-F238E27FC236}">
                <a16:creationId id="{E72DD705-A16B-40CB-A41E-246DB0426BC2}"/>
              </a:ext>
            </a:extLst>
          </p:cNvPr>
          <p:cNvSpPr>
            <a:spLocks noGrp="1"/>
          </p:cNvSpPr>
          <p:nvPr/>
        </p:nvSpPr>
        <p:spPr>
          <a:xfrm>
            <a:off x="8460581" y="3723829"/>
            <a:ext cx="1222772" cy="9525"/>
          </a:xfrm>
          <a:prstGeom prst="rect">
            <a:avLst/>
          </a:prstGeom>
          <a:solidFill>
            <a:srgbClr val="D6DCD9"/>
          </a:solidFill>
          <a:ln w="0">
            <a:solidFill>
              <a:srgbClr val="000000">
                <a:alpha val="0"/>
              </a:srgbClr>
            </a:solidFill>
          </a:ln>
        </p:spPr>
      </p:sp>
      <p:sp>
        <p:nvSpPr>
          <p:cNvPr id="176" name="">
            <a:extLst>
              <a:ext uri="{FF2B5EF4-FFF2-40B4-BE49-F238E27FC236}">
                <a16:creationId id="{E808E81E-10A5-4E7D-BF08-24395945B4CD}"/>
              </a:ext>
            </a:extLst>
          </p:cNvPr>
          <p:cNvSpPr>
            <a:spLocks noGrp="1"/>
          </p:cNvSpPr>
          <p:nvPr/>
        </p:nvSpPr>
        <p:spPr>
          <a:xfrm>
            <a:off x="8997255" y="3771454"/>
            <a:ext cx="244673"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H7</a:t>
            </a:r>
          </a:p>
        </p:txBody>
      </p:sp>
      <p:sp>
        <p:nvSpPr>
          <p:cNvPr id="177" name="">
            <a:extLst>
              <a:ext uri="{FF2B5EF4-FFF2-40B4-BE49-F238E27FC236}">
                <a16:creationId id="{82B14EA7-6B6A-4AEB-8ED5-3BE72B96FBDC}"/>
              </a:ext>
            </a:extLst>
          </p:cNvPr>
          <p:cNvSpPr>
            <a:spLocks noGrp="1"/>
          </p:cNvSpPr>
          <p:nvPr/>
        </p:nvSpPr>
        <p:spPr>
          <a:xfrm>
            <a:off x="9797653" y="3323779"/>
            <a:ext cx="592336" cy="361950"/>
          </a:xfrm>
          <a:prstGeom prst="rect">
            <a:avLst/>
          </a:prstGeom>
          <a:solidFill>
            <a:srgbClr val="E4EFED"/>
          </a:solidFill>
          <a:ln w="0">
            <a:solidFill>
              <a:srgbClr val="000000">
                <a:alpha val="0"/>
              </a:srgbClr>
            </a:solidFill>
          </a:ln>
        </p:spPr>
      </p:sp>
      <p:sp>
        <p:nvSpPr>
          <p:cNvPr id="178" name="">
            <a:extLst>
              <a:ext uri="{FF2B5EF4-FFF2-40B4-BE49-F238E27FC236}">
                <a16:creationId id="{F5DDF6BD-7FA9-4A4E-B094-FEBB74F5264E}"/>
              </a:ext>
            </a:extLst>
          </p:cNvPr>
          <p:cNvSpPr>
            <a:spLocks noGrp="1"/>
          </p:cNvSpPr>
          <p:nvPr/>
        </p:nvSpPr>
        <p:spPr>
          <a:xfrm>
            <a:off x="9797653" y="3323779"/>
            <a:ext cx="592336" cy="9525"/>
          </a:xfrm>
          <a:prstGeom prst="rect">
            <a:avLst/>
          </a:prstGeom>
          <a:solidFill>
            <a:srgbClr val="D6DCD9"/>
          </a:solidFill>
          <a:ln w="0">
            <a:solidFill>
              <a:srgbClr val="000000">
                <a:alpha val="0"/>
              </a:srgbClr>
            </a:solidFill>
          </a:ln>
        </p:spPr>
      </p:sp>
      <p:sp>
        <p:nvSpPr>
          <p:cNvPr id="179" name="">
            <a:extLst>
              <a:ext uri="{FF2B5EF4-FFF2-40B4-BE49-F238E27FC236}">
                <a16:creationId id="{813F20F0-8B5E-491F-B8CD-A4EE67044082}"/>
              </a:ext>
            </a:extLst>
          </p:cNvPr>
          <p:cNvSpPr>
            <a:spLocks noGrp="1"/>
          </p:cNvSpPr>
          <p:nvPr/>
        </p:nvSpPr>
        <p:spPr>
          <a:xfrm>
            <a:off x="9797653" y="3676204"/>
            <a:ext cx="592336" cy="9525"/>
          </a:xfrm>
          <a:prstGeom prst="rect">
            <a:avLst/>
          </a:prstGeom>
          <a:solidFill>
            <a:srgbClr val="D6DCD9"/>
          </a:solidFill>
          <a:ln w="0">
            <a:solidFill>
              <a:srgbClr val="000000">
                <a:alpha val="0"/>
              </a:srgbClr>
            </a:solidFill>
          </a:ln>
        </p:spPr>
      </p:sp>
      <p:sp>
        <p:nvSpPr>
          <p:cNvPr id="180" name="">
            <a:extLst>
              <a:ext uri="{FF2B5EF4-FFF2-40B4-BE49-F238E27FC236}">
                <a16:creationId id="{45B0E323-5305-4EA4-B8D1-D1E32C4C1837}"/>
              </a:ext>
            </a:extLst>
          </p:cNvPr>
          <p:cNvSpPr>
            <a:spLocks noGrp="1"/>
          </p:cNvSpPr>
          <p:nvPr/>
        </p:nvSpPr>
        <p:spPr>
          <a:xfrm>
            <a:off x="9797653" y="3323779"/>
            <a:ext cx="9525" cy="361950"/>
          </a:xfrm>
          <a:prstGeom prst="rect">
            <a:avLst/>
          </a:prstGeom>
          <a:solidFill>
            <a:srgbClr val="D6DCD9"/>
          </a:solidFill>
          <a:ln w="0">
            <a:solidFill>
              <a:srgbClr val="000000">
                <a:alpha val="0"/>
              </a:srgbClr>
            </a:solidFill>
          </a:ln>
        </p:spPr>
      </p:sp>
      <p:sp>
        <p:nvSpPr>
          <p:cNvPr id="181" name="">
            <a:extLst>
              <a:ext uri="{FF2B5EF4-FFF2-40B4-BE49-F238E27FC236}">
                <a16:creationId id="{2D963586-7126-4FEF-A216-E2CF844EBA94}"/>
              </a:ext>
            </a:extLst>
          </p:cNvPr>
          <p:cNvSpPr>
            <a:spLocks noGrp="1"/>
          </p:cNvSpPr>
          <p:nvPr/>
        </p:nvSpPr>
        <p:spPr>
          <a:xfrm>
            <a:off x="10380464" y="3323779"/>
            <a:ext cx="9525" cy="361950"/>
          </a:xfrm>
          <a:prstGeom prst="rect">
            <a:avLst/>
          </a:prstGeom>
          <a:solidFill>
            <a:srgbClr val="D6DCD9"/>
          </a:solidFill>
          <a:ln w="0">
            <a:solidFill>
              <a:srgbClr val="000000">
                <a:alpha val="0"/>
              </a:srgbClr>
            </a:solidFill>
          </a:ln>
        </p:spPr>
      </p:sp>
      <p:sp>
        <p:nvSpPr>
          <p:cNvPr id="182" name="">
            <a:extLst>
              <a:ext uri="{FF2B5EF4-FFF2-40B4-BE49-F238E27FC236}">
                <a16:creationId id="{7A31FA98-ED18-48CB-A353-56C8EAA919C6}"/>
              </a:ext>
            </a:extLst>
          </p:cNvPr>
          <p:cNvSpPr>
            <a:spLocks noGrp="1"/>
          </p:cNvSpPr>
          <p:nvPr/>
        </p:nvSpPr>
        <p:spPr>
          <a:xfrm>
            <a:off x="9986665" y="3388072"/>
            <a:ext cx="309414"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Ẽ8</a:t>
            </a:r>
          </a:p>
        </p:txBody>
      </p:sp>
      <p:sp>
        <p:nvSpPr>
          <p:cNvPr id="183" name="">
            <a:extLst>
              <a:ext uri="{FF2B5EF4-FFF2-40B4-BE49-F238E27FC236}">
                <a16:creationId id="{B52C2F06-D4BE-4AAC-A891-862DFE83BB1D}"/>
              </a:ext>
            </a:extLst>
          </p:cNvPr>
          <p:cNvSpPr>
            <a:spLocks noGrp="1"/>
          </p:cNvSpPr>
          <p:nvPr/>
        </p:nvSpPr>
        <p:spPr>
          <a:xfrm>
            <a:off x="10428089" y="3323779"/>
            <a:ext cx="592336" cy="361950"/>
          </a:xfrm>
          <a:prstGeom prst="rect">
            <a:avLst/>
          </a:prstGeom>
          <a:solidFill>
            <a:srgbClr val="F7F7F3"/>
          </a:solidFill>
          <a:ln w="0">
            <a:solidFill>
              <a:srgbClr val="000000">
                <a:alpha val="0"/>
              </a:srgbClr>
            </a:solidFill>
          </a:ln>
        </p:spPr>
      </p:sp>
      <p:sp>
        <p:nvSpPr>
          <p:cNvPr id="184" name="">
            <a:extLst>
              <a:ext uri="{FF2B5EF4-FFF2-40B4-BE49-F238E27FC236}">
                <a16:creationId id="{ED60A263-6239-4A7F-8FC2-93EAEF59C3CC}"/>
              </a:ext>
            </a:extLst>
          </p:cNvPr>
          <p:cNvSpPr>
            <a:spLocks noGrp="1"/>
          </p:cNvSpPr>
          <p:nvPr/>
        </p:nvSpPr>
        <p:spPr>
          <a:xfrm>
            <a:off x="10428089" y="3323779"/>
            <a:ext cx="592336" cy="9525"/>
          </a:xfrm>
          <a:prstGeom prst="rect">
            <a:avLst/>
          </a:prstGeom>
          <a:solidFill>
            <a:srgbClr val="68727A"/>
          </a:solidFill>
          <a:ln w="0">
            <a:solidFill>
              <a:srgbClr val="000000">
                <a:alpha val="0"/>
              </a:srgbClr>
            </a:solidFill>
          </a:ln>
        </p:spPr>
      </p:sp>
      <p:sp>
        <p:nvSpPr>
          <p:cNvPr id="185" name="">
            <a:extLst>
              <a:ext uri="{FF2B5EF4-FFF2-40B4-BE49-F238E27FC236}">
                <a16:creationId id="{1884BE99-FF47-4395-90D3-4DD464CE3E54}"/>
              </a:ext>
            </a:extLst>
          </p:cNvPr>
          <p:cNvSpPr>
            <a:spLocks noGrp="1"/>
          </p:cNvSpPr>
          <p:nvPr/>
        </p:nvSpPr>
        <p:spPr>
          <a:xfrm>
            <a:off x="10428089" y="3676204"/>
            <a:ext cx="592336" cy="9525"/>
          </a:xfrm>
          <a:prstGeom prst="rect">
            <a:avLst/>
          </a:prstGeom>
          <a:solidFill>
            <a:srgbClr val="68727A"/>
          </a:solidFill>
          <a:ln w="0">
            <a:solidFill>
              <a:srgbClr val="000000">
                <a:alpha val="0"/>
              </a:srgbClr>
            </a:solidFill>
          </a:ln>
        </p:spPr>
      </p:sp>
      <p:sp>
        <p:nvSpPr>
          <p:cNvPr id="186" name="">
            <a:extLst>
              <a:ext uri="{FF2B5EF4-FFF2-40B4-BE49-F238E27FC236}">
                <a16:creationId id="{9E178E88-8063-4CBE-A688-44D25C21DBDC}"/>
              </a:ext>
            </a:extLst>
          </p:cNvPr>
          <p:cNvSpPr>
            <a:spLocks noGrp="1"/>
          </p:cNvSpPr>
          <p:nvPr/>
        </p:nvSpPr>
        <p:spPr>
          <a:xfrm>
            <a:off x="10428089" y="3323779"/>
            <a:ext cx="9525" cy="361950"/>
          </a:xfrm>
          <a:prstGeom prst="rect">
            <a:avLst/>
          </a:prstGeom>
          <a:solidFill>
            <a:srgbClr val="68727A"/>
          </a:solidFill>
          <a:ln w="0">
            <a:solidFill>
              <a:srgbClr val="000000">
                <a:alpha val="0"/>
              </a:srgbClr>
            </a:solidFill>
          </a:ln>
        </p:spPr>
      </p:sp>
      <p:sp>
        <p:nvSpPr>
          <p:cNvPr id="187" name="">
            <a:extLst>
              <a:ext uri="{FF2B5EF4-FFF2-40B4-BE49-F238E27FC236}">
                <a16:creationId id="{BF6F9FB3-408E-4331-917B-49302E9CA053}"/>
              </a:ext>
            </a:extLst>
          </p:cNvPr>
          <p:cNvSpPr>
            <a:spLocks noGrp="1"/>
          </p:cNvSpPr>
          <p:nvPr/>
        </p:nvSpPr>
        <p:spPr>
          <a:xfrm>
            <a:off x="11010900" y="3323779"/>
            <a:ext cx="9525" cy="361950"/>
          </a:xfrm>
          <a:prstGeom prst="rect">
            <a:avLst/>
          </a:prstGeom>
          <a:solidFill>
            <a:srgbClr val="68727A"/>
          </a:solidFill>
          <a:ln w="0">
            <a:solidFill>
              <a:srgbClr val="000000">
                <a:alpha val="0"/>
              </a:srgbClr>
            </a:solidFill>
          </a:ln>
        </p:spPr>
      </p:sp>
      <p:sp>
        <p:nvSpPr>
          <p:cNvPr id="188" name="">
            <a:extLst>
              <a:ext uri="{FF2B5EF4-FFF2-40B4-BE49-F238E27FC236}">
                <a16:creationId id="{643C8E09-75B4-4C28-995E-E56D78DB0283}"/>
              </a:ext>
            </a:extLst>
          </p:cNvPr>
          <p:cNvSpPr>
            <a:spLocks noGrp="1"/>
          </p:cNvSpPr>
          <p:nvPr/>
        </p:nvSpPr>
        <p:spPr>
          <a:xfrm>
            <a:off x="10627965" y="3388072"/>
            <a:ext cx="287834"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z̃8</a:t>
            </a:r>
          </a:p>
        </p:txBody>
      </p:sp>
      <p:sp>
        <p:nvSpPr>
          <p:cNvPr id="189" name="">
            <a:extLst>
              <a:ext uri="{FF2B5EF4-FFF2-40B4-BE49-F238E27FC236}">
                <a16:creationId id="{C6060D12-DB81-4377-937E-615E0B577FEB}"/>
              </a:ext>
            </a:extLst>
          </p:cNvPr>
          <p:cNvSpPr>
            <a:spLocks noGrp="1"/>
          </p:cNvSpPr>
          <p:nvPr/>
        </p:nvSpPr>
        <p:spPr>
          <a:xfrm>
            <a:off x="9797653" y="3723829"/>
            <a:ext cx="1222772" cy="9525"/>
          </a:xfrm>
          <a:prstGeom prst="rect">
            <a:avLst/>
          </a:prstGeom>
          <a:solidFill>
            <a:srgbClr val="D6DCD9"/>
          </a:solidFill>
          <a:ln w="0">
            <a:solidFill>
              <a:srgbClr val="000000">
                <a:alpha val="0"/>
              </a:srgbClr>
            </a:solidFill>
          </a:ln>
        </p:spPr>
      </p:sp>
      <p:sp>
        <p:nvSpPr>
          <p:cNvPr id="190" name="">
            <a:extLst>
              <a:ext uri="{FF2B5EF4-FFF2-40B4-BE49-F238E27FC236}">
                <a16:creationId id="{D92FF7FC-15FF-414A-82E7-BC0A7E7322ED}"/>
              </a:ext>
            </a:extLst>
          </p:cNvPr>
          <p:cNvSpPr>
            <a:spLocks noGrp="1"/>
          </p:cNvSpPr>
          <p:nvPr/>
        </p:nvSpPr>
        <p:spPr>
          <a:xfrm>
            <a:off x="10334327" y="3771454"/>
            <a:ext cx="244673"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H8</a:t>
            </a:r>
          </a:p>
        </p:txBody>
      </p:sp>
      <p:sp>
        <p:nvSpPr>
          <p:cNvPr id="191" name="">
            <a:extLst>
              <a:ext uri="{FF2B5EF4-FFF2-40B4-BE49-F238E27FC236}">
                <a16:creationId id="{36471215-A9A5-475A-8862-8F2D9EC2A1DD}"/>
              </a:ext>
            </a:extLst>
          </p:cNvPr>
          <p:cNvSpPr>
            <a:spLocks noGrp="1"/>
          </p:cNvSpPr>
          <p:nvPr/>
        </p:nvSpPr>
        <p:spPr>
          <a:xfrm>
            <a:off x="11134725" y="3323779"/>
            <a:ext cx="619125" cy="361950"/>
          </a:xfrm>
          <a:prstGeom prst="rect">
            <a:avLst/>
          </a:prstGeom>
          <a:solidFill>
            <a:srgbClr val="F3DF4F"/>
          </a:solidFill>
          <a:ln w="0">
            <a:solidFill>
              <a:srgbClr val="000000">
                <a:alpha val="0"/>
              </a:srgbClr>
            </a:solidFill>
          </a:ln>
        </p:spPr>
      </p:sp>
      <p:sp>
        <p:nvSpPr>
          <p:cNvPr id="192" name="">
            <a:extLst>
              <a:ext uri="{FF2B5EF4-FFF2-40B4-BE49-F238E27FC236}">
                <a16:creationId id="{7DE877B6-64CB-4038-8D47-F70E1A6152D9}"/>
              </a:ext>
            </a:extLst>
          </p:cNvPr>
          <p:cNvSpPr>
            <a:spLocks noGrp="1"/>
          </p:cNvSpPr>
          <p:nvPr/>
        </p:nvSpPr>
        <p:spPr>
          <a:xfrm>
            <a:off x="11352163" y="3366641"/>
            <a:ext cx="279350" cy="304800"/>
          </a:xfrm>
          <a:prstGeom prst="rect">
            <a:avLst/>
          </a:prstGeom>
          <a:solidFill>
            <a:srgbClr val="000000">
              <a:alpha val="0"/>
            </a:srgbClr>
          </a:solidFill>
          <a:ln w="0">
            <a:solidFill>
              <a:srgbClr val="000000">
                <a:alpha val="0"/>
              </a:srgbClr>
            </a:solidFill>
          </a:ln>
        </p:spPr>
        <p:txBody>
          <a:bodyPr lIns="0" tIns="0" rIns="0" bIns="0" anchor="ctr"/>
          <a:lstStyle/>
          <a:p>
            <a:r>
              <a:rPr sz="1502" b="1">
                <a:solidFill>
                  <a:srgbClr val="20272D"/>
                </a:solidFill>
              </a:rPr>
              <a:t>Ẽ₀</a:t>
            </a:r>
          </a:p>
        </p:txBody>
      </p:sp>
      <p:sp>
        <p:nvSpPr>
          <p:cNvPr id="193" name="">
            <a:extLst>
              <a:ext uri="{FF2B5EF4-FFF2-40B4-BE49-F238E27FC236}">
                <a16:creationId id="{3FA19D9C-7E21-4E0F-B3D9-8C2AD0590142}"/>
              </a:ext>
            </a:extLst>
          </p:cNvPr>
          <p:cNvSpPr>
            <a:spLocks noGrp="1"/>
          </p:cNvSpPr>
          <p:nvPr/>
        </p:nvSpPr>
        <p:spPr>
          <a:xfrm>
            <a:off x="11254532" y="3771454"/>
            <a:ext cx="474613" cy="161925"/>
          </a:xfrm>
          <a:prstGeom prst="rect">
            <a:avLst/>
          </a:prstGeom>
          <a:solidFill>
            <a:srgbClr val="000000">
              <a:alpha val="0"/>
            </a:srgbClr>
          </a:solidFill>
          <a:ln w="0">
            <a:solidFill>
              <a:srgbClr val="000000">
                <a:alpha val="0"/>
              </a:srgbClr>
            </a:solidFill>
          </a:ln>
        </p:spPr>
        <p:txBody>
          <a:bodyPr lIns="0" tIns="0" rIns="0" bIns="0" anchor="ctr"/>
          <a:lstStyle/>
          <a:p>
            <a:r>
              <a:rPr sz="751" b="0">
                <a:solidFill>
                  <a:srgbClr val="20272D"/>
                </a:solidFill>
              </a:rPr>
              <a:t>QUERY</a:t>
            </a:r>
          </a:p>
        </p:txBody>
      </p:sp>
      <p:sp>
        <p:nvSpPr>
          <p:cNvPr id="194" name="">
            <a:extLst>
              <a:ext uri="{FF2B5EF4-FFF2-40B4-BE49-F238E27FC236}">
                <a16:creationId id="{3F6B2C7F-CE30-49EC-80CB-FF03B0B31A16}"/>
              </a:ext>
            </a:extLst>
          </p:cNvPr>
          <p:cNvSpPr>
            <a:spLocks noGrp="1"/>
          </p:cNvSpPr>
          <p:nvPr/>
        </p:nvSpPr>
        <p:spPr>
          <a:xfrm>
            <a:off x="438150" y="4057204"/>
            <a:ext cx="5029349"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FC projections align image features and 3D edit vectors to D dimensions.</a:t>
            </a:r>
          </a:p>
        </p:txBody>
      </p:sp>
      <p:sp>
        <p:nvSpPr>
          <p:cNvPr id="195" name="">
            <a:extLst>
              <a:ext uri="{FF2B5EF4-FFF2-40B4-BE49-F238E27FC236}">
                <a16:creationId id="{C82DF85D-8081-4E82-A253-47156A031CAA}"/>
              </a:ext>
            </a:extLst>
          </p:cNvPr>
          <p:cNvSpPr>
            <a:spLocks noGrp="1"/>
          </p:cNvSpPr>
          <p:nvPr/>
        </p:nvSpPr>
        <p:spPr>
          <a:xfrm>
            <a:off x="438150" y="4869805"/>
            <a:ext cx="321766" cy="390525"/>
          </a:xfrm>
          <a:prstGeom prst="rect">
            <a:avLst/>
          </a:prstGeom>
          <a:solidFill>
            <a:srgbClr val="000000">
              <a:alpha val="0"/>
            </a:srgbClr>
          </a:solidFill>
          <a:ln w="0">
            <a:solidFill>
              <a:srgbClr val="000000">
                <a:alpha val="0"/>
              </a:srgbClr>
            </a:solidFill>
          </a:ln>
        </p:spPr>
        <p:txBody>
          <a:bodyPr lIns="0" tIns="0" rIns="0" bIns="0" anchor="ctr"/>
          <a:lstStyle/>
          <a:p>
            <a:r>
              <a:rPr sz="1979" b="0">
                <a:solidFill>
                  <a:srgbClr val="68727A"/>
                </a:solidFill>
              </a:rPr>
              <a:t>↓</a:t>
            </a:r>
          </a:p>
        </p:txBody>
      </p:sp>
      <p:sp>
        <p:nvSpPr>
          <p:cNvPr id="196" name="">
            <a:extLst>
              <a:ext uri="{FF2B5EF4-FFF2-40B4-BE49-F238E27FC236}">
                <a16:creationId id="{901805B9-0E88-4B9C-BD6B-8B1F6D3236ED}"/>
              </a:ext>
            </a:extLst>
          </p:cNvPr>
          <p:cNvSpPr>
            <a:spLocks noGrp="1"/>
          </p:cNvSpPr>
          <p:nvPr/>
        </p:nvSpPr>
        <p:spPr>
          <a:xfrm>
            <a:off x="883741" y="4391323"/>
            <a:ext cx="7012484" cy="1333500"/>
          </a:xfrm>
          <a:prstGeom prst="rect">
            <a:avLst/>
          </a:prstGeom>
          <a:solidFill>
            <a:srgbClr val="ECEFEB"/>
          </a:solidFill>
          <a:ln w="0">
            <a:solidFill>
              <a:srgbClr val="000000">
                <a:alpha val="0"/>
              </a:srgbClr>
            </a:solidFill>
          </a:ln>
        </p:spPr>
      </p:sp>
      <p:sp>
        <p:nvSpPr>
          <p:cNvPr id="197" name="">
            <a:extLst>
              <a:ext uri="{FF2B5EF4-FFF2-40B4-BE49-F238E27FC236}">
                <a16:creationId id="{2E851CD6-9077-4D65-AFFD-A3F7B1DFE8AF}"/>
              </a:ext>
            </a:extLst>
          </p:cNvPr>
          <p:cNvSpPr>
            <a:spLocks noGrp="1"/>
          </p:cNvSpPr>
          <p:nvPr/>
        </p:nvSpPr>
        <p:spPr>
          <a:xfrm>
            <a:off x="883741" y="4391323"/>
            <a:ext cx="7012484" cy="9525"/>
          </a:xfrm>
          <a:prstGeom prst="rect">
            <a:avLst/>
          </a:prstGeom>
          <a:solidFill>
            <a:srgbClr val="D6DCD9"/>
          </a:solidFill>
          <a:ln w="0">
            <a:solidFill>
              <a:srgbClr val="000000">
                <a:alpha val="0"/>
              </a:srgbClr>
            </a:solidFill>
          </a:ln>
        </p:spPr>
      </p:sp>
      <p:sp>
        <p:nvSpPr>
          <p:cNvPr id="198" name="">
            <a:extLst>
              <a:ext uri="{FF2B5EF4-FFF2-40B4-BE49-F238E27FC236}">
                <a16:creationId id="{934A02F8-DFF7-4A59-ADAF-9F8F927BB216}"/>
              </a:ext>
            </a:extLst>
          </p:cNvPr>
          <p:cNvSpPr>
            <a:spLocks noGrp="1"/>
          </p:cNvSpPr>
          <p:nvPr/>
        </p:nvSpPr>
        <p:spPr>
          <a:xfrm>
            <a:off x="883741" y="5715298"/>
            <a:ext cx="7012484" cy="9525"/>
          </a:xfrm>
          <a:prstGeom prst="rect">
            <a:avLst/>
          </a:prstGeom>
          <a:solidFill>
            <a:srgbClr val="D6DCD9"/>
          </a:solidFill>
          <a:ln w="0">
            <a:solidFill>
              <a:srgbClr val="000000">
                <a:alpha val="0"/>
              </a:srgbClr>
            </a:solidFill>
          </a:ln>
        </p:spPr>
      </p:sp>
      <p:sp>
        <p:nvSpPr>
          <p:cNvPr id="199" name="">
            <a:extLst>
              <a:ext uri="{FF2B5EF4-FFF2-40B4-BE49-F238E27FC236}">
                <a16:creationId id="{7317A9B8-9A0B-44BE-B93B-0C8B16BF0D43}"/>
              </a:ext>
            </a:extLst>
          </p:cNvPr>
          <p:cNvSpPr>
            <a:spLocks noGrp="1"/>
          </p:cNvSpPr>
          <p:nvPr/>
        </p:nvSpPr>
        <p:spPr>
          <a:xfrm>
            <a:off x="883741" y="4391323"/>
            <a:ext cx="9525" cy="1333500"/>
          </a:xfrm>
          <a:prstGeom prst="rect">
            <a:avLst/>
          </a:prstGeom>
          <a:solidFill>
            <a:srgbClr val="D6DCD9"/>
          </a:solidFill>
          <a:ln w="0">
            <a:solidFill>
              <a:srgbClr val="000000">
                <a:alpha val="0"/>
              </a:srgbClr>
            </a:solidFill>
          </a:ln>
        </p:spPr>
      </p:sp>
      <p:sp>
        <p:nvSpPr>
          <p:cNvPr id="200" name="">
            <a:extLst>
              <a:ext uri="{FF2B5EF4-FFF2-40B4-BE49-F238E27FC236}">
                <a16:creationId id="{201D0390-7E76-4D76-B936-239BB51CEF19}"/>
              </a:ext>
            </a:extLst>
          </p:cNvPr>
          <p:cNvSpPr>
            <a:spLocks noGrp="1"/>
          </p:cNvSpPr>
          <p:nvPr/>
        </p:nvSpPr>
        <p:spPr>
          <a:xfrm>
            <a:off x="7886700" y="4391323"/>
            <a:ext cx="9525" cy="1333500"/>
          </a:xfrm>
          <a:prstGeom prst="rect">
            <a:avLst/>
          </a:prstGeom>
          <a:solidFill>
            <a:srgbClr val="D6DCD9"/>
          </a:solidFill>
          <a:ln w="0">
            <a:solidFill>
              <a:srgbClr val="000000">
                <a:alpha val="0"/>
              </a:srgbClr>
            </a:solidFill>
          </a:ln>
        </p:spPr>
      </p:sp>
      <p:sp>
        <p:nvSpPr>
          <p:cNvPr id="201" name="">
            <a:extLst>
              <a:ext uri="{FF2B5EF4-FFF2-40B4-BE49-F238E27FC236}">
                <a16:creationId id="{689EB5DE-BE96-48CE-8EFF-42B198AEE345}"/>
              </a:ext>
            </a:extLst>
          </p:cNvPr>
          <p:cNvSpPr>
            <a:spLocks noGrp="1"/>
          </p:cNvSpPr>
          <p:nvPr/>
        </p:nvSpPr>
        <p:spPr>
          <a:xfrm>
            <a:off x="1074241" y="4524673"/>
            <a:ext cx="2183606"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Two-layer Transformer</a:t>
            </a:r>
          </a:p>
        </p:txBody>
      </p:sp>
      <p:sp>
        <p:nvSpPr>
          <p:cNvPr id="202" name="">
            <a:extLst>
              <a:ext uri="{FF2B5EF4-FFF2-40B4-BE49-F238E27FC236}">
                <a16:creationId id="{BD609C21-C32D-4306-848A-D2BE747E4F16}"/>
              </a:ext>
            </a:extLst>
          </p:cNvPr>
          <p:cNvSpPr>
            <a:spLocks noGrp="1"/>
          </p:cNvSpPr>
          <p:nvPr/>
        </p:nvSpPr>
        <p:spPr>
          <a:xfrm>
            <a:off x="5156299" y="4574679"/>
            <a:ext cx="2644676"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Image–edit relationships via self-attention</a:t>
            </a:r>
          </a:p>
        </p:txBody>
      </p:sp>
      <p:sp>
        <p:nvSpPr>
          <p:cNvPr id="203" name="">
            <a:extLst>
              <a:ext uri="{FF2B5EF4-FFF2-40B4-BE49-F238E27FC236}">
                <a16:creationId id="{14955294-5265-4DD5-A3C6-26BEC23255D2}"/>
              </a:ext>
            </a:extLst>
          </p:cNvPr>
          <p:cNvSpPr>
            <a:spLocks noGrp="1"/>
          </p:cNvSpPr>
          <p:nvPr/>
        </p:nvSpPr>
        <p:spPr>
          <a:xfrm>
            <a:off x="1074241" y="4910435"/>
            <a:ext cx="2996654" cy="690563"/>
          </a:xfrm>
          <a:prstGeom prst="rect">
            <a:avLst/>
          </a:prstGeom>
          <a:solidFill>
            <a:srgbClr val="F7F7F3"/>
          </a:solidFill>
          <a:ln w="0">
            <a:solidFill>
              <a:srgbClr val="000000">
                <a:alpha val="0"/>
              </a:srgbClr>
            </a:solidFill>
          </a:ln>
        </p:spPr>
      </p:sp>
      <p:sp>
        <p:nvSpPr>
          <p:cNvPr id="204" name="">
            <a:extLst>
              <a:ext uri="{FF2B5EF4-FFF2-40B4-BE49-F238E27FC236}">
                <a16:creationId id="{18DC6D66-0036-4A92-B4A4-3E4D3A2CAF6A}"/>
              </a:ext>
            </a:extLst>
          </p:cNvPr>
          <p:cNvSpPr>
            <a:spLocks noGrp="1"/>
          </p:cNvSpPr>
          <p:nvPr/>
        </p:nvSpPr>
        <p:spPr>
          <a:xfrm>
            <a:off x="1074241" y="4910435"/>
            <a:ext cx="19050" cy="690563"/>
          </a:xfrm>
          <a:prstGeom prst="rect">
            <a:avLst/>
          </a:prstGeom>
          <a:solidFill>
            <a:srgbClr val="20272D"/>
          </a:solidFill>
          <a:ln w="0">
            <a:solidFill>
              <a:srgbClr val="000000">
                <a:alpha val="0"/>
              </a:srgbClr>
            </a:solidFill>
          </a:ln>
        </p:spPr>
      </p:sp>
      <p:sp>
        <p:nvSpPr>
          <p:cNvPr id="205" name="">
            <a:extLst>
              <a:ext uri="{FF2B5EF4-FFF2-40B4-BE49-F238E27FC236}">
                <a16:creationId id="{1C171F40-6AED-43A3-95F9-59A703951C78}"/>
              </a:ext>
            </a:extLst>
          </p:cNvPr>
          <p:cNvSpPr>
            <a:spLocks noGrp="1"/>
          </p:cNvSpPr>
          <p:nvPr/>
        </p:nvSpPr>
        <p:spPr>
          <a:xfrm>
            <a:off x="1217116" y="4996160"/>
            <a:ext cx="750391"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Layer 1</a:t>
            </a:r>
          </a:p>
        </p:txBody>
      </p:sp>
      <p:sp>
        <p:nvSpPr>
          <p:cNvPr id="206" name="">
            <a:extLst>
              <a:ext uri="{FF2B5EF4-FFF2-40B4-BE49-F238E27FC236}">
                <a16:creationId id="{54C6CB40-D8D5-41EF-8DE6-22CAA9F3755B}"/>
              </a:ext>
            </a:extLst>
          </p:cNvPr>
          <p:cNvSpPr>
            <a:spLocks noGrp="1"/>
          </p:cNvSpPr>
          <p:nvPr/>
        </p:nvSpPr>
        <p:spPr>
          <a:xfrm>
            <a:off x="1217116" y="5334298"/>
            <a:ext cx="1307604"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Self-attention + FFN</a:t>
            </a:r>
          </a:p>
        </p:txBody>
      </p:sp>
      <p:sp>
        <p:nvSpPr>
          <p:cNvPr id="207" name="">
            <a:extLst>
              <a:ext uri="{FF2B5EF4-FFF2-40B4-BE49-F238E27FC236}">
                <a16:creationId id="{047B632C-8F50-428C-90DD-469BCE325D74}"/>
              </a:ext>
            </a:extLst>
          </p:cNvPr>
          <p:cNvSpPr>
            <a:spLocks noGrp="1"/>
          </p:cNvSpPr>
          <p:nvPr/>
        </p:nvSpPr>
        <p:spPr>
          <a:xfrm>
            <a:off x="4280446" y="5110460"/>
            <a:ext cx="314325" cy="31432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a:t>
            </a:r>
          </a:p>
        </p:txBody>
      </p:sp>
      <p:sp>
        <p:nvSpPr>
          <p:cNvPr id="208" name="">
            <a:extLst>
              <a:ext uri="{FF2B5EF4-FFF2-40B4-BE49-F238E27FC236}">
                <a16:creationId id="{798359D7-7067-4956-9DAD-7FD13E641631}"/>
              </a:ext>
            </a:extLst>
          </p:cNvPr>
          <p:cNvSpPr>
            <a:spLocks noGrp="1"/>
          </p:cNvSpPr>
          <p:nvPr/>
        </p:nvSpPr>
        <p:spPr>
          <a:xfrm>
            <a:off x="4709071" y="4910435"/>
            <a:ext cx="2996654" cy="690563"/>
          </a:xfrm>
          <a:prstGeom prst="rect">
            <a:avLst/>
          </a:prstGeom>
          <a:solidFill>
            <a:srgbClr val="F7F7F3"/>
          </a:solidFill>
          <a:ln w="0">
            <a:solidFill>
              <a:srgbClr val="000000">
                <a:alpha val="0"/>
              </a:srgbClr>
            </a:solidFill>
          </a:ln>
        </p:spPr>
      </p:sp>
      <p:sp>
        <p:nvSpPr>
          <p:cNvPr id="209" name="">
            <a:extLst>
              <a:ext uri="{FF2B5EF4-FFF2-40B4-BE49-F238E27FC236}">
                <a16:creationId id="{F941A3C0-4F75-46C3-B8A2-A768B4943243}"/>
              </a:ext>
            </a:extLst>
          </p:cNvPr>
          <p:cNvSpPr>
            <a:spLocks noGrp="1"/>
          </p:cNvSpPr>
          <p:nvPr/>
        </p:nvSpPr>
        <p:spPr>
          <a:xfrm>
            <a:off x="4709071" y="4910435"/>
            <a:ext cx="19050" cy="690563"/>
          </a:xfrm>
          <a:prstGeom prst="rect">
            <a:avLst/>
          </a:prstGeom>
          <a:solidFill>
            <a:srgbClr val="20272D"/>
          </a:solidFill>
          <a:ln w="0">
            <a:solidFill>
              <a:srgbClr val="000000">
                <a:alpha val="0"/>
              </a:srgbClr>
            </a:solidFill>
          </a:ln>
        </p:spPr>
      </p:sp>
      <p:sp>
        <p:nvSpPr>
          <p:cNvPr id="210" name="">
            <a:extLst>
              <a:ext uri="{FF2B5EF4-FFF2-40B4-BE49-F238E27FC236}">
                <a16:creationId id="{3873206B-58D5-411D-891F-D0D7EED9AB12}"/>
              </a:ext>
            </a:extLst>
          </p:cNvPr>
          <p:cNvSpPr>
            <a:spLocks noGrp="1"/>
          </p:cNvSpPr>
          <p:nvPr/>
        </p:nvSpPr>
        <p:spPr>
          <a:xfrm>
            <a:off x="4851946" y="4996160"/>
            <a:ext cx="750391"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Layer 2</a:t>
            </a:r>
          </a:p>
        </p:txBody>
      </p:sp>
      <p:sp>
        <p:nvSpPr>
          <p:cNvPr id="211" name="">
            <a:extLst>
              <a:ext uri="{FF2B5EF4-FFF2-40B4-BE49-F238E27FC236}">
                <a16:creationId id="{AC209F23-16C8-461B-989A-736AF44D2B85}"/>
              </a:ext>
            </a:extLst>
          </p:cNvPr>
          <p:cNvSpPr>
            <a:spLocks noGrp="1"/>
          </p:cNvSpPr>
          <p:nvPr/>
        </p:nvSpPr>
        <p:spPr>
          <a:xfrm>
            <a:off x="4851946" y="5334298"/>
            <a:ext cx="1307604"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Self-attention + FFN</a:t>
            </a:r>
          </a:p>
        </p:txBody>
      </p:sp>
      <p:sp>
        <p:nvSpPr>
          <p:cNvPr id="212" name="">
            <a:extLst>
              <a:ext uri="{FF2B5EF4-FFF2-40B4-BE49-F238E27FC236}">
                <a16:creationId id="{6AB3C816-AF88-4AA7-A803-74C4841AABBD}"/>
              </a:ext>
            </a:extLst>
          </p:cNvPr>
          <p:cNvSpPr>
            <a:spLocks noGrp="1"/>
          </p:cNvSpPr>
          <p:nvPr/>
        </p:nvSpPr>
        <p:spPr>
          <a:xfrm>
            <a:off x="8115300" y="4869805"/>
            <a:ext cx="371475" cy="390525"/>
          </a:xfrm>
          <a:prstGeom prst="rect">
            <a:avLst/>
          </a:prstGeom>
          <a:solidFill>
            <a:srgbClr val="000000">
              <a:alpha val="0"/>
            </a:srgbClr>
          </a:solidFill>
          <a:ln w="0">
            <a:solidFill>
              <a:srgbClr val="000000">
                <a:alpha val="0"/>
              </a:srgbClr>
            </a:solidFill>
          </a:ln>
        </p:spPr>
        <p:txBody>
          <a:bodyPr lIns="0" tIns="0" rIns="0" bIns="0" anchor="ctr"/>
          <a:lstStyle/>
          <a:p>
            <a:r>
              <a:rPr sz="1979" b="0">
                <a:solidFill>
                  <a:srgbClr val="68727A"/>
                </a:solidFill>
              </a:rPr>
              <a:t>→</a:t>
            </a:r>
          </a:p>
        </p:txBody>
      </p:sp>
      <p:sp>
        <p:nvSpPr>
          <p:cNvPr id="213" name="">
            <a:extLst>
              <a:ext uri="{FF2B5EF4-FFF2-40B4-BE49-F238E27FC236}">
                <a16:creationId id="{415F5041-F113-45BC-8202-BC63C64FCD2E}"/>
              </a:ext>
            </a:extLst>
          </p:cNvPr>
          <p:cNvSpPr>
            <a:spLocks noGrp="1"/>
          </p:cNvSpPr>
          <p:nvPr/>
        </p:nvSpPr>
        <p:spPr>
          <a:xfrm>
            <a:off x="8610600" y="4681686"/>
            <a:ext cx="581025" cy="752475"/>
          </a:xfrm>
          <a:prstGeom prst="rect">
            <a:avLst/>
          </a:prstGeom>
          <a:solidFill>
            <a:srgbClr val="F3DF4F"/>
          </a:solidFill>
          <a:ln w="0">
            <a:solidFill>
              <a:srgbClr val="000000">
                <a:alpha val="0"/>
              </a:srgbClr>
            </a:solidFill>
          </a:ln>
        </p:spPr>
      </p:sp>
      <p:sp>
        <p:nvSpPr>
          <p:cNvPr id="214" name="">
            <a:extLst>
              <a:ext uri="{FF2B5EF4-FFF2-40B4-BE49-F238E27FC236}">
                <a16:creationId id="{A78859A3-27F5-4CF1-8499-41C5AAF99BD1}"/>
              </a:ext>
            </a:extLst>
          </p:cNvPr>
          <p:cNvSpPr>
            <a:spLocks noGrp="1"/>
          </p:cNvSpPr>
          <p:nvPr/>
        </p:nvSpPr>
        <p:spPr>
          <a:xfrm>
            <a:off x="8796040" y="4700736"/>
            <a:ext cx="416052" cy="742950"/>
          </a:xfrm>
          <a:prstGeom prst="rect">
            <a:avLst/>
          </a:prstGeom>
          <a:solidFill>
            <a:srgbClr val="000000">
              <a:alpha val="0"/>
            </a:srgbClr>
          </a:solidFill>
          <a:ln w="0">
            <a:solidFill>
              <a:srgbClr val="000000">
                <a:alpha val="0"/>
              </a:srgbClr>
            </a:solidFill>
          </a:ln>
        </p:spPr>
        <p:txBody>
          <a:bodyPr lIns="0" tIns="0" rIns="0" bIns="0" anchor="ctr"/>
          <a:lstStyle/>
          <a:p>
            <a:r>
              <a:rPr sz="3276" b="0">
                <a:solidFill>
                  <a:srgbClr val="20272D"/>
                </a:solidFill>
              </a:rPr>
              <a:t>c</a:t>
            </a:r>
          </a:p>
        </p:txBody>
      </p:sp>
      <p:sp>
        <p:nvSpPr>
          <p:cNvPr id="215" name="">
            <a:extLst>
              <a:ext uri="{FF2B5EF4-FFF2-40B4-BE49-F238E27FC236}">
                <a16:creationId id="{B68BC97A-2C79-4B24-B0D9-37BCE0A6121B}"/>
              </a:ext>
            </a:extLst>
          </p:cNvPr>
          <p:cNvSpPr>
            <a:spLocks noGrp="1"/>
          </p:cNvSpPr>
          <p:nvPr/>
        </p:nvSpPr>
        <p:spPr>
          <a:xfrm>
            <a:off x="9353550" y="4598045"/>
            <a:ext cx="2166491"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20272D"/>
                </a:solidFill>
              </a:rPr>
              <a:t>Read updated query token</a:t>
            </a:r>
          </a:p>
        </p:txBody>
      </p:sp>
      <p:sp>
        <p:nvSpPr>
          <p:cNvPr id="216" name="">
            <a:extLst>
              <a:ext uri="{FF2B5EF4-FFF2-40B4-BE49-F238E27FC236}">
                <a16:creationId id="{3E025EA4-3E53-46C1-8D93-ACBDA5ABBE61}"/>
              </a:ext>
            </a:extLst>
          </p:cNvPr>
          <p:cNvSpPr>
            <a:spLocks noGrp="1"/>
          </p:cNvSpPr>
          <p:nvPr/>
        </p:nvSpPr>
        <p:spPr>
          <a:xfrm>
            <a:off x="9353550" y="4906566"/>
            <a:ext cx="1235125" cy="33337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20272D"/>
                </a:solidFill>
              </a:rPr>
              <a:t>Ẽ′₀ = c ∈ ℝᴰ</a:t>
            </a:r>
          </a:p>
        </p:txBody>
      </p:sp>
      <p:sp>
        <p:nvSpPr>
          <p:cNvPr id="217" name="">
            <a:extLst>
              <a:ext uri="{FF2B5EF4-FFF2-40B4-BE49-F238E27FC236}">
                <a16:creationId id="{E1789650-1B04-4DAB-AAB6-69FE3DCE776E}"/>
              </a:ext>
            </a:extLst>
          </p:cNvPr>
          <p:cNvSpPr>
            <a:spLocks noGrp="1"/>
          </p:cNvSpPr>
          <p:nvPr/>
        </p:nvSpPr>
        <p:spPr>
          <a:xfrm>
            <a:off x="9353550" y="5323731"/>
            <a:ext cx="1597075"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To the Conditional Flow</a:t>
            </a:r>
          </a:p>
        </p:txBody>
      </p:sp>
      <p:sp>
        <p:nvSpPr>
          <p:cNvPr id="218" name="">
            <a:extLst>
              <a:ext uri="{FF2B5EF4-FFF2-40B4-BE49-F238E27FC236}">
                <a16:creationId id="{805FA61D-F88E-4861-BA1E-411CD92DE711}"/>
              </a:ext>
            </a:extLst>
          </p:cNvPr>
          <p:cNvSpPr>
            <a:spLocks noGrp="1"/>
          </p:cNvSpPr>
          <p:nvPr/>
        </p:nvSpPr>
        <p:spPr>
          <a:xfrm>
            <a:off x="438150" y="5847457"/>
            <a:ext cx="11315700" cy="9525"/>
          </a:xfrm>
          <a:prstGeom prst="rect">
            <a:avLst/>
          </a:prstGeom>
          <a:solidFill>
            <a:srgbClr val="20272D"/>
          </a:solidFill>
          <a:ln w="0">
            <a:solidFill>
              <a:srgbClr val="000000">
                <a:alpha val="0"/>
              </a:srgbClr>
            </a:solidFill>
          </a:ln>
        </p:spPr>
      </p:sp>
      <p:sp>
        <p:nvSpPr>
          <p:cNvPr id="219" name="">
            <a:extLst>
              <a:ext uri="{FF2B5EF4-FFF2-40B4-BE49-F238E27FC236}">
                <a16:creationId id="{99A770E5-A2D0-49CA-B2E3-4FC4D2FE5E49}"/>
              </a:ext>
            </a:extLst>
          </p:cNvPr>
          <p:cNvSpPr>
            <a:spLocks noGrp="1"/>
          </p:cNvSpPr>
          <p:nvPr/>
        </p:nvSpPr>
        <p:spPr>
          <a:xfrm>
            <a:off x="586234" y="5990332"/>
            <a:ext cx="1867495"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Image + history inform c</a:t>
            </a:r>
          </a:p>
        </p:txBody>
      </p:sp>
      <p:sp>
        <p:nvSpPr>
          <p:cNvPr id="220" name="">
            <a:extLst>
              <a:ext uri="{FF2B5EF4-FFF2-40B4-BE49-F238E27FC236}">
                <a16:creationId id="{2E87C54B-093E-4943-A206-C24E0BA48EE7}"/>
              </a:ext>
            </a:extLst>
          </p:cNvPr>
          <p:cNvSpPr>
            <a:spLocks noGrp="1"/>
          </p:cNvSpPr>
          <p:nvPr/>
        </p:nvSpPr>
        <p:spPr>
          <a:xfrm>
            <a:off x="4815334" y="5990332"/>
            <a:ext cx="2547640"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Unseen users · no weight updates</a:t>
            </a:r>
          </a:p>
        </p:txBody>
      </p:sp>
      <p:sp>
        <p:nvSpPr>
          <p:cNvPr id="221" name="">
            <a:extLst>
              <a:ext uri="{FF2B5EF4-FFF2-40B4-BE49-F238E27FC236}">
                <a16:creationId id="{B742357B-E735-45A5-80F3-B97D1DBABCFD}"/>
              </a:ext>
            </a:extLst>
          </p:cNvPr>
          <p:cNvSpPr>
            <a:spLocks noGrp="1"/>
          </p:cNvSpPr>
          <p:nvPr/>
        </p:nvSpPr>
        <p:spPr>
          <a:xfrm>
            <a:off x="9724579" y="5990332"/>
            <a:ext cx="2124521"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No query target at inference</a:t>
            </a:r>
          </a:p>
        </p:txBody>
      </p:sp>
      <p:sp>
        <p:nvSpPr>
          <p:cNvPr id="222" name="">
            <a:extLst>
              <a:ext uri="{FF2B5EF4-FFF2-40B4-BE49-F238E27FC236}">
                <a16:creationId id="{8E28CD17-6D9B-4AFF-ABD3-8231DA2468E6}"/>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223" name="">
            <a:extLst>
              <a:ext uri="{FF2B5EF4-FFF2-40B4-BE49-F238E27FC236}">
                <a16:creationId id="{8310255D-EE2A-4414-A55F-1C1BAFEC148C}"/>
              </a:ext>
            </a:extLst>
          </p:cNvPr>
          <p:cNvSpPr>
            <a:spLocks noGrp="1"/>
          </p:cNvSpPr>
          <p:nvPr/>
        </p:nvSpPr>
        <p:spPr>
          <a:xfrm>
            <a:off x="438150" y="6480870"/>
            <a:ext cx="804714"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2.4</a:t>
            </a:r>
          </a:p>
        </p:txBody>
      </p:sp>
      <p:sp>
        <p:nvSpPr>
          <p:cNvPr id="224" name="">
            <a:extLst>
              <a:ext uri="{FF2B5EF4-FFF2-40B4-BE49-F238E27FC236}">
                <a16:creationId id="{CB1649D8-2CD2-4692-ACEF-1EEBDB8E9165}"/>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11 / 25</a:t>
            </a:r>
          </a:p>
        </p:txBody>
      </p:sp>
      <p:sp>
        <p:nvSpPr>
          <p:cNvPr id="225" name="">
            <a:extLst>
              <a:ext uri="{FF2B5EF4-FFF2-40B4-BE49-F238E27FC236}">
                <a16:creationId id="{FE4D2A18-FDF1-43F3-B0E8-FC3464CC1771}"/>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4:creationId val="1878012957"/>
      </p:ext>
    </p:extLst>
  </p:cSld>
</p:sld>
</file>

<file path=ppt/slides/slide12.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A1F29D3B-2444-47A5-A379-F6260BFF1990}"/>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90184011-6280-43BC-A03A-D71C2F98F8F8}"/>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80ABB124-7E5E-44ED-B024-0E1157D74A7C}"/>
              </a:ext>
            </a:extLst>
          </p:cNvPr>
          <p:cNvSpPr>
            <a:spLocks noGrp="1"/>
          </p:cNvSpPr>
          <p:nvPr/>
        </p:nvSpPr>
        <p:spPr>
          <a:xfrm>
            <a:off x="660648" y="328613"/>
            <a:ext cx="362694" cy="342900"/>
          </a:xfrm>
          <a:prstGeom prst="rect">
            <a:avLst/>
          </a:prstGeom>
          <a:solidFill>
            <a:srgbClr val="F3DF4F"/>
          </a:solidFill>
          <a:ln w="0">
            <a:solidFill>
              <a:srgbClr val="000000">
                <a:alpha val="0"/>
              </a:srgbClr>
            </a:solidFill>
          </a:ln>
        </p:spPr>
      </p:sp>
      <p:sp>
        <p:nvSpPr>
          <p:cNvPr id="5" name="">
            <a:extLst>
              <a:ext uri="{FF2B5EF4-FFF2-40B4-BE49-F238E27FC236}">
                <a16:creationId id="{24E4A0EF-339B-45FD-BFB7-F34B1C4F772B}"/>
              </a:ext>
            </a:extLst>
          </p:cNvPr>
          <p:cNvSpPr>
            <a:spLocks noGrp="1"/>
          </p:cNvSpPr>
          <p:nvPr/>
        </p:nvSpPr>
        <p:spPr>
          <a:xfrm>
            <a:off x="746373" y="347663"/>
            <a:ext cx="286494"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12</a:t>
            </a:r>
          </a:p>
        </p:txBody>
      </p:sp>
      <p:sp>
        <p:nvSpPr>
          <p:cNvPr id="6" name="">
            <a:extLst>
              <a:ext uri="{FF2B5EF4-FFF2-40B4-BE49-F238E27FC236}">
                <a16:creationId id="{49D7F969-6A21-489D-B1CE-C5583AAEE187}"/>
              </a:ext>
            </a:extLst>
          </p:cNvPr>
          <p:cNvSpPr>
            <a:spLocks noGrp="1"/>
          </p:cNvSpPr>
          <p:nvPr/>
        </p:nvSpPr>
        <p:spPr>
          <a:xfrm>
            <a:off x="1204317" y="242292"/>
            <a:ext cx="6322368"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Conditional Flow and candidate generation</a:t>
            </a:r>
          </a:p>
        </p:txBody>
      </p:sp>
      <p:sp>
        <p:nvSpPr>
          <p:cNvPr id="7" name="">
            <a:extLst>
              <a:ext uri="{FF2B5EF4-FFF2-40B4-BE49-F238E27FC236}">
                <a16:creationId id="{A29DEC10-C8A5-4296-92E1-1781894F2B73}"/>
              </a:ext>
            </a:extLst>
          </p:cNvPr>
          <p:cNvSpPr>
            <a:spLocks noGrp="1"/>
          </p:cNvSpPr>
          <p:nvPr/>
        </p:nvSpPr>
        <p:spPr>
          <a:xfrm>
            <a:off x="438150" y="1057275"/>
            <a:ext cx="11315700" cy="438150"/>
          </a:xfrm>
          <a:prstGeom prst="rect">
            <a:avLst/>
          </a:prstGeom>
          <a:solidFill>
            <a:srgbClr val="20272D"/>
          </a:solidFill>
          <a:ln w="0">
            <a:solidFill>
              <a:srgbClr val="000000">
                <a:alpha val="0"/>
              </a:srgbClr>
            </a:solidFill>
          </a:ln>
        </p:spPr>
      </p:sp>
      <p:sp>
        <p:nvSpPr>
          <p:cNvPr id="8" name="">
            <a:extLst>
              <a:ext uri="{FF2B5EF4-FFF2-40B4-BE49-F238E27FC236}">
                <a16:creationId id="{30EB7717-C1B4-474C-8873-863516102B22}"/>
              </a:ext>
            </a:extLst>
          </p:cNvPr>
          <p:cNvSpPr>
            <a:spLocks noGrp="1"/>
          </p:cNvSpPr>
          <p:nvPr/>
        </p:nvSpPr>
        <p:spPr>
          <a:xfrm>
            <a:off x="552450" y="1114425"/>
            <a:ext cx="323850" cy="323850"/>
          </a:xfrm>
          <a:prstGeom prst="rect">
            <a:avLst/>
          </a:prstGeom>
          <a:solidFill>
            <a:srgbClr val="F3DF4F"/>
          </a:solidFill>
          <a:ln w="0">
            <a:solidFill>
              <a:srgbClr val="000000">
                <a:alpha val="0"/>
              </a:srgbClr>
            </a:solidFill>
          </a:ln>
        </p:spPr>
      </p:sp>
      <p:sp>
        <p:nvSpPr>
          <p:cNvPr id="9" name="">
            <a:extLst>
              <a:ext uri="{FF2B5EF4-FFF2-40B4-BE49-F238E27FC236}">
                <a16:creationId id="{FC195E88-3F52-4E94-8F57-20C245019CBB}"/>
              </a:ext>
            </a:extLst>
          </p:cNvPr>
          <p:cNvSpPr>
            <a:spLocks noGrp="1"/>
          </p:cNvSpPr>
          <p:nvPr/>
        </p:nvSpPr>
        <p:spPr>
          <a:xfrm>
            <a:off x="655141" y="1071563"/>
            <a:ext cx="234029"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c</a:t>
            </a:r>
          </a:p>
        </p:txBody>
      </p:sp>
      <p:sp>
        <p:nvSpPr>
          <p:cNvPr id="10" name="">
            <a:extLst>
              <a:ext uri="{FF2B5EF4-FFF2-40B4-BE49-F238E27FC236}">
                <a16:creationId id="{D8719F26-9C50-4797-8419-345BCA729243}"/>
              </a:ext>
            </a:extLst>
          </p:cNvPr>
          <p:cNvSpPr>
            <a:spLocks noGrp="1"/>
          </p:cNvSpPr>
          <p:nvPr/>
        </p:nvSpPr>
        <p:spPr>
          <a:xfrm>
            <a:off x="1009650" y="1159669"/>
            <a:ext cx="3928616"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FFFEF9"/>
                </a:solidFill>
              </a:rPr>
              <a:t>Current image + 8 history pairs → Transformer</a:t>
            </a:r>
          </a:p>
        </p:txBody>
      </p:sp>
      <p:sp>
        <p:nvSpPr>
          <p:cNvPr id="11" name="">
            <a:extLst>
              <a:ext uri="{FF2B5EF4-FFF2-40B4-BE49-F238E27FC236}">
                <a16:creationId id="{3EDE9C08-4CA5-4503-A7FD-B4EE3316774A}"/>
              </a:ext>
            </a:extLst>
          </p:cNvPr>
          <p:cNvSpPr>
            <a:spLocks noGrp="1"/>
          </p:cNvSpPr>
          <p:nvPr/>
        </p:nvSpPr>
        <p:spPr>
          <a:xfrm>
            <a:off x="10019109" y="1185863"/>
            <a:ext cx="1715691"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D9E4E0"/>
                </a:solidFill>
              </a:rPr>
              <a:t>Shared condition · z, u ∈ ℝ³</a:t>
            </a:r>
          </a:p>
        </p:txBody>
      </p:sp>
      <p:sp>
        <p:nvSpPr>
          <p:cNvPr id="12" name="">
            <a:extLst>
              <a:ext uri="{FF2B5EF4-FFF2-40B4-BE49-F238E27FC236}">
                <a16:creationId id="{86F4DFC1-B899-47EA-91F7-674A80EC9E27}"/>
              </a:ext>
            </a:extLst>
          </p:cNvPr>
          <p:cNvSpPr>
            <a:spLocks noGrp="1"/>
          </p:cNvSpPr>
          <p:nvPr/>
        </p:nvSpPr>
        <p:spPr>
          <a:xfrm>
            <a:off x="438150" y="1704975"/>
            <a:ext cx="914251" cy="190500"/>
          </a:xfrm>
          <a:prstGeom prst="rect">
            <a:avLst/>
          </a:prstGeom>
          <a:solidFill>
            <a:srgbClr val="000000">
              <a:alpha val="0"/>
            </a:srgbClr>
          </a:solidFill>
          <a:ln w="0">
            <a:solidFill>
              <a:srgbClr val="000000">
                <a:alpha val="0"/>
              </a:srgbClr>
            </a:solidFill>
          </a:ln>
        </p:spPr>
        <p:txBody>
          <a:bodyPr lIns="0" tIns="0" rIns="0" bIns="0" anchor="ctr"/>
          <a:lstStyle/>
          <a:p>
            <a:r>
              <a:rPr sz="751" b="1">
                <a:solidFill>
                  <a:srgbClr val="4D8178"/>
                </a:solidFill>
              </a:rPr>
              <a:t>01 / TRAINING</a:t>
            </a:r>
          </a:p>
        </p:txBody>
      </p:sp>
      <p:sp>
        <p:nvSpPr>
          <p:cNvPr id="13" name="">
            <a:extLst>
              <a:ext uri="{FF2B5EF4-FFF2-40B4-BE49-F238E27FC236}">
                <a16:creationId id="{DA4E35A2-3664-4DBE-A7BF-6492CA8FBCD2}"/>
              </a:ext>
            </a:extLst>
          </p:cNvPr>
          <p:cNvSpPr>
            <a:spLocks noGrp="1"/>
          </p:cNvSpPr>
          <p:nvPr/>
        </p:nvSpPr>
        <p:spPr>
          <a:xfrm>
            <a:off x="1371451" y="1571625"/>
            <a:ext cx="1772394" cy="37147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Train the density</a:t>
            </a:r>
          </a:p>
        </p:txBody>
      </p:sp>
      <p:sp>
        <p:nvSpPr>
          <p:cNvPr id="14" name="">
            <a:extLst>
              <a:ext uri="{FF2B5EF4-FFF2-40B4-BE49-F238E27FC236}">
                <a16:creationId id="{C4613F31-92B4-492D-B413-FB34A36A9E89}"/>
              </a:ext>
            </a:extLst>
          </p:cNvPr>
          <p:cNvSpPr>
            <a:spLocks noGrp="1"/>
          </p:cNvSpPr>
          <p:nvPr/>
        </p:nvSpPr>
        <p:spPr>
          <a:xfrm>
            <a:off x="10540752" y="1685925"/>
            <a:ext cx="1308348"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Maximise log p(z | c)</a:t>
            </a:r>
          </a:p>
        </p:txBody>
      </p:sp>
      <p:sp>
        <p:nvSpPr>
          <p:cNvPr id="15" name="">
            <a:extLst>
              <a:ext uri="{FF2B5EF4-FFF2-40B4-BE49-F238E27FC236}">
                <a16:creationId id="{2FD50AA0-4ECD-4F30-8932-76B5B76CB269}"/>
              </a:ext>
            </a:extLst>
          </p:cNvPr>
          <p:cNvSpPr>
            <a:spLocks noGrp="1"/>
          </p:cNvSpPr>
          <p:nvPr/>
        </p:nvSpPr>
        <p:spPr>
          <a:xfrm>
            <a:off x="438150" y="1953071"/>
            <a:ext cx="6744444" cy="1650057"/>
          </a:xfrm>
          <a:prstGeom prst="rect">
            <a:avLst/>
          </a:prstGeom>
          <a:solidFill>
            <a:srgbClr val="FFFEF9"/>
          </a:solidFill>
          <a:ln w="0">
            <a:solidFill>
              <a:srgbClr val="000000">
                <a:alpha val="0"/>
              </a:srgbClr>
            </a:solidFill>
          </a:ln>
        </p:spPr>
      </p:sp>
      <p:sp>
        <p:nvSpPr>
          <p:cNvPr id="16" name="">
            <a:extLst>
              <a:ext uri="{FF2B5EF4-FFF2-40B4-BE49-F238E27FC236}">
                <a16:creationId id="{3760767C-AB60-4DBF-8EC5-8F8590A0FDBF}"/>
              </a:ext>
            </a:extLst>
          </p:cNvPr>
          <p:cNvSpPr>
            <a:spLocks noGrp="1"/>
          </p:cNvSpPr>
          <p:nvPr/>
        </p:nvSpPr>
        <p:spPr>
          <a:xfrm>
            <a:off x="438150" y="1953071"/>
            <a:ext cx="6744444" cy="28575"/>
          </a:xfrm>
          <a:prstGeom prst="rect">
            <a:avLst/>
          </a:prstGeom>
          <a:solidFill>
            <a:srgbClr val="D6DCD9"/>
          </a:solidFill>
          <a:ln w="0">
            <a:solidFill>
              <a:srgbClr val="000000">
                <a:alpha val="0"/>
              </a:srgbClr>
            </a:solidFill>
          </a:ln>
        </p:spPr>
      </p:sp>
      <p:sp>
        <p:nvSpPr>
          <p:cNvPr id="17" name="">
            <a:extLst>
              <a:ext uri="{FF2B5EF4-FFF2-40B4-BE49-F238E27FC236}">
                <a16:creationId id="{0884EFBD-52EC-4743-8FBD-06C849AA81E4}"/>
              </a:ext>
            </a:extLst>
          </p:cNvPr>
          <p:cNvSpPr>
            <a:spLocks noGrp="1"/>
          </p:cNvSpPr>
          <p:nvPr/>
        </p:nvSpPr>
        <p:spPr>
          <a:xfrm>
            <a:off x="438150" y="3593604"/>
            <a:ext cx="6744444" cy="9525"/>
          </a:xfrm>
          <a:prstGeom prst="rect">
            <a:avLst/>
          </a:prstGeom>
          <a:solidFill>
            <a:srgbClr val="D6DCD9"/>
          </a:solidFill>
          <a:ln w="0">
            <a:solidFill>
              <a:srgbClr val="000000">
                <a:alpha val="0"/>
              </a:srgbClr>
            </a:solidFill>
          </a:ln>
        </p:spPr>
      </p:sp>
      <p:sp>
        <p:nvSpPr>
          <p:cNvPr id="18" name="">
            <a:extLst>
              <a:ext uri="{FF2B5EF4-FFF2-40B4-BE49-F238E27FC236}">
                <a16:creationId id="{F56E2CF8-152B-4F70-A432-D9A47EACFC85}"/>
              </a:ext>
            </a:extLst>
          </p:cNvPr>
          <p:cNvSpPr>
            <a:spLocks noGrp="1"/>
          </p:cNvSpPr>
          <p:nvPr/>
        </p:nvSpPr>
        <p:spPr>
          <a:xfrm>
            <a:off x="438150" y="1953071"/>
            <a:ext cx="9525" cy="1650057"/>
          </a:xfrm>
          <a:prstGeom prst="rect">
            <a:avLst/>
          </a:prstGeom>
          <a:solidFill>
            <a:srgbClr val="D6DCD9"/>
          </a:solidFill>
          <a:ln w="0">
            <a:solidFill>
              <a:srgbClr val="000000">
                <a:alpha val="0"/>
              </a:srgbClr>
            </a:solidFill>
          </a:ln>
        </p:spPr>
      </p:sp>
      <p:sp>
        <p:nvSpPr>
          <p:cNvPr id="19" name="">
            <a:extLst>
              <a:ext uri="{FF2B5EF4-FFF2-40B4-BE49-F238E27FC236}">
                <a16:creationId id="{C3E555ED-B924-4211-A775-DFD927B4CE18}"/>
              </a:ext>
            </a:extLst>
          </p:cNvPr>
          <p:cNvSpPr>
            <a:spLocks noGrp="1"/>
          </p:cNvSpPr>
          <p:nvPr/>
        </p:nvSpPr>
        <p:spPr>
          <a:xfrm>
            <a:off x="7173069" y="1953071"/>
            <a:ext cx="9525" cy="1650057"/>
          </a:xfrm>
          <a:prstGeom prst="rect">
            <a:avLst/>
          </a:prstGeom>
          <a:solidFill>
            <a:srgbClr val="D6DCD9"/>
          </a:solidFill>
          <a:ln w="0">
            <a:solidFill>
              <a:srgbClr val="000000">
                <a:alpha val="0"/>
              </a:srgbClr>
            </a:solidFill>
          </a:ln>
        </p:spPr>
      </p:sp>
      <p:sp>
        <p:nvSpPr>
          <p:cNvPr id="20" name="">
            <a:extLst>
              <a:ext uri="{FF2B5EF4-FFF2-40B4-BE49-F238E27FC236}">
                <a16:creationId id="{0387BB72-5F75-421B-9FF0-409C6CB5D0AC}"/>
              </a:ext>
            </a:extLst>
          </p:cNvPr>
          <p:cNvSpPr>
            <a:spLocks noGrp="1"/>
          </p:cNvSpPr>
          <p:nvPr/>
        </p:nvSpPr>
        <p:spPr>
          <a:xfrm>
            <a:off x="533400" y="2067371"/>
            <a:ext cx="1956048" cy="1440507"/>
          </a:xfrm>
          <a:prstGeom prst="rect">
            <a:avLst/>
          </a:prstGeom>
          <a:solidFill>
            <a:srgbClr val="ECEFEB"/>
          </a:solidFill>
          <a:ln w="0">
            <a:solidFill>
              <a:srgbClr val="000000">
                <a:alpha val="0"/>
              </a:srgbClr>
            </a:solidFill>
          </a:ln>
        </p:spPr>
      </p:sp>
      <p:sp>
        <p:nvSpPr>
          <p:cNvPr id="21" name="">
            <a:extLst>
              <a:ext uri="{FF2B5EF4-FFF2-40B4-BE49-F238E27FC236}">
                <a16:creationId id="{07B827F8-482D-42E0-8743-A91C6FE4FFD6}"/>
              </a:ext>
            </a:extLst>
          </p:cNvPr>
          <p:cNvSpPr>
            <a:spLocks noGrp="1"/>
          </p:cNvSpPr>
          <p:nvPr/>
        </p:nvSpPr>
        <p:spPr>
          <a:xfrm>
            <a:off x="533400" y="2067371"/>
            <a:ext cx="1956048" cy="9525"/>
          </a:xfrm>
          <a:prstGeom prst="rect">
            <a:avLst/>
          </a:prstGeom>
          <a:solidFill>
            <a:srgbClr val="D6DCD9"/>
          </a:solidFill>
          <a:ln w="0">
            <a:solidFill>
              <a:srgbClr val="000000">
                <a:alpha val="0"/>
              </a:srgbClr>
            </a:solidFill>
          </a:ln>
        </p:spPr>
      </p:sp>
      <p:sp>
        <p:nvSpPr>
          <p:cNvPr id="22" name="">
            <a:extLst>
              <a:ext uri="{FF2B5EF4-FFF2-40B4-BE49-F238E27FC236}">
                <a16:creationId id="{D31DE44F-73BD-4140-9C2B-A76302DBA856}"/>
              </a:ext>
            </a:extLst>
          </p:cNvPr>
          <p:cNvSpPr>
            <a:spLocks noGrp="1"/>
          </p:cNvSpPr>
          <p:nvPr/>
        </p:nvSpPr>
        <p:spPr>
          <a:xfrm>
            <a:off x="533400" y="3498354"/>
            <a:ext cx="1956048" cy="9525"/>
          </a:xfrm>
          <a:prstGeom prst="rect">
            <a:avLst/>
          </a:prstGeom>
          <a:solidFill>
            <a:srgbClr val="D6DCD9"/>
          </a:solidFill>
          <a:ln w="0">
            <a:solidFill>
              <a:srgbClr val="000000">
                <a:alpha val="0"/>
              </a:srgbClr>
            </a:solidFill>
          </a:ln>
        </p:spPr>
      </p:sp>
      <p:sp>
        <p:nvSpPr>
          <p:cNvPr id="23" name="">
            <a:extLst>
              <a:ext uri="{FF2B5EF4-FFF2-40B4-BE49-F238E27FC236}">
                <a16:creationId id="{0C34BAE2-FDC9-4C91-BFC0-76741E46E9FF}"/>
              </a:ext>
            </a:extLst>
          </p:cNvPr>
          <p:cNvSpPr>
            <a:spLocks noGrp="1"/>
          </p:cNvSpPr>
          <p:nvPr/>
        </p:nvSpPr>
        <p:spPr>
          <a:xfrm>
            <a:off x="533400" y="2067371"/>
            <a:ext cx="9525" cy="1440507"/>
          </a:xfrm>
          <a:prstGeom prst="rect">
            <a:avLst/>
          </a:prstGeom>
          <a:solidFill>
            <a:srgbClr val="D6DCD9"/>
          </a:solidFill>
          <a:ln w="0">
            <a:solidFill>
              <a:srgbClr val="000000">
                <a:alpha val="0"/>
              </a:srgbClr>
            </a:solidFill>
          </a:ln>
        </p:spPr>
      </p:sp>
      <p:sp>
        <p:nvSpPr>
          <p:cNvPr id="24" name="">
            <a:extLst>
              <a:ext uri="{FF2B5EF4-FFF2-40B4-BE49-F238E27FC236}">
                <a16:creationId id="{253C1D38-0BB4-4BE6-863C-8D6A3EAAE28E}"/>
              </a:ext>
            </a:extLst>
          </p:cNvPr>
          <p:cNvSpPr>
            <a:spLocks noGrp="1"/>
          </p:cNvSpPr>
          <p:nvPr/>
        </p:nvSpPr>
        <p:spPr>
          <a:xfrm>
            <a:off x="2479923" y="2067371"/>
            <a:ext cx="9525" cy="1440507"/>
          </a:xfrm>
          <a:prstGeom prst="rect">
            <a:avLst/>
          </a:prstGeom>
          <a:solidFill>
            <a:srgbClr val="D6DCD9"/>
          </a:solidFill>
          <a:ln w="0">
            <a:solidFill>
              <a:srgbClr val="000000">
                <a:alpha val="0"/>
              </a:srgbClr>
            </a:solidFill>
          </a:ln>
        </p:spPr>
      </p:sp>
      <p:sp>
        <p:nvSpPr>
          <p:cNvPr id="25" name="">
            <a:extLst>
              <a:ext uri="{FF2B5EF4-FFF2-40B4-BE49-F238E27FC236}">
                <a16:creationId id="{D1CBB81C-57A5-467E-98E3-D9E221E5DB9C}"/>
              </a:ext>
            </a:extLst>
          </p:cNvPr>
          <p:cNvSpPr>
            <a:spLocks noGrp="1"/>
          </p:cNvSpPr>
          <p:nvPr/>
        </p:nvSpPr>
        <p:spPr>
          <a:xfrm>
            <a:off x="647700" y="2143571"/>
            <a:ext cx="170408" cy="171450"/>
          </a:xfrm>
          <a:prstGeom prst="rect">
            <a:avLst/>
          </a:prstGeom>
          <a:solidFill>
            <a:srgbClr val="000000">
              <a:alpha val="0"/>
            </a:srgbClr>
          </a:solidFill>
          <a:ln w="0">
            <a:solidFill>
              <a:srgbClr val="000000">
                <a:alpha val="0"/>
              </a:srgbClr>
            </a:solidFill>
          </a:ln>
        </p:spPr>
        <p:txBody>
          <a:bodyPr lIns="0" tIns="0" rIns="0" bIns="0" anchor="ctr"/>
          <a:lstStyle/>
          <a:p>
            <a:r>
              <a:rPr sz="682" b="1">
                <a:solidFill>
                  <a:srgbClr val="68727A"/>
                </a:solidFill>
              </a:rPr>
              <a:t>A</a:t>
            </a:r>
          </a:p>
        </p:txBody>
      </p:sp>
      <p:sp>
        <p:nvSpPr>
          <p:cNvPr id="26" name="">
            <a:extLst>
              <a:ext uri="{FF2B5EF4-FFF2-40B4-BE49-F238E27FC236}">
                <a16:creationId id="{058F2894-9A68-417E-BB5C-7BDE77003033}"/>
              </a:ext>
            </a:extLst>
          </p:cNvPr>
          <p:cNvSpPr>
            <a:spLocks noGrp="1"/>
          </p:cNvSpPr>
          <p:nvPr/>
        </p:nvSpPr>
        <p:spPr>
          <a:xfrm>
            <a:off x="647700" y="2267396"/>
            <a:ext cx="1212800" cy="276225"/>
          </a:xfrm>
          <a:prstGeom prst="rect">
            <a:avLst/>
          </a:prstGeom>
          <a:solidFill>
            <a:srgbClr val="000000">
              <a:alpha val="0"/>
            </a:srgbClr>
          </a:solidFill>
          <a:ln w="0">
            <a:solidFill>
              <a:srgbClr val="000000">
                <a:alpha val="0"/>
              </a:srgbClr>
            </a:solidFill>
          </a:ln>
        </p:spPr>
        <p:txBody>
          <a:bodyPr lIns="0" tIns="0" rIns="0" bIns="0" anchor="ctr"/>
          <a:lstStyle/>
          <a:p>
            <a:r>
              <a:rPr sz="1160" b="1">
                <a:solidFill>
                  <a:srgbClr val="20272D"/>
                </a:solidFill>
              </a:rPr>
              <a:t>Ground-truth z</a:t>
            </a:r>
          </a:p>
        </p:txBody>
      </p:sp>
      <p:sp>
        <p:nvSpPr>
          <p:cNvPr id="27" name="">
            <a:extLst>
              <a:ext uri="{FF2B5EF4-FFF2-40B4-BE49-F238E27FC236}">
                <a16:creationId id="{935AA7A1-FF96-411D-85CC-DCC12186B764}"/>
              </a:ext>
            </a:extLst>
          </p:cNvPr>
          <p:cNvSpPr>
            <a:spLocks noGrp="1"/>
          </p:cNvSpPr>
          <p:nvPr/>
        </p:nvSpPr>
        <p:spPr>
          <a:xfrm>
            <a:off x="1230362" y="2635002"/>
            <a:ext cx="161925" cy="247650"/>
          </a:xfrm>
          <a:prstGeom prst="rect">
            <a:avLst/>
          </a:prstGeom>
          <a:solidFill>
            <a:srgbClr val="D8E7E1"/>
          </a:solidFill>
          <a:ln w="0">
            <a:solidFill>
              <a:srgbClr val="000000">
                <a:alpha val="0"/>
              </a:srgbClr>
            </a:solidFill>
          </a:ln>
        </p:spPr>
      </p:sp>
      <p:sp>
        <p:nvSpPr>
          <p:cNvPr id="28" name="">
            <a:extLst>
              <a:ext uri="{FF2B5EF4-FFF2-40B4-BE49-F238E27FC236}">
                <a16:creationId id="{6C2B7DC4-0E52-4795-855A-CD66ED680FBB}"/>
              </a:ext>
            </a:extLst>
          </p:cNvPr>
          <p:cNvSpPr>
            <a:spLocks noGrp="1"/>
          </p:cNvSpPr>
          <p:nvPr/>
        </p:nvSpPr>
        <p:spPr>
          <a:xfrm>
            <a:off x="1230362" y="2635002"/>
            <a:ext cx="161925" cy="9525"/>
          </a:xfrm>
          <a:prstGeom prst="rect">
            <a:avLst/>
          </a:prstGeom>
          <a:solidFill>
            <a:srgbClr val="4D8178"/>
          </a:solidFill>
          <a:ln w="0">
            <a:solidFill>
              <a:srgbClr val="000000">
                <a:alpha val="0"/>
              </a:srgbClr>
            </a:solidFill>
          </a:ln>
        </p:spPr>
      </p:sp>
      <p:sp>
        <p:nvSpPr>
          <p:cNvPr id="29" name="">
            <a:extLst>
              <a:ext uri="{FF2B5EF4-FFF2-40B4-BE49-F238E27FC236}">
                <a16:creationId id="{1B90D77C-9516-45A1-B4AE-091B3E861B31}"/>
              </a:ext>
            </a:extLst>
          </p:cNvPr>
          <p:cNvSpPr>
            <a:spLocks noGrp="1"/>
          </p:cNvSpPr>
          <p:nvPr/>
        </p:nvSpPr>
        <p:spPr>
          <a:xfrm>
            <a:off x="1230362" y="2873127"/>
            <a:ext cx="161925" cy="9525"/>
          </a:xfrm>
          <a:prstGeom prst="rect">
            <a:avLst/>
          </a:prstGeom>
          <a:solidFill>
            <a:srgbClr val="4D8178"/>
          </a:solidFill>
          <a:ln w="0">
            <a:solidFill>
              <a:srgbClr val="000000">
                <a:alpha val="0"/>
              </a:srgbClr>
            </a:solidFill>
          </a:ln>
        </p:spPr>
      </p:sp>
      <p:sp>
        <p:nvSpPr>
          <p:cNvPr id="30" name="">
            <a:extLst>
              <a:ext uri="{FF2B5EF4-FFF2-40B4-BE49-F238E27FC236}">
                <a16:creationId id="{18AC053C-BD9F-4F26-9F89-6107CBED8EEB}"/>
              </a:ext>
            </a:extLst>
          </p:cNvPr>
          <p:cNvSpPr>
            <a:spLocks noGrp="1"/>
          </p:cNvSpPr>
          <p:nvPr/>
        </p:nvSpPr>
        <p:spPr>
          <a:xfrm>
            <a:off x="1230362" y="2635002"/>
            <a:ext cx="9525" cy="247650"/>
          </a:xfrm>
          <a:prstGeom prst="rect">
            <a:avLst/>
          </a:prstGeom>
          <a:solidFill>
            <a:srgbClr val="4D8178"/>
          </a:solidFill>
          <a:ln w="0">
            <a:solidFill>
              <a:srgbClr val="000000">
                <a:alpha val="0"/>
              </a:srgbClr>
            </a:solidFill>
          </a:ln>
        </p:spPr>
      </p:sp>
      <p:sp>
        <p:nvSpPr>
          <p:cNvPr id="31" name="">
            <a:extLst>
              <a:ext uri="{FF2B5EF4-FFF2-40B4-BE49-F238E27FC236}">
                <a16:creationId id="{0993627D-7BE6-48E1-8B84-A8DD340B070F}"/>
              </a:ext>
            </a:extLst>
          </p:cNvPr>
          <p:cNvSpPr>
            <a:spLocks noGrp="1"/>
          </p:cNvSpPr>
          <p:nvPr/>
        </p:nvSpPr>
        <p:spPr>
          <a:xfrm>
            <a:off x="1382762" y="2635002"/>
            <a:ext cx="9525" cy="247650"/>
          </a:xfrm>
          <a:prstGeom prst="rect">
            <a:avLst/>
          </a:prstGeom>
          <a:solidFill>
            <a:srgbClr val="4D8178"/>
          </a:solidFill>
          <a:ln w="0">
            <a:solidFill>
              <a:srgbClr val="000000">
                <a:alpha val="0"/>
              </a:srgbClr>
            </a:solidFill>
          </a:ln>
        </p:spPr>
      </p:sp>
      <p:sp>
        <p:nvSpPr>
          <p:cNvPr id="32" name="">
            <a:extLst>
              <a:ext uri="{FF2B5EF4-FFF2-40B4-BE49-F238E27FC236}">
                <a16:creationId id="{DEEC5370-9F6B-4BFF-93CB-EF3C0D44A5D3}"/>
              </a:ext>
            </a:extLst>
          </p:cNvPr>
          <p:cNvSpPr>
            <a:spLocks noGrp="1"/>
          </p:cNvSpPr>
          <p:nvPr/>
        </p:nvSpPr>
        <p:spPr>
          <a:xfrm>
            <a:off x="1430387" y="2635002"/>
            <a:ext cx="161925" cy="247650"/>
          </a:xfrm>
          <a:prstGeom prst="rect">
            <a:avLst/>
          </a:prstGeom>
          <a:solidFill>
            <a:srgbClr val="D8E7E1"/>
          </a:solidFill>
          <a:ln w="0">
            <a:solidFill>
              <a:srgbClr val="000000">
                <a:alpha val="0"/>
              </a:srgbClr>
            </a:solidFill>
          </a:ln>
        </p:spPr>
      </p:sp>
      <p:sp>
        <p:nvSpPr>
          <p:cNvPr id="33" name="">
            <a:extLst>
              <a:ext uri="{FF2B5EF4-FFF2-40B4-BE49-F238E27FC236}">
                <a16:creationId id="{19404DE3-6A7C-4110-ABB4-FBE751469792}"/>
              </a:ext>
            </a:extLst>
          </p:cNvPr>
          <p:cNvSpPr>
            <a:spLocks noGrp="1"/>
          </p:cNvSpPr>
          <p:nvPr/>
        </p:nvSpPr>
        <p:spPr>
          <a:xfrm>
            <a:off x="1430387" y="2635002"/>
            <a:ext cx="161925" cy="9525"/>
          </a:xfrm>
          <a:prstGeom prst="rect">
            <a:avLst/>
          </a:prstGeom>
          <a:solidFill>
            <a:srgbClr val="4D8178"/>
          </a:solidFill>
          <a:ln w="0">
            <a:solidFill>
              <a:srgbClr val="000000">
                <a:alpha val="0"/>
              </a:srgbClr>
            </a:solidFill>
          </a:ln>
        </p:spPr>
      </p:sp>
      <p:sp>
        <p:nvSpPr>
          <p:cNvPr id="34" name="">
            <a:extLst>
              <a:ext uri="{FF2B5EF4-FFF2-40B4-BE49-F238E27FC236}">
                <a16:creationId id="{A9EEDDAB-BEDF-41F4-9297-05835D440191}"/>
              </a:ext>
            </a:extLst>
          </p:cNvPr>
          <p:cNvSpPr>
            <a:spLocks noGrp="1"/>
          </p:cNvSpPr>
          <p:nvPr/>
        </p:nvSpPr>
        <p:spPr>
          <a:xfrm>
            <a:off x="1430387" y="2873127"/>
            <a:ext cx="161925" cy="9525"/>
          </a:xfrm>
          <a:prstGeom prst="rect">
            <a:avLst/>
          </a:prstGeom>
          <a:solidFill>
            <a:srgbClr val="4D8178"/>
          </a:solidFill>
          <a:ln w="0">
            <a:solidFill>
              <a:srgbClr val="000000">
                <a:alpha val="0"/>
              </a:srgbClr>
            </a:solidFill>
          </a:ln>
        </p:spPr>
      </p:sp>
      <p:sp>
        <p:nvSpPr>
          <p:cNvPr id="35" name="">
            <a:extLst>
              <a:ext uri="{FF2B5EF4-FFF2-40B4-BE49-F238E27FC236}">
                <a16:creationId id="{2C957BE7-5B7F-43E8-A4C5-049769277C3F}"/>
              </a:ext>
            </a:extLst>
          </p:cNvPr>
          <p:cNvSpPr>
            <a:spLocks noGrp="1"/>
          </p:cNvSpPr>
          <p:nvPr/>
        </p:nvSpPr>
        <p:spPr>
          <a:xfrm>
            <a:off x="1430387" y="2635002"/>
            <a:ext cx="9525" cy="247650"/>
          </a:xfrm>
          <a:prstGeom prst="rect">
            <a:avLst/>
          </a:prstGeom>
          <a:solidFill>
            <a:srgbClr val="4D8178"/>
          </a:solidFill>
          <a:ln w="0">
            <a:solidFill>
              <a:srgbClr val="000000">
                <a:alpha val="0"/>
              </a:srgbClr>
            </a:solidFill>
          </a:ln>
        </p:spPr>
      </p:sp>
      <p:sp>
        <p:nvSpPr>
          <p:cNvPr id="36" name="">
            <a:extLst>
              <a:ext uri="{FF2B5EF4-FFF2-40B4-BE49-F238E27FC236}">
                <a16:creationId id="{2E8AABC6-A2F4-4630-9435-87F4CF3987BD}"/>
              </a:ext>
            </a:extLst>
          </p:cNvPr>
          <p:cNvSpPr>
            <a:spLocks noGrp="1"/>
          </p:cNvSpPr>
          <p:nvPr/>
        </p:nvSpPr>
        <p:spPr>
          <a:xfrm>
            <a:off x="1582787" y="2635002"/>
            <a:ext cx="9525" cy="247650"/>
          </a:xfrm>
          <a:prstGeom prst="rect">
            <a:avLst/>
          </a:prstGeom>
          <a:solidFill>
            <a:srgbClr val="4D8178"/>
          </a:solidFill>
          <a:ln w="0">
            <a:solidFill>
              <a:srgbClr val="000000">
                <a:alpha val="0"/>
              </a:srgbClr>
            </a:solidFill>
          </a:ln>
        </p:spPr>
      </p:sp>
      <p:sp>
        <p:nvSpPr>
          <p:cNvPr id="37" name="">
            <a:extLst>
              <a:ext uri="{FF2B5EF4-FFF2-40B4-BE49-F238E27FC236}">
                <a16:creationId id="{0840D3F4-0D6D-479B-BCC0-0BEF052EEBA7}"/>
              </a:ext>
            </a:extLst>
          </p:cNvPr>
          <p:cNvSpPr>
            <a:spLocks noGrp="1"/>
          </p:cNvSpPr>
          <p:nvPr/>
        </p:nvSpPr>
        <p:spPr>
          <a:xfrm>
            <a:off x="1630412" y="2635002"/>
            <a:ext cx="161925" cy="247650"/>
          </a:xfrm>
          <a:prstGeom prst="rect">
            <a:avLst/>
          </a:prstGeom>
          <a:solidFill>
            <a:srgbClr val="D8E7E1"/>
          </a:solidFill>
          <a:ln w="0">
            <a:solidFill>
              <a:srgbClr val="000000">
                <a:alpha val="0"/>
              </a:srgbClr>
            </a:solidFill>
          </a:ln>
        </p:spPr>
      </p:sp>
      <p:sp>
        <p:nvSpPr>
          <p:cNvPr id="38" name="">
            <a:extLst>
              <a:ext uri="{FF2B5EF4-FFF2-40B4-BE49-F238E27FC236}">
                <a16:creationId id="{420864F0-1517-4DBD-A1FA-3875C28BA815}"/>
              </a:ext>
            </a:extLst>
          </p:cNvPr>
          <p:cNvSpPr>
            <a:spLocks noGrp="1"/>
          </p:cNvSpPr>
          <p:nvPr/>
        </p:nvSpPr>
        <p:spPr>
          <a:xfrm>
            <a:off x="1630412" y="2635002"/>
            <a:ext cx="161925" cy="9525"/>
          </a:xfrm>
          <a:prstGeom prst="rect">
            <a:avLst/>
          </a:prstGeom>
          <a:solidFill>
            <a:srgbClr val="4D8178"/>
          </a:solidFill>
          <a:ln w="0">
            <a:solidFill>
              <a:srgbClr val="000000">
                <a:alpha val="0"/>
              </a:srgbClr>
            </a:solidFill>
          </a:ln>
        </p:spPr>
      </p:sp>
      <p:sp>
        <p:nvSpPr>
          <p:cNvPr id="39" name="">
            <a:extLst>
              <a:ext uri="{FF2B5EF4-FFF2-40B4-BE49-F238E27FC236}">
                <a16:creationId id="{39F5C6BC-72B6-4B2B-9BDE-2B01A41343E2}"/>
              </a:ext>
            </a:extLst>
          </p:cNvPr>
          <p:cNvSpPr>
            <a:spLocks noGrp="1"/>
          </p:cNvSpPr>
          <p:nvPr/>
        </p:nvSpPr>
        <p:spPr>
          <a:xfrm>
            <a:off x="1630412" y="2873127"/>
            <a:ext cx="161925" cy="9525"/>
          </a:xfrm>
          <a:prstGeom prst="rect">
            <a:avLst/>
          </a:prstGeom>
          <a:solidFill>
            <a:srgbClr val="4D8178"/>
          </a:solidFill>
          <a:ln w="0">
            <a:solidFill>
              <a:srgbClr val="000000">
                <a:alpha val="0"/>
              </a:srgbClr>
            </a:solidFill>
          </a:ln>
        </p:spPr>
      </p:sp>
      <p:sp>
        <p:nvSpPr>
          <p:cNvPr id="40" name="">
            <a:extLst>
              <a:ext uri="{FF2B5EF4-FFF2-40B4-BE49-F238E27FC236}">
                <a16:creationId id="{FBDC5D97-81E1-4E89-AD34-CBE56266B693}"/>
              </a:ext>
            </a:extLst>
          </p:cNvPr>
          <p:cNvSpPr>
            <a:spLocks noGrp="1"/>
          </p:cNvSpPr>
          <p:nvPr/>
        </p:nvSpPr>
        <p:spPr>
          <a:xfrm>
            <a:off x="1630412" y="2635002"/>
            <a:ext cx="9525" cy="247650"/>
          </a:xfrm>
          <a:prstGeom prst="rect">
            <a:avLst/>
          </a:prstGeom>
          <a:solidFill>
            <a:srgbClr val="4D8178"/>
          </a:solidFill>
          <a:ln w="0">
            <a:solidFill>
              <a:srgbClr val="000000">
                <a:alpha val="0"/>
              </a:srgbClr>
            </a:solidFill>
          </a:ln>
        </p:spPr>
      </p:sp>
      <p:sp>
        <p:nvSpPr>
          <p:cNvPr id="41" name="">
            <a:extLst>
              <a:ext uri="{FF2B5EF4-FFF2-40B4-BE49-F238E27FC236}">
                <a16:creationId id="{14EEA5A5-EC14-41EB-B595-F7B0088F7083}"/>
              </a:ext>
            </a:extLst>
          </p:cNvPr>
          <p:cNvSpPr>
            <a:spLocks noGrp="1"/>
          </p:cNvSpPr>
          <p:nvPr/>
        </p:nvSpPr>
        <p:spPr>
          <a:xfrm>
            <a:off x="1782812" y="2635002"/>
            <a:ext cx="9525" cy="247650"/>
          </a:xfrm>
          <a:prstGeom prst="rect">
            <a:avLst/>
          </a:prstGeom>
          <a:solidFill>
            <a:srgbClr val="4D8178"/>
          </a:solidFill>
          <a:ln w="0">
            <a:solidFill>
              <a:srgbClr val="000000">
                <a:alpha val="0"/>
              </a:srgbClr>
            </a:solidFill>
          </a:ln>
        </p:spPr>
      </p:sp>
      <p:sp>
        <p:nvSpPr>
          <p:cNvPr id="42" name="">
            <a:extLst>
              <a:ext uri="{FF2B5EF4-FFF2-40B4-BE49-F238E27FC236}">
                <a16:creationId id="{48892864-07E3-48BB-B1A8-CB29C9B63BF7}"/>
              </a:ext>
            </a:extLst>
          </p:cNvPr>
          <p:cNvSpPr>
            <a:spLocks noGrp="1"/>
          </p:cNvSpPr>
          <p:nvPr/>
        </p:nvSpPr>
        <p:spPr>
          <a:xfrm>
            <a:off x="647700" y="2963614"/>
            <a:ext cx="1343918"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Stage 1 encodes (O, T)</a:t>
            </a:r>
          </a:p>
        </p:txBody>
      </p:sp>
      <p:sp>
        <p:nvSpPr>
          <p:cNvPr id="43" name="">
            <a:extLst>
              <a:ext uri="{FF2B5EF4-FFF2-40B4-BE49-F238E27FC236}">
                <a16:creationId id="{CA4474E4-6DAE-49A5-96C0-EC6D9C34F975}"/>
              </a:ext>
            </a:extLst>
          </p:cNvPr>
          <p:cNvSpPr>
            <a:spLocks noGrp="1"/>
          </p:cNvSpPr>
          <p:nvPr/>
        </p:nvSpPr>
        <p:spPr>
          <a:xfrm>
            <a:off x="2556123" y="2649438"/>
            <a:ext cx="304800" cy="3048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68727A"/>
                </a:solidFill>
              </a:rPr>
              <a:t>→</a:t>
            </a:r>
          </a:p>
        </p:txBody>
      </p:sp>
      <p:sp>
        <p:nvSpPr>
          <p:cNvPr id="44" name="">
            <a:extLst>
              <a:ext uri="{FF2B5EF4-FFF2-40B4-BE49-F238E27FC236}">
                <a16:creationId id="{B429A33A-A296-439A-8D1C-68A99D06F3FB}"/>
              </a:ext>
            </a:extLst>
          </p:cNvPr>
          <p:cNvSpPr>
            <a:spLocks noGrp="1"/>
          </p:cNvSpPr>
          <p:nvPr/>
        </p:nvSpPr>
        <p:spPr>
          <a:xfrm>
            <a:off x="2832348" y="2067371"/>
            <a:ext cx="1956048" cy="1440507"/>
          </a:xfrm>
          <a:prstGeom prst="rect">
            <a:avLst/>
          </a:prstGeom>
          <a:solidFill>
            <a:srgbClr val="E7F0EE"/>
          </a:solidFill>
          <a:ln w="0">
            <a:solidFill>
              <a:srgbClr val="000000">
                <a:alpha val="0"/>
              </a:srgbClr>
            </a:solidFill>
          </a:ln>
        </p:spPr>
      </p:sp>
      <p:sp>
        <p:nvSpPr>
          <p:cNvPr id="45" name="">
            <a:extLst>
              <a:ext uri="{FF2B5EF4-FFF2-40B4-BE49-F238E27FC236}">
                <a16:creationId id="{19F16B5C-121D-44EE-866A-408BD0C1CDA6}"/>
              </a:ext>
            </a:extLst>
          </p:cNvPr>
          <p:cNvSpPr>
            <a:spLocks noGrp="1"/>
          </p:cNvSpPr>
          <p:nvPr/>
        </p:nvSpPr>
        <p:spPr>
          <a:xfrm>
            <a:off x="2832348" y="2067371"/>
            <a:ext cx="1956048" cy="9525"/>
          </a:xfrm>
          <a:prstGeom prst="rect">
            <a:avLst/>
          </a:prstGeom>
          <a:solidFill>
            <a:srgbClr val="B7D2CA"/>
          </a:solidFill>
          <a:ln w="0">
            <a:solidFill>
              <a:srgbClr val="000000">
                <a:alpha val="0"/>
              </a:srgbClr>
            </a:solidFill>
          </a:ln>
        </p:spPr>
      </p:sp>
      <p:sp>
        <p:nvSpPr>
          <p:cNvPr id="46" name="">
            <a:extLst>
              <a:ext uri="{FF2B5EF4-FFF2-40B4-BE49-F238E27FC236}">
                <a16:creationId id="{2C85ABEB-1A18-4498-87AC-F34F45C4B9C9}"/>
              </a:ext>
            </a:extLst>
          </p:cNvPr>
          <p:cNvSpPr>
            <a:spLocks noGrp="1"/>
          </p:cNvSpPr>
          <p:nvPr/>
        </p:nvSpPr>
        <p:spPr>
          <a:xfrm>
            <a:off x="2832348" y="3498354"/>
            <a:ext cx="1956048" cy="9525"/>
          </a:xfrm>
          <a:prstGeom prst="rect">
            <a:avLst/>
          </a:prstGeom>
          <a:solidFill>
            <a:srgbClr val="B7D2CA"/>
          </a:solidFill>
          <a:ln w="0">
            <a:solidFill>
              <a:srgbClr val="000000">
                <a:alpha val="0"/>
              </a:srgbClr>
            </a:solidFill>
          </a:ln>
        </p:spPr>
      </p:sp>
      <p:sp>
        <p:nvSpPr>
          <p:cNvPr id="47" name="">
            <a:extLst>
              <a:ext uri="{FF2B5EF4-FFF2-40B4-BE49-F238E27FC236}">
                <a16:creationId id="{AF48A36F-50FC-42A5-8A2B-D64B21FFC32C}"/>
              </a:ext>
            </a:extLst>
          </p:cNvPr>
          <p:cNvSpPr>
            <a:spLocks noGrp="1"/>
          </p:cNvSpPr>
          <p:nvPr/>
        </p:nvSpPr>
        <p:spPr>
          <a:xfrm>
            <a:off x="2832348" y="2067371"/>
            <a:ext cx="9525" cy="1440507"/>
          </a:xfrm>
          <a:prstGeom prst="rect">
            <a:avLst/>
          </a:prstGeom>
          <a:solidFill>
            <a:srgbClr val="B7D2CA"/>
          </a:solidFill>
          <a:ln w="0">
            <a:solidFill>
              <a:srgbClr val="000000">
                <a:alpha val="0"/>
              </a:srgbClr>
            </a:solidFill>
          </a:ln>
        </p:spPr>
      </p:sp>
      <p:sp>
        <p:nvSpPr>
          <p:cNvPr id="48" name="">
            <a:extLst>
              <a:ext uri="{FF2B5EF4-FFF2-40B4-BE49-F238E27FC236}">
                <a16:creationId id="{093DCA04-5D0A-47CF-89B2-26EF353CA33A}"/>
              </a:ext>
            </a:extLst>
          </p:cNvPr>
          <p:cNvSpPr>
            <a:spLocks noGrp="1"/>
          </p:cNvSpPr>
          <p:nvPr/>
        </p:nvSpPr>
        <p:spPr>
          <a:xfrm>
            <a:off x="4778871" y="2067371"/>
            <a:ext cx="9525" cy="1440507"/>
          </a:xfrm>
          <a:prstGeom prst="rect">
            <a:avLst/>
          </a:prstGeom>
          <a:solidFill>
            <a:srgbClr val="B7D2CA"/>
          </a:solidFill>
          <a:ln w="0">
            <a:solidFill>
              <a:srgbClr val="000000">
                <a:alpha val="0"/>
              </a:srgbClr>
            </a:solidFill>
          </a:ln>
        </p:spPr>
      </p:sp>
      <p:sp>
        <p:nvSpPr>
          <p:cNvPr id="49" name="">
            <a:extLst>
              <a:ext uri="{FF2B5EF4-FFF2-40B4-BE49-F238E27FC236}">
                <a16:creationId id="{F84582D4-3BCF-4F2A-8BFF-CEDE11B72634}"/>
              </a:ext>
            </a:extLst>
          </p:cNvPr>
          <p:cNvSpPr>
            <a:spLocks noGrp="1"/>
          </p:cNvSpPr>
          <p:nvPr/>
        </p:nvSpPr>
        <p:spPr>
          <a:xfrm>
            <a:off x="2946648" y="2143571"/>
            <a:ext cx="168920" cy="171450"/>
          </a:xfrm>
          <a:prstGeom prst="rect">
            <a:avLst/>
          </a:prstGeom>
          <a:solidFill>
            <a:srgbClr val="000000">
              <a:alpha val="0"/>
            </a:srgbClr>
          </a:solidFill>
          <a:ln w="0">
            <a:solidFill>
              <a:srgbClr val="000000">
                <a:alpha val="0"/>
              </a:srgbClr>
            </a:solidFill>
          </a:ln>
        </p:spPr>
        <p:txBody>
          <a:bodyPr lIns="0" tIns="0" rIns="0" bIns="0" anchor="ctr"/>
          <a:lstStyle/>
          <a:p>
            <a:r>
              <a:rPr sz="682" b="1">
                <a:solidFill>
                  <a:srgbClr val="68727A"/>
                </a:solidFill>
              </a:rPr>
              <a:t>B</a:t>
            </a:r>
          </a:p>
        </p:txBody>
      </p:sp>
      <p:sp>
        <p:nvSpPr>
          <p:cNvPr id="50" name="">
            <a:extLst>
              <a:ext uri="{FF2B5EF4-FFF2-40B4-BE49-F238E27FC236}">
                <a16:creationId id="{BD216E1C-EE61-471A-8B33-7E064B55260F}"/>
              </a:ext>
            </a:extLst>
          </p:cNvPr>
          <p:cNvSpPr>
            <a:spLocks noGrp="1"/>
          </p:cNvSpPr>
          <p:nvPr/>
        </p:nvSpPr>
        <p:spPr>
          <a:xfrm>
            <a:off x="2946648" y="2267396"/>
            <a:ext cx="1351211" cy="276225"/>
          </a:xfrm>
          <a:prstGeom prst="rect">
            <a:avLst/>
          </a:prstGeom>
          <a:solidFill>
            <a:srgbClr val="000000">
              <a:alpha val="0"/>
            </a:srgbClr>
          </a:solidFill>
          <a:ln w="0">
            <a:solidFill>
              <a:srgbClr val="000000">
                <a:alpha val="0"/>
              </a:srgbClr>
            </a:solidFill>
          </a:ln>
        </p:spPr>
        <p:txBody>
          <a:bodyPr lIns="0" tIns="0" rIns="0" bIns="0" anchor="ctr"/>
          <a:lstStyle/>
          <a:p>
            <a:r>
              <a:rPr sz="1160" b="1">
                <a:solidFill>
                  <a:srgbClr val="20272D"/>
                </a:solidFill>
              </a:rPr>
              <a:t>Conditional Flow</a:t>
            </a:r>
          </a:p>
        </p:txBody>
      </p:sp>
      <p:sp>
        <p:nvSpPr>
          <p:cNvPr id="51" name="">
            <a:extLst>
              <a:ext uri="{FF2B5EF4-FFF2-40B4-BE49-F238E27FC236}">
                <a16:creationId id="{F3FB351E-2EB2-41A1-BE16-CE4328790102}"/>
              </a:ext>
            </a:extLst>
          </p:cNvPr>
          <p:cNvSpPr>
            <a:spLocks noGrp="1"/>
          </p:cNvSpPr>
          <p:nvPr/>
        </p:nvSpPr>
        <p:spPr>
          <a:xfrm>
            <a:off x="3742879" y="2468314"/>
            <a:ext cx="329375" cy="600075"/>
          </a:xfrm>
          <a:prstGeom prst="rect">
            <a:avLst/>
          </a:prstGeom>
          <a:solidFill>
            <a:srgbClr val="000000">
              <a:alpha val="0"/>
            </a:srgbClr>
          </a:solidFill>
          <a:ln w="0">
            <a:solidFill>
              <a:srgbClr val="000000">
                <a:alpha val="0"/>
              </a:srgbClr>
            </a:solidFill>
          </a:ln>
        </p:spPr>
        <p:txBody>
          <a:bodyPr lIns="0" tIns="0" rIns="0" bIns="0" anchor="ctr"/>
          <a:lstStyle/>
          <a:p>
            <a:r>
              <a:rPr sz="2594" b="0">
                <a:solidFill>
                  <a:srgbClr val="315D73"/>
                </a:solidFill>
              </a:rPr>
              <a:t>f</a:t>
            </a:r>
          </a:p>
        </p:txBody>
      </p:sp>
      <p:sp>
        <p:nvSpPr>
          <p:cNvPr id="52" name="">
            <a:extLst>
              <a:ext uri="{FF2B5EF4-FFF2-40B4-BE49-F238E27FC236}">
                <a16:creationId id="{3961543A-69EF-4947-92A3-AA6C20F92561}"/>
              </a:ext>
            </a:extLst>
          </p:cNvPr>
          <p:cNvSpPr>
            <a:spLocks noGrp="1"/>
          </p:cNvSpPr>
          <p:nvPr/>
        </p:nvSpPr>
        <p:spPr>
          <a:xfrm>
            <a:off x="2946648" y="2973139"/>
            <a:ext cx="724644"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u = f(z; c)</a:t>
            </a:r>
          </a:p>
        </p:txBody>
      </p:sp>
      <p:sp>
        <p:nvSpPr>
          <p:cNvPr id="53" name="">
            <a:extLst>
              <a:ext uri="{FF2B5EF4-FFF2-40B4-BE49-F238E27FC236}">
                <a16:creationId id="{C87C8FC5-CDA1-4729-B72E-AEEE08DDC9E6}"/>
              </a:ext>
            </a:extLst>
          </p:cNvPr>
          <p:cNvSpPr>
            <a:spLocks noGrp="1"/>
          </p:cNvSpPr>
          <p:nvPr/>
        </p:nvSpPr>
        <p:spPr>
          <a:xfrm>
            <a:off x="2946648" y="3190280"/>
            <a:ext cx="1277541" cy="161925"/>
          </a:xfrm>
          <a:prstGeom prst="rect">
            <a:avLst/>
          </a:prstGeom>
          <a:solidFill>
            <a:srgbClr val="000000">
              <a:alpha val="0"/>
            </a:srgbClr>
          </a:solidFill>
          <a:ln w="0">
            <a:solidFill>
              <a:srgbClr val="000000">
                <a:alpha val="0"/>
              </a:srgbClr>
            </a:solidFill>
          </a:ln>
        </p:spPr>
        <p:txBody>
          <a:bodyPr lIns="0" tIns="0" rIns="0" bIns="0" anchor="ctr"/>
          <a:lstStyle/>
          <a:p>
            <a:r>
              <a:rPr sz="751" b="0">
                <a:solidFill>
                  <a:srgbClr val="68727A"/>
                </a:solidFill>
              </a:rPr>
              <a:t>Invertible transformation</a:t>
            </a:r>
          </a:p>
        </p:txBody>
      </p:sp>
      <p:sp>
        <p:nvSpPr>
          <p:cNvPr id="54" name="">
            <a:extLst>
              <a:ext uri="{FF2B5EF4-FFF2-40B4-BE49-F238E27FC236}">
                <a16:creationId id="{853BA671-C01F-4721-9B87-89F58BB07C16}"/>
              </a:ext>
            </a:extLst>
          </p:cNvPr>
          <p:cNvSpPr>
            <a:spLocks noGrp="1"/>
          </p:cNvSpPr>
          <p:nvPr/>
        </p:nvSpPr>
        <p:spPr>
          <a:xfrm>
            <a:off x="4855071" y="2649438"/>
            <a:ext cx="304800" cy="3048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68727A"/>
                </a:solidFill>
              </a:rPr>
              <a:t>→</a:t>
            </a:r>
          </a:p>
        </p:txBody>
      </p:sp>
      <p:sp>
        <p:nvSpPr>
          <p:cNvPr id="55" name="">
            <a:extLst>
              <a:ext uri="{FF2B5EF4-FFF2-40B4-BE49-F238E27FC236}">
                <a16:creationId id="{7BC80560-31CC-4CB4-959D-803B87E121F1}"/>
              </a:ext>
            </a:extLst>
          </p:cNvPr>
          <p:cNvSpPr>
            <a:spLocks noGrp="1"/>
          </p:cNvSpPr>
          <p:nvPr/>
        </p:nvSpPr>
        <p:spPr>
          <a:xfrm>
            <a:off x="5131296" y="2067371"/>
            <a:ext cx="1956048" cy="1440507"/>
          </a:xfrm>
          <a:prstGeom prst="rect">
            <a:avLst/>
          </a:prstGeom>
          <a:solidFill>
            <a:srgbClr val="F0EEE6"/>
          </a:solidFill>
          <a:ln w="0">
            <a:solidFill>
              <a:srgbClr val="000000">
                <a:alpha val="0"/>
              </a:srgbClr>
            </a:solidFill>
          </a:ln>
        </p:spPr>
      </p:sp>
      <p:sp>
        <p:nvSpPr>
          <p:cNvPr id="56" name="">
            <a:extLst>
              <a:ext uri="{FF2B5EF4-FFF2-40B4-BE49-F238E27FC236}">
                <a16:creationId id="{96DB18F1-038D-4710-B8F6-CBD918FA6308}"/>
              </a:ext>
            </a:extLst>
          </p:cNvPr>
          <p:cNvSpPr>
            <a:spLocks noGrp="1"/>
          </p:cNvSpPr>
          <p:nvPr/>
        </p:nvSpPr>
        <p:spPr>
          <a:xfrm>
            <a:off x="5131296" y="2067371"/>
            <a:ext cx="1956048" cy="9525"/>
          </a:xfrm>
          <a:prstGeom prst="rect">
            <a:avLst/>
          </a:prstGeom>
          <a:solidFill>
            <a:srgbClr val="D6DCD9"/>
          </a:solidFill>
          <a:ln w="0">
            <a:solidFill>
              <a:srgbClr val="000000">
                <a:alpha val="0"/>
              </a:srgbClr>
            </a:solidFill>
          </a:ln>
        </p:spPr>
      </p:sp>
      <p:sp>
        <p:nvSpPr>
          <p:cNvPr id="57" name="">
            <a:extLst>
              <a:ext uri="{FF2B5EF4-FFF2-40B4-BE49-F238E27FC236}">
                <a16:creationId id="{BA6B22C8-84A5-457E-B8EE-AD63496A27F1}"/>
              </a:ext>
            </a:extLst>
          </p:cNvPr>
          <p:cNvSpPr>
            <a:spLocks noGrp="1"/>
          </p:cNvSpPr>
          <p:nvPr/>
        </p:nvSpPr>
        <p:spPr>
          <a:xfrm>
            <a:off x="5131296" y="3498354"/>
            <a:ext cx="1956048" cy="9525"/>
          </a:xfrm>
          <a:prstGeom prst="rect">
            <a:avLst/>
          </a:prstGeom>
          <a:solidFill>
            <a:srgbClr val="D6DCD9"/>
          </a:solidFill>
          <a:ln w="0">
            <a:solidFill>
              <a:srgbClr val="000000">
                <a:alpha val="0"/>
              </a:srgbClr>
            </a:solidFill>
          </a:ln>
        </p:spPr>
      </p:sp>
      <p:sp>
        <p:nvSpPr>
          <p:cNvPr id="58" name="">
            <a:extLst>
              <a:ext uri="{FF2B5EF4-FFF2-40B4-BE49-F238E27FC236}">
                <a16:creationId id="{68FC90C1-0262-486E-8FE3-85B1052FF9F6}"/>
              </a:ext>
            </a:extLst>
          </p:cNvPr>
          <p:cNvSpPr>
            <a:spLocks noGrp="1"/>
          </p:cNvSpPr>
          <p:nvPr/>
        </p:nvSpPr>
        <p:spPr>
          <a:xfrm>
            <a:off x="5131296" y="2067371"/>
            <a:ext cx="9525" cy="1440507"/>
          </a:xfrm>
          <a:prstGeom prst="rect">
            <a:avLst/>
          </a:prstGeom>
          <a:solidFill>
            <a:srgbClr val="D6DCD9"/>
          </a:solidFill>
          <a:ln w="0">
            <a:solidFill>
              <a:srgbClr val="000000">
                <a:alpha val="0"/>
              </a:srgbClr>
            </a:solidFill>
          </a:ln>
        </p:spPr>
      </p:sp>
      <p:sp>
        <p:nvSpPr>
          <p:cNvPr id="59" name="">
            <a:extLst>
              <a:ext uri="{FF2B5EF4-FFF2-40B4-BE49-F238E27FC236}">
                <a16:creationId id="{72D0A315-2C60-4AD4-9E7C-A6A87D55A007}"/>
              </a:ext>
            </a:extLst>
          </p:cNvPr>
          <p:cNvSpPr>
            <a:spLocks noGrp="1"/>
          </p:cNvSpPr>
          <p:nvPr/>
        </p:nvSpPr>
        <p:spPr>
          <a:xfrm>
            <a:off x="7077819" y="2067371"/>
            <a:ext cx="9525" cy="1440507"/>
          </a:xfrm>
          <a:prstGeom prst="rect">
            <a:avLst/>
          </a:prstGeom>
          <a:solidFill>
            <a:srgbClr val="D6DCD9"/>
          </a:solidFill>
          <a:ln w="0">
            <a:solidFill>
              <a:srgbClr val="000000">
                <a:alpha val="0"/>
              </a:srgbClr>
            </a:solidFill>
          </a:ln>
        </p:spPr>
      </p:sp>
      <p:sp>
        <p:nvSpPr>
          <p:cNvPr id="60" name="">
            <a:extLst>
              <a:ext uri="{FF2B5EF4-FFF2-40B4-BE49-F238E27FC236}">
                <a16:creationId id="{C8BA336F-B72B-4429-81A1-39FB92B45080}"/>
              </a:ext>
            </a:extLst>
          </p:cNvPr>
          <p:cNvSpPr>
            <a:spLocks noGrp="1"/>
          </p:cNvSpPr>
          <p:nvPr/>
        </p:nvSpPr>
        <p:spPr>
          <a:xfrm>
            <a:off x="5245596" y="2143571"/>
            <a:ext cx="159246" cy="171450"/>
          </a:xfrm>
          <a:prstGeom prst="rect">
            <a:avLst/>
          </a:prstGeom>
          <a:solidFill>
            <a:srgbClr val="000000">
              <a:alpha val="0"/>
            </a:srgbClr>
          </a:solidFill>
          <a:ln w="0">
            <a:solidFill>
              <a:srgbClr val="000000">
                <a:alpha val="0"/>
              </a:srgbClr>
            </a:solidFill>
          </a:ln>
        </p:spPr>
        <p:txBody>
          <a:bodyPr lIns="0" tIns="0" rIns="0" bIns="0" anchor="ctr"/>
          <a:lstStyle/>
          <a:p>
            <a:r>
              <a:rPr sz="682" b="1">
                <a:solidFill>
                  <a:srgbClr val="68727A"/>
                </a:solidFill>
              </a:rPr>
              <a:t>C</a:t>
            </a:r>
          </a:p>
        </p:txBody>
      </p:sp>
      <p:sp>
        <p:nvSpPr>
          <p:cNvPr id="61" name="">
            <a:extLst>
              <a:ext uri="{FF2B5EF4-FFF2-40B4-BE49-F238E27FC236}">
                <a16:creationId id="{8EAB0674-F55C-4A18-867F-5043C0A66E86}"/>
              </a:ext>
            </a:extLst>
          </p:cNvPr>
          <p:cNvSpPr>
            <a:spLocks noGrp="1"/>
          </p:cNvSpPr>
          <p:nvPr/>
        </p:nvSpPr>
        <p:spPr>
          <a:xfrm>
            <a:off x="5245596" y="2267396"/>
            <a:ext cx="1516707" cy="276225"/>
          </a:xfrm>
          <a:prstGeom prst="rect">
            <a:avLst/>
          </a:prstGeom>
          <a:solidFill>
            <a:srgbClr val="000000">
              <a:alpha val="0"/>
            </a:srgbClr>
          </a:solidFill>
          <a:ln w="0">
            <a:solidFill>
              <a:srgbClr val="000000">
                <a:alpha val="0"/>
              </a:srgbClr>
            </a:solidFill>
          </a:ln>
        </p:spPr>
        <p:txBody>
          <a:bodyPr lIns="0" tIns="0" rIns="0" bIns="0" anchor="ctr"/>
          <a:lstStyle/>
          <a:p>
            <a:r>
              <a:rPr sz="1160" b="1">
                <a:solidFill>
                  <a:srgbClr val="20272D"/>
                </a:solidFill>
              </a:rPr>
              <a:t>Standard Gaussian</a:t>
            </a:r>
          </a:p>
        </p:txBody>
      </p:sp>
      <p:pic>
        <p:nvPicPr>
          <p:cNvPr id="62" name=""/>
          <p:cNvPicPr>
            <a:picLocks noChangeAspect="1"/>
          </p:cNvPicPr>
          <p:nvPr/>
        </p:nvPicPr>
        <p:blipFill>
          <a:blip r:embed="R2ad47ac252894029"/>
          <a:srcRect l="0" t="644" r="0" b="644"/>
          <a:stretch>
            <a:fillRect l="0" t="0" r="0" b="0"/>
          </a:stretch>
        </p:blipFill>
        <p:spPr>
          <a:xfrm>
            <a:off x="5245596" y="2544514"/>
            <a:ext cx="1727448" cy="428625"/>
          </a:xfrm>
          <a:prstGeom prst="rect">
            <a:avLst/>
          </a:prstGeom>
        </p:spPr>
      </p:pic>
      <p:sp>
        <p:nvSpPr>
          <p:cNvPr id="63" name="">
            <a:extLst>
              <a:ext uri="{FF2B5EF4-FFF2-40B4-BE49-F238E27FC236}">
                <a16:creationId id="{4FE0C304-39C8-49D0-90A5-8DC39679E578}"/>
              </a:ext>
            </a:extLst>
          </p:cNvPr>
          <p:cNvSpPr>
            <a:spLocks noGrp="1"/>
          </p:cNvSpPr>
          <p:nvPr/>
        </p:nvSpPr>
        <p:spPr>
          <a:xfrm>
            <a:off x="5245596" y="2982664"/>
            <a:ext cx="777329"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u ∼ N(0, I)</a:t>
            </a:r>
          </a:p>
        </p:txBody>
      </p:sp>
      <p:sp>
        <p:nvSpPr>
          <p:cNvPr id="64" name="">
            <a:extLst>
              <a:ext uri="{FF2B5EF4-FFF2-40B4-BE49-F238E27FC236}">
                <a16:creationId id="{D67E6044-40EF-4DDE-8185-29E85183F663}"/>
              </a:ext>
            </a:extLst>
          </p:cNvPr>
          <p:cNvSpPr>
            <a:spLocks noGrp="1"/>
          </p:cNvSpPr>
          <p:nvPr/>
        </p:nvSpPr>
        <p:spPr>
          <a:xfrm>
            <a:off x="7334994" y="1953071"/>
            <a:ext cx="4418707" cy="1650057"/>
          </a:xfrm>
          <a:prstGeom prst="rect">
            <a:avLst/>
          </a:prstGeom>
          <a:solidFill>
            <a:srgbClr val="F1F0E6"/>
          </a:solidFill>
          <a:ln w="0">
            <a:solidFill>
              <a:srgbClr val="000000">
                <a:alpha val="0"/>
              </a:srgbClr>
            </a:solidFill>
          </a:ln>
        </p:spPr>
      </p:sp>
      <p:sp>
        <p:nvSpPr>
          <p:cNvPr id="65" name="">
            <a:extLst>
              <a:ext uri="{FF2B5EF4-FFF2-40B4-BE49-F238E27FC236}">
                <a16:creationId id="{E787F422-4554-4ABA-AC23-42916DD92F0A}"/>
              </a:ext>
            </a:extLst>
          </p:cNvPr>
          <p:cNvSpPr>
            <a:spLocks noGrp="1"/>
          </p:cNvSpPr>
          <p:nvPr/>
        </p:nvSpPr>
        <p:spPr>
          <a:xfrm>
            <a:off x="7334994" y="1953071"/>
            <a:ext cx="4418707" cy="28575"/>
          </a:xfrm>
          <a:prstGeom prst="rect">
            <a:avLst/>
          </a:prstGeom>
          <a:solidFill>
            <a:srgbClr val="A8793D"/>
          </a:solidFill>
          <a:ln w="0">
            <a:solidFill>
              <a:srgbClr val="000000">
                <a:alpha val="0"/>
              </a:srgbClr>
            </a:solidFill>
          </a:ln>
        </p:spPr>
      </p:sp>
      <p:sp>
        <p:nvSpPr>
          <p:cNvPr id="66" name="">
            <a:extLst>
              <a:ext uri="{FF2B5EF4-FFF2-40B4-BE49-F238E27FC236}">
                <a16:creationId id="{3BD7B49E-FB48-4274-B8BD-B6A5185656B1}"/>
              </a:ext>
            </a:extLst>
          </p:cNvPr>
          <p:cNvSpPr>
            <a:spLocks noGrp="1"/>
          </p:cNvSpPr>
          <p:nvPr/>
        </p:nvSpPr>
        <p:spPr>
          <a:xfrm>
            <a:off x="7334994" y="3593604"/>
            <a:ext cx="4418707" cy="9525"/>
          </a:xfrm>
          <a:prstGeom prst="rect">
            <a:avLst/>
          </a:prstGeom>
          <a:solidFill>
            <a:srgbClr val="D6DCD9"/>
          </a:solidFill>
          <a:ln w="0">
            <a:solidFill>
              <a:srgbClr val="000000">
                <a:alpha val="0"/>
              </a:srgbClr>
            </a:solidFill>
          </a:ln>
        </p:spPr>
      </p:sp>
      <p:sp>
        <p:nvSpPr>
          <p:cNvPr id="67" name="">
            <a:extLst>
              <a:ext uri="{FF2B5EF4-FFF2-40B4-BE49-F238E27FC236}">
                <a16:creationId id="{2F5FB3FF-C50B-44DD-BFE1-03AC93D9ACEF}"/>
              </a:ext>
            </a:extLst>
          </p:cNvPr>
          <p:cNvSpPr>
            <a:spLocks noGrp="1"/>
          </p:cNvSpPr>
          <p:nvPr/>
        </p:nvSpPr>
        <p:spPr>
          <a:xfrm>
            <a:off x="7334994" y="1953071"/>
            <a:ext cx="9525" cy="1650057"/>
          </a:xfrm>
          <a:prstGeom prst="rect">
            <a:avLst/>
          </a:prstGeom>
          <a:solidFill>
            <a:srgbClr val="D6DCD9"/>
          </a:solidFill>
          <a:ln w="0">
            <a:solidFill>
              <a:srgbClr val="000000">
                <a:alpha val="0"/>
              </a:srgbClr>
            </a:solidFill>
          </a:ln>
        </p:spPr>
      </p:sp>
      <p:sp>
        <p:nvSpPr>
          <p:cNvPr id="68" name="">
            <a:extLst>
              <a:ext uri="{FF2B5EF4-FFF2-40B4-BE49-F238E27FC236}">
                <a16:creationId id="{A34F6115-DD71-421C-90BB-D6B2254B57A5}"/>
              </a:ext>
            </a:extLst>
          </p:cNvPr>
          <p:cNvSpPr>
            <a:spLocks noGrp="1"/>
          </p:cNvSpPr>
          <p:nvPr/>
        </p:nvSpPr>
        <p:spPr>
          <a:xfrm>
            <a:off x="11744176" y="1953071"/>
            <a:ext cx="9525" cy="1650057"/>
          </a:xfrm>
          <a:prstGeom prst="rect">
            <a:avLst/>
          </a:prstGeom>
          <a:solidFill>
            <a:srgbClr val="D6DCD9"/>
          </a:solidFill>
          <a:ln w="0">
            <a:solidFill>
              <a:srgbClr val="000000">
                <a:alpha val="0"/>
              </a:srgbClr>
            </a:solidFill>
          </a:ln>
        </p:spPr>
      </p:sp>
      <p:sp>
        <p:nvSpPr>
          <p:cNvPr id="69" name="">
            <a:extLst>
              <a:ext uri="{FF2B5EF4-FFF2-40B4-BE49-F238E27FC236}">
                <a16:creationId id="{DE935645-AF9D-4F8A-8E9D-00DAC0FAEB9F}"/>
              </a:ext>
            </a:extLst>
          </p:cNvPr>
          <p:cNvSpPr>
            <a:spLocks noGrp="1"/>
          </p:cNvSpPr>
          <p:nvPr/>
        </p:nvSpPr>
        <p:spPr>
          <a:xfrm>
            <a:off x="7477869" y="2067371"/>
            <a:ext cx="1135856" cy="171450"/>
          </a:xfrm>
          <a:prstGeom prst="rect">
            <a:avLst/>
          </a:prstGeom>
          <a:solidFill>
            <a:srgbClr val="000000">
              <a:alpha val="0"/>
            </a:srgbClr>
          </a:solidFill>
          <a:ln w="0">
            <a:solidFill>
              <a:srgbClr val="000000">
                <a:alpha val="0"/>
              </a:srgbClr>
            </a:solidFill>
          </a:ln>
        </p:spPr>
        <p:txBody>
          <a:bodyPr lIns="0" tIns="0" rIns="0" bIns="0" anchor="ctr"/>
          <a:lstStyle/>
          <a:p>
            <a:r>
              <a:rPr sz="682" b="1">
                <a:solidFill>
                  <a:srgbClr val="A8793D"/>
                </a:solidFill>
              </a:rPr>
              <a:t>OPTIMISE THE MAP</a:t>
            </a:r>
          </a:p>
        </p:txBody>
      </p:sp>
      <p:sp>
        <p:nvSpPr>
          <p:cNvPr id="70" name="">
            <a:extLst>
              <a:ext uri="{FF2B5EF4-FFF2-40B4-BE49-F238E27FC236}">
                <a16:creationId id="{D5FCEFA4-287C-4FDA-9668-C4520EAAEDB8}"/>
              </a:ext>
            </a:extLst>
          </p:cNvPr>
          <p:cNvSpPr>
            <a:spLocks noGrp="1"/>
          </p:cNvSpPr>
          <p:nvPr/>
        </p:nvSpPr>
        <p:spPr>
          <a:xfrm>
            <a:off x="7477869" y="2257871"/>
            <a:ext cx="1895029" cy="266700"/>
          </a:xfrm>
          <a:prstGeom prst="rect">
            <a:avLst/>
          </a:prstGeom>
          <a:solidFill>
            <a:srgbClr val="000000">
              <a:alpha val="0"/>
            </a:srgbClr>
          </a:solidFill>
          <a:ln w="0">
            <a:solidFill>
              <a:srgbClr val="000000">
                <a:alpha val="0"/>
              </a:srgbClr>
            </a:solidFill>
          </a:ln>
        </p:spPr>
        <p:txBody>
          <a:bodyPr lIns="0" tIns="0" rIns="0" bIns="0" anchor="ctr"/>
          <a:lstStyle/>
          <a:p>
            <a:r>
              <a:rPr sz="1092" b="1">
                <a:solidFill>
                  <a:srgbClr val="20272D"/>
                </a:solidFill>
              </a:rPr>
              <a:t>Conditional log-likelihood</a:t>
            </a:r>
          </a:p>
        </p:txBody>
      </p:sp>
      <p:sp>
        <p:nvSpPr>
          <p:cNvPr id="71" name="">
            <a:extLst>
              <a:ext uri="{FF2B5EF4-FFF2-40B4-BE49-F238E27FC236}">
                <a16:creationId id="{B2B52D44-707B-4654-BE94-8C80A741A72C}"/>
              </a:ext>
            </a:extLst>
          </p:cNvPr>
          <p:cNvSpPr>
            <a:spLocks noGrp="1"/>
          </p:cNvSpPr>
          <p:nvPr/>
        </p:nvSpPr>
        <p:spPr>
          <a:xfrm>
            <a:off x="10376595" y="2219771"/>
            <a:ext cx="1329482" cy="314325"/>
          </a:xfrm>
          <a:prstGeom prst="rect">
            <a:avLst/>
          </a:prstGeom>
          <a:solidFill>
            <a:srgbClr val="000000">
              <a:alpha val="0"/>
            </a:srgbClr>
          </a:solidFill>
          <a:ln w="0">
            <a:solidFill>
              <a:srgbClr val="000000">
                <a:alpha val="0"/>
              </a:srgbClr>
            </a:solidFill>
          </a:ln>
        </p:spPr>
        <p:txBody>
          <a:bodyPr lIns="0" tIns="0" rIns="0" bIns="0" anchor="ctr"/>
          <a:lstStyle/>
          <a:p>
            <a:r>
              <a:rPr sz="1297" b="1">
                <a:solidFill>
                  <a:srgbClr val="20272D"/>
                </a:solidFill>
              </a:rPr>
              <a:t>L = −log p(z | c)</a:t>
            </a:r>
          </a:p>
        </p:txBody>
      </p:sp>
      <p:sp>
        <p:nvSpPr>
          <p:cNvPr id="72" name="">
            <a:extLst>
              <a:ext uri="{FF2B5EF4-FFF2-40B4-BE49-F238E27FC236}">
                <a16:creationId id="{D299BBDC-B2BF-4033-88E7-9897BD20B5AB}"/>
              </a:ext>
            </a:extLst>
          </p:cNvPr>
          <p:cNvSpPr>
            <a:spLocks noGrp="1"/>
          </p:cNvSpPr>
          <p:nvPr/>
        </p:nvSpPr>
        <p:spPr>
          <a:xfrm>
            <a:off x="7477869" y="2541687"/>
            <a:ext cx="2599730"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20272D"/>
                </a:solidFill>
              </a:rPr>
              <a:t>log p(z | c) = log p(u) + log |det J|</a:t>
            </a:r>
          </a:p>
        </p:txBody>
      </p:sp>
      <p:sp>
        <p:nvSpPr>
          <p:cNvPr id="73" name="">
            <a:extLst>
              <a:ext uri="{FF2B5EF4-FFF2-40B4-BE49-F238E27FC236}">
                <a16:creationId id="{CF2D6E16-6569-498D-9AD6-E87225F0FDCA}"/>
              </a:ext>
            </a:extLst>
          </p:cNvPr>
          <p:cNvSpPr>
            <a:spLocks noGrp="1"/>
          </p:cNvSpPr>
          <p:nvPr/>
        </p:nvSpPr>
        <p:spPr>
          <a:xfrm>
            <a:off x="7477869" y="2833092"/>
            <a:ext cx="824359"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J = ∂f(z; c) / ∂z</a:t>
            </a:r>
          </a:p>
        </p:txBody>
      </p:sp>
      <p:sp>
        <p:nvSpPr>
          <p:cNvPr id="74" name="">
            <a:extLst>
              <a:ext uri="{FF2B5EF4-FFF2-40B4-BE49-F238E27FC236}">
                <a16:creationId id="{74B32064-08FF-4726-B680-D547C9AAD3D8}"/>
              </a:ext>
            </a:extLst>
          </p:cNvPr>
          <p:cNvSpPr>
            <a:spLocks noGrp="1"/>
          </p:cNvSpPr>
          <p:nvPr/>
        </p:nvSpPr>
        <p:spPr>
          <a:xfrm>
            <a:off x="7477869" y="3014067"/>
            <a:ext cx="1592907"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log p(u) = −½‖u‖² − ³⁄₂ log(2π)</a:t>
            </a:r>
          </a:p>
        </p:txBody>
      </p:sp>
      <p:sp>
        <p:nvSpPr>
          <p:cNvPr id="75" name="">
            <a:extLst>
              <a:ext uri="{FF2B5EF4-FFF2-40B4-BE49-F238E27FC236}">
                <a16:creationId id="{7A59D5E7-B59A-4CD5-9FB9-8C7192E2DFC2}"/>
              </a:ext>
            </a:extLst>
          </p:cNvPr>
          <p:cNvSpPr>
            <a:spLocks noGrp="1"/>
          </p:cNvSpPr>
          <p:nvPr/>
        </p:nvSpPr>
        <p:spPr>
          <a:xfrm>
            <a:off x="7477869" y="3233142"/>
            <a:ext cx="4132957" cy="9525"/>
          </a:xfrm>
          <a:prstGeom prst="rect">
            <a:avLst/>
          </a:prstGeom>
          <a:solidFill>
            <a:srgbClr val="D6DCD9"/>
          </a:solidFill>
          <a:ln w="0">
            <a:solidFill>
              <a:srgbClr val="000000">
                <a:alpha val="0"/>
              </a:srgbClr>
            </a:solidFill>
          </a:ln>
        </p:spPr>
      </p:sp>
      <p:sp>
        <p:nvSpPr>
          <p:cNvPr id="76" name="">
            <a:extLst>
              <a:ext uri="{FF2B5EF4-FFF2-40B4-BE49-F238E27FC236}">
                <a16:creationId id="{CBF07D5B-B1EF-4CC5-AB04-FAE1663A988C}"/>
              </a:ext>
            </a:extLst>
          </p:cNvPr>
          <p:cNvSpPr>
            <a:spLocks noGrp="1"/>
          </p:cNvSpPr>
          <p:nvPr/>
        </p:nvSpPr>
        <p:spPr>
          <a:xfrm>
            <a:off x="7477869" y="3309342"/>
            <a:ext cx="2655838"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 Backpropagation updates Flow parameters.</a:t>
            </a:r>
          </a:p>
        </p:txBody>
      </p:sp>
      <p:sp>
        <p:nvSpPr>
          <p:cNvPr id="77" name="">
            <a:extLst>
              <a:ext uri="{FF2B5EF4-FFF2-40B4-BE49-F238E27FC236}">
                <a16:creationId id="{05828C13-FF93-4D12-8F9C-86A208182B58}"/>
              </a:ext>
            </a:extLst>
          </p:cNvPr>
          <p:cNvSpPr>
            <a:spLocks noGrp="1"/>
          </p:cNvSpPr>
          <p:nvPr/>
        </p:nvSpPr>
        <p:spPr>
          <a:xfrm>
            <a:off x="438150" y="3698379"/>
            <a:ext cx="11315700" cy="9525"/>
          </a:xfrm>
          <a:prstGeom prst="rect">
            <a:avLst/>
          </a:prstGeom>
          <a:solidFill>
            <a:srgbClr val="D6DCD9"/>
          </a:solidFill>
          <a:ln w="0">
            <a:solidFill>
              <a:srgbClr val="000000">
                <a:alpha val="0"/>
              </a:srgbClr>
            </a:solidFill>
          </a:ln>
        </p:spPr>
      </p:sp>
      <p:sp>
        <p:nvSpPr>
          <p:cNvPr id="78" name="">
            <a:extLst>
              <a:ext uri="{FF2B5EF4-FFF2-40B4-BE49-F238E27FC236}">
                <a16:creationId id="{874830CC-3FFE-424E-A80D-B8792D5B9EE8}"/>
              </a:ext>
            </a:extLst>
          </p:cNvPr>
          <p:cNvSpPr>
            <a:spLocks noGrp="1"/>
          </p:cNvSpPr>
          <p:nvPr/>
        </p:nvSpPr>
        <p:spPr>
          <a:xfrm>
            <a:off x="438150" y="3841254"/>
            <a:ext cx="1020961" cy="190500"/>
          </a:xfrm>
          <a:prstGeom prst="rect">
            <a:avLst/>
          </a:prstGeom>
          <a:solidFill>
            <a:srgbClr val="000000">
              <a:alpha val="0"/>
            </a:srgbClr>
          </a:solidFill>
          <a:ln w="0">
            <a:solidFill>
              <a:srgbClr val="000000">
                <a:alpha val="0"/>
              </a:srgbClr>
            </a:solidFill>
          </a:ln>
        </p:spPr>
        <p:txBody>
          <a:bodyPr lIns="0" tIns="0" rIns="0" bIns="0" anchor="ctr"/>
          <a:lstStyle/>
          <a:p>
            <a:r>
              <a:rPr sz="751" b="1">
                <a:solidFill>
                  <a:srgbClr val="4D8178"/>
                </a:solidFill>
              </a:rPr>
              <a:t>02 / INFERENCE</a:t>
            </a:r>
          </a:p>
        </p:txBody>
      </p:sp>
      <p:sp>
        <p:nvSpPr>
          <p:cNvPr id="79" name="">
            <a:extLst>
              <a:ext uri="{FF2B5EF4-FFF2-40B4-BE49-F238E27FC236}">
                <a16:creationId id="{6E4F31FE-C9CE-47EF-81BA-65A866C92829}"/>
              </a:ext>
            </a:extLst>
          </p:cNvPr>
          <p:cNvSpPr>
            <a:spLocks noGrp="1"/>
          </p:cNvSpPr>
          <p:nvPr/>
        </p:nvSpPr>
        <p:spPr>
          <a:xfrm>
            <a:off x="1478161" y="3707904"/>
            <a:ext cx="2140000" cy="37147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Generate candidates</a:t>
            </a:r>
          </a:p>
        </p:txBody>
      </p:sp>
      <p:sp>
        <p:nvSpPr>
          <p:cNvPr id="80" name="">
            <a:extLst>
              <a:ext uri="{FF2B5EF4-FFF2-40B4-BE49-F238E27FC236}">
                <a16:creationId id="{6556FEA4-4C2F-4A2D-978C-411262263A9E}"/>
              </a:ext>
            </a:extLst>
          </p:cNvPr>
          <p:cNvSpPr>
            <a:spLocks noGrp="1"/>
          </p:cNvSpPr>
          <p:nvPr/>
        </p:nvSpPr>
        <p:spPr>
          <a:xfrm>
            <a:off x="10020300" y="3822204"/>
            <a:ext cx="1828800"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Reverse the map, then select</a:t>
            </a:r>
          </a:p>
        </p:txBody>
      </p:sp>
      <p:sp>
        <p:nvSpPr>
          <p:cNvPr id="81" name="">
            <a:extLst>
              <a:ext uri="{FF2B5EF4-FFF2-40B4-BE49-F238E27FC236}">
                <a16:creationId id="{91F5C972-37FA-464A-9C69-338AFBDF8E9F}"/>
              </a:ext>
            </a:extLst>
          </p:cNvPr>
          <p:cNvSpPr>
            <a:spLocks noGrp="1"/>
          </p:cNvSpPr>
          <p:nvPr/>
        </p:nvSpPr>
        <p:spPr>
          <a:xfrm>
            <a:off x="438150" y="4089350"/>
            <a:ext cx="2019300" cy="1595884"/>
          </a:xfrm>
          <a:prstGeom prst="rect">
            <a:avLst/>
          </a:prstGeom>
          <a:solidFill>
            <a:srgbClr val="EDF2F0"/>
          </a:solidFill>
          <a:ln w="0">
            <a:solidFill>
              <a:srgbClr val="000000">
                <a:alpha val="0"/>
              </a:srgbClr>
            </a:solidFill>
          </a:ln>
        </p:spPr>
      </p:sp>
      <p:sp>
        <p:nvSpPr>
          <p:cNvPr id="82" name="">
            <a:extLst>
              <a:ext uri="{FF2B5EF4-FFF2-40B4-BE49-F238E27FC236}">
                <a16:creationId id="{2441125E-72A6-4EAA-ADF5-11EC6B4CA836}"/>
              </a:ext>
            </a:extLst>
          </p:cNvPr>
          <p:cNvSpPr>
            <a:spLocks noGrp="1"/>
          </p:cNvSpPr>
          <p:nvPr/>
        </p:nvSpPr>
        <p:spPr>
          <a:xfrm>
            <a:off x="438150" y="4089350"/>
            <a:ext cx="2019300" cy="28575"/>
          </a:xfrm>
          <a:prstGeom prst="rect">
            <a:avLst/>
          </a:prstGeom>
          <a:solidFill>
            <a:srgbClr val="D6DCD9"/>
          </a:solidFill>
          <a:ln w="0">
            <a:solidFill>
              <a:srgbClr val="000000">
                <a:alpha val="0"/>
              </a:srgbClr>
            </a:solidFill>
          </a:ln>
        </p:spPr>
      </p:sp>
      <p:sp>
        <p:nvSpPr>
          <p:cNvPr id="83" name="">
            <a:extLst>
              <a:ext uri="{FF2B5EF4-FFF2-40B4-BE49-F238E27FC236}">
                <a16:creationId id="{AEE087FA-6FE5-4023-95E1-CC9334829D0B}"/>
              </a:ext>
            </a:extLst>
          </p:cNvPr>
          <p:cNvSpPr>
            <a:spLocks noGrp="1"/>
          </p:cNvSpPr>
          <p:nvPr/>
        </p:nvSpPr>
        <p:spPr>
          <a:xfrm>
            <a:off x="438150" y="5675709"/>
            <a:ext cx="2019300" cy="9525"/>
          </a:xfrm>
          <a:prstGeom prst="rect">
            <a:avLst/>
          </a:prstGeom>
          <a:solidFill>
            <a:srgbClr val="D6DCD9"/>
          </a:solidFill>
          <a:ln w="0">
            <a:solidFill>
              <a:srgbClr val="000000">
                <a:alpha val="0"/>
              </a:srgbClr>
            </a:solidFill>
          </a:ln>
        </p:spPr>
      </p:sp>
      <p:sp>
        <p:nvSpPr>
          <p:cNvPr id="84" name="">
            <a:extLst>
              <a:ext uri="{FF2B5EF4-FFF2-40B4-BE49-F238E27FC236}">
                <a16:creationId id="{38AB8ABF-701C-44E5-9796-2EB55BFFE955}"/>
              </a:ext>
            </a:extLst>
          </p:cNvPr>
          <p:cNvSpPr>
            <a:spLocks noGrp="1"/>
          </p:cNvSpPr>
          <p:nvPr/>
        </p:nvSpPr>
        <p:spPr>
          <a:xfrm>
            <a:off x="438150" y="4089350"/>
            <a:ext cx="9525" cy="1595884"/>
          </a:xfrm>
          <a:prstGeom prst="rect">
            <a:avLst/>
          </a:prstGeom>
          <a:solidFill>
            <a:srgbClr val="D6DCD9"/>
          </a:solidFill>
          <a:ln w="0">
            <a:solidFill>
              <a:srgbClr val="000000">
                <a:alpha val="0"/>
              </a:srgbClr>
            </a:solidFill>
          </a:ln>
        </p:spPr>
      </p:sp>
      <p:sp>
        <p:nvSpPr>
          <p:cNvPr id="85" name="">
            <a:extLst>
              <a:ext uri="{FF2B5EF4-FFF2-40B4-BE49-F238E27FC236}">
                <a16:creationId id="{E5E10D20-BBD8-4478-91CC-155BF94D83C2}"/>
              </a:ext>
            </a:extLst>
          </p:cNvPr>
          <p:cNvSpPr>
            <a:spLocks noGrp="1"/>
          </p:cNvSpPr>
          <p:nvPr/>
        </p:nvSpPr>
        <p:spPr>
          <a:xfrm>
            <a:off x="2447925" y="4089350"/>
            <a:ext cx="9525" cy="1595884"/>
          </a:xfrm>
          <a:prstGeom prst="rect">
            <a:avLst/>
          </a:prstGeom>
          <a:solidFill>
            <a:srgbClr val="D6DCD9"/>
          </a:solidFill>
          <a:ln w="0">
            <a:solidFill>
              <a:srgbClr val="000000">
                <a:alpha val="0"/>
              </a:srgbClr>
            </a:solidFill>
          </a:ln>
        </p:spPr>
      </p:sp>
      <p:sp>
        <p:nvSpPr>
          <p:cNvPr id="86" name="">
            <a:extLst>
              <a:ext uri="{FF2B5EF4-FFF2-40B4-BE49-F238E27FC236}">
                <a16:creationId id="{CFEE7B2C-102E-4CF5-A47A-B272C4A197BB}"/>
              </a:ext>
            </a:extLst>
          </p:cNvPr>
          <p:cNvSpPr>
            <a:spLocks noGrp="1"/>
          </p:cNvSpPr>
          <p:nvPr/>
        </p:nvSpPr>
        <p:spPr>
          <a:xfrm>
            <a:off x="542925" y="4175075"/>
            <a:ext cx="214908" cy="171450"/>
          </a:xfrm>
          <a:prstGeom prst="rect">
            <a:avLst/>
          </a:prstGeom>
          <a:solidFill>
            <a:srgbClr val="000000">
              <a:alpha val="0"/>
            </a:srgbClr>
          </a:solidFill>
          <a:ln w="0">
            <a:solidFill>
              <a:srgbClr val="000000">
                <a:alpha val="0"/>
              </a:srgbClr>
            </a:solidFill>
          </a:ln>
        </p:spPr>
        <p:txBody>
          <a:bodyPr lIns="0" tIns="0" rIns="0" bIns="0" anchor="ctr"/>
          <a:lstStyle/>
          <a:p>
            <a:r>
              <a:rPr sz="682" b="1">
                <a:solidFill>
                  <a:srgbClr val="68727A"/>
                </a:solidFill>
              </a:rPr>
              <a:t>01</a:t>
            </a:r>
          </a:p>
        </p:txBody>
      </p:sp>
      <p:sp>
        <p:nvSpPr>
          <p:cNvPr id="87" name="">
            <a:extLst>
              <a:ext uri="{FF2B5EF4-FFF2-40B4-BE49-F238E27FC236}">
                <a16:creationId id="{D628A1C3-9AC1-40B2-90C8-647B1E0ADB1A}"/>
              </a:ext>
            </a:extLst>
          </p:cNvPr>
          <p:cNvSpPr>
            <a:spLocks noGrp="1"/>
          </p:cNvSpPr>
          <p:nvPr/>
        </p:nvSpPr>
        <p:spPr>
          <a:xfrm>
            <a:off x="542925" y="4279850"/>
            <a:ext cx="953988" cy="266700"/>
          </a:xfrm>
          <a:prstGeom prst="rect">
            <a:avLst/>
          </a:prstGeom>
          <a:solidFill>
            <a:srgbClr val="000000">
              <a:alpha val="0"/>
            </a:srgbClr>
          </a:solidFill>
          <a:ln w="0">
            <a:solidFill>
              <a:srgbClr val="000000">
                <a:alpha val="0"/>
              </a:srgbClr>
            </a:solidFill>
          </a:ln>
        </p:spPr>
        <p:txBody>
          <a:bodyPr lIns="0" tIns="0" rIns="0" bIns="0" anchor="ctr"/>
          <a:lstStyle/>
          <a:p>
            <a:r>
              <a:rPr sz="1092" b="1">
                <a:solidFill>
                  <a:srgbClr val="20272D"/>
                </a:solidFill>
              </a:rPr>
              <a:t>Monte Carlo</a:t>
            </a:r>
          </a:p>
        </p:txBody>
      </p:sp>
      <p:pic>
        <p:nvPicPr>
          <p:cNvPr id="88" name=""/>
          <p:cNvPicPr>
            <a:picLocks noChangeAspect="1"/>
          </p:cNvPicPr>
          <p:nvPr/>
        </p:nvPicPr>
        <p:blipFill>
          <a:blip r:embed="R90210d3c7d354d30"/>
          <a:srcRect l="0" t="1020" r="0" b="1020"/>
          <a:stretch>
            <a:fillRect l="0" t="0" r="0" b="0"/>
          </a:stretch>
        </p:blipFill>
        <p:spPr>
          <a:xfrm>
            <a:off x="542925" y="4718000"/>
            <a:ext cx="1809750" cy="457200"/>
          </a:xfrm>
          <a:prstGeom prst="rect">
            <a:avLst/>
          </a:prstGeom>
        </p:spPr>
      </p:pic>
      <p:sp>
        <p:nvSpPr>
          <p:cNvPr id="89" name="">
            <a:extLst>
              <a:ext uri="{FF2B5EF4-FFF2-40B4-BE49-F238E27FC236}">
                <a16:creationId id="{3C1CAE0C-6E26-4A77-B5E2-9027CC6BC944}"/>
              </a:ext>
            </a:extLst>
          </p:cNvPr>
          <p:cNvSpPr>
            <a:spLocks noGrp="1"/>
          </p:cNvSpPr>
          <p:nvPr/>
        </p:nvSpPr>
        <p:spPr>
          <a:xfrm>
            <a:off x="542925" y="5213300"/>
            <a:ext cx="1276648"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M samples u ∼ N(0, I)</a:t>
            </a:r>
          </a:p>
        </p:txBody>
      </p:sp>
      <p:sp>
        <p:nvSpPr>
          <p:cNvPr id="90" name="">
            <a:extLst>
              <a:ext uri="{FF2B5EF4-FFF2-40B4-BE49-F238E27FC236}">
                <a16:creationId id="{A23FD511-661D-4561-BFD5-7EA10E1BB179}"/>
              </a:ext>
            </a:extLst>
          </p:cNvPr>
          <p:cNvSpPr>
            <a:spLocks noGrp="1"/>
          </p:cNvSpPr>
          <p:nvPr/>
        </p:nvSpPr>
        <p:spPr>
          <a:xfrm>
            <a:off x="2524125" y="4749105"/>
            <a:ext cx="304800" cy="3048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68727A"/>
                </a:solidFill>
              </a:rPr>
              <a:t>→</a:t>
            </a:r>
          </a:p>
        </p:txBody>
      </p:sp>
      <p:sp>
        <p:nvSpPr>
          <p:cNvPr id="91" name="">
            <a:extLst>
              <a:ext uri="{FF2B5EF4-FFF2-40B4-BE49-F238E27FC236}">
                <a16:creationId id="{ABC9C3AF-E9EA-47AB-8452-4C3FD30DD377}"/>
              </a:ext>
            </a:extLst>
          </p:cNvPr>
          <p:cNvSpPr>
            <a:spLocks noGrp="1"/>
          </p:cNvSpPr>
          <p:nvPr/>
        </p:nvSpPr>
        <p:spPr>
          <a:xfrm>
            <a:off x="2762250" y="4089350"/>
            <a:ext cx="2019300" cy="1595884"/>
          </a:xfrm>
          <a:prstGeom prst="rect">
            <a:avLst/>
          </a:prstGeom>
          <a:solidFill>
            <a:srgbClr val="ECF0F5"/>
          </a:solidFill>
          <a:ln w="0">
            <a:solidFill>
              <a:srgbClr val="000000">
                <a:alpha val="0"/>
              </a:srgbClr>
            </a:solidFill>
          </a:ln>
        </p:spPr>
      </p:sp>
      <p:sp>
        <p:nvSpPr>
          <p:cNvPr id="92" name="">
            <a:extLst>
              <a:ext uri="{FF2B5EF4-FFF2-40B4-BE49-F238E27FC236}">
                <a16:creationId id="{C3C532A2-A46D-4B93-8706-E6EEE0A60B02}"/>
              </a:ext>
            </a:extLst>
          </p:cNvPr>
          <p:cNvSpPr>
            <a:spLocks noGrp="1"/>
          </p:cNvSpPr>
          <p:nvPr/>
        </p:nvSpPr>
        <p:spPr>
          <a:xfrm>
            <a:off x="2762250" y="4089350"/>
            <a:ext cx="2019300" cy="28575"/>
          </a:xfrm>
          <a:prstGeom prst="rect">
            <a:avLst/>
          </a:prstGeom>
          <a:solidFill>
            <a:srgbClr val="D6DCD9"/>
          </a:solidFill>
          <a:ln w="0">
            <a:solidFill>
              <a:srgbClr val="000000">
                <a:alpha val="0"/>
              </a:srgbClr>
            </a:solidFill>
          </a:ln>
        </p:spPr>
      </p:sp>
      <p:sp>
        <p:nvSpPr>
          <p:cNvPr id="93" name="">
            <a:extLst>
              <a:ext uri="{FF2B5EF4-FFF2-40B4-BE49-F238E27FC236}">
                <a16:creationId id="{532708B7-93AE-4289-96B7-861EB8573A41}"/>
              </a:ext>
            </a:extLst>
          </p:cNvPr>
          <p:cNvSpPr>
            <a:spLocks noGrp="1"/>
          </p:cNvSpPr>
          <p:nvPr/>
        </p:nvSpPr>
        <p:spPr>
          <a:xfrm>
            <a:off x="2762250" y="5675709"/>
            <a:ext cx="2019300" cy="9525"/>
          </a:xfrm>
          <a:prstGeom prst="rect">
            <a:avLst/>
          </a:prstGeom>
          <a:solidFill>
            <a:srgbClr val="D6DCD9"/>
          </a:solidFill>
          <a:ln w="0">
            <a:solidFill>
              <a:srgbClr val="000000">
                <a:alpha val="0"/>
              </a:srgbClr>
            </a:solidFill>
          </a:ln>
        </p:spPr>
      </p:sp>
      <p:sp>
        <p:nvSpPr>
          <p:cNvPr id="94" name="">
            <a:extLst>
              <a:ext uri="{FF2B5EF4-FFF2-40B4-BE49-F238E27FC236}">
                <a16:creationId id="{B532CE82-7699-416B-A34B-897D6C63EC25}"/>
              </a:ext>
            </a:extLst>
          </p:cNvPr>
          <p:cNvSpPr>
            <a:spLocks noGrp="1"/>
          </p:cNvSpPr>
          <p:nvPr/>
        </p:nvSpPr>
        <p:spPr>
          <a:xfrm>
            <a:off x="2762250" y="4089350"/>
            <a:ext cx="9525" cy="1595884"/>
          </a:xfrm>
          <a:prstGeom prst="rect">
            <a:avLst/>
          </a:prstGeom>
          <a:solidFill>
            <a:srgbClr val="D6DCD9"/>
          </a:solidFill>
          <a:ln w="0">
            <a:solidFill>
              <a:srgbClr val="000000">
                <a:alpha val="0"/>
              </a:srgbClr>
            </a:solidFill>
          </a:ln>
        </p:spPr>
      </p:sp>
      <p:sp>
        <p:nvSpPr>
          <p:cNvPr id="95" name="">
            <a:extLst>
              <a:ext uri="{FF2B5EF4-FFF2-40B4-BE49-F238E27FC236}">
                <a16:creationId id="{E6CE6705-C13F-4DF3-BF81-6B9CD657C953}"/>
              </a:ext>
            </a:extLst>
          </p:cNvPr>
          <p:cNvSpPr>
            <a:spLocks noGrp="1"/>
          </p:cNvSpPr>
          <p:nvPr/>
        </p:nvSpPr>
        <p:spPr>
          <a:xfrm>
            <a:off x="4772025" y="4089350"/>
            <a:ext cx="9525" cy="1595884"/>
          </a:xfrm>
          <a:prstGeom prst="rect">
            <a:avLst/>
          </a:prstGeom>
          <a:solidFill>
            <a:srgbClr val="D6DCD9"/>
          </a:solidFill>
          <a:ln w="0">
            <a:solidFill>
              <a:srgbClr val="000000">
                <a:alpha val="0"/>
              </a:srgbClr>
            </a:solidFill>
          </a:ln>
        </p:spPr>
      </p:sp>
      <p:sp>
        <p:nvSpPr>
          <p:cNvPr id="96" name="">
            <a:extLst>
              <a:ext uri="{FF2B5EF4-FFF2-40B4-BE49-F238E27FC236}">
                <a16:creationId id="{1EE4F033-C448-4427-9157-0067EB789E14}"/>
              </a:ext>
            </a:extLst>
          </p:cNvPr>
          <p:cNvSpPr>
            <a:spLocks noGrp="1"/>
          </p:cNvSpPr>
          <p:nvPr/>
        </p:nvSpPr>
        <p:spPr>
          <a:xfrm>
            <a:off x="2867025" y="4175075"/>
            <a:ext cx="235893" cy="171450"/>
          </a:xfrm>
          <a:prstGeom prst="rect">
            <a:avLst/>
          </a:prstGeom>
          <a:solidFill>
            <a:srgbClr val="000000">
              <a:alpha val="0"/>
            </a:srgbClr>
          </a:solidFill>
          <a:ln w="0">
            <a:solidFill>
              <a:srgbClr val="000000">
                <a:alpha val="0"/>
              </a:srgbClr>
            </a:solidFill>
          </a:ln>
        </p:spPr>
        <p:txBody>
          <a:bodyPr lIns="0" tIns="0" rIns="0" bIns="0" anchor="ctr"/>
          <a:lstStyle/>
          <a:p>
            <a:r>
              <a:rPr sz="682" b="1">
                <a:solidFill>
                  <a:srgbClr val="68727A"/>
                </a:solidFill>
              </a:rPr>
              <a:t>02</a:t>
            </a:r>
          </a:p>
        </p:txBody>
      </p:sp>
      <p:sp>
        <p:nvSpPr>
          <p:cNvPr id="97" name="">
            <a:extLst>
              <a:ext uri="{FF2B5EF4-FFF2-40B4-BE49-F238E27FC236}">
                <a16:creationId id="{5F4135E0-2138-4785-BECC-3543356980CE}"/>
              </a:ext>
            </a:extLst>
          </p:cNvPr>
          <p:cNvSpPr>
            <a:spLocks noGrp="1"/>
          </p:cNvSpPr>
          <p:nvPr/>
        </p:nvSpPr>
        <p:spPr>
          <a:xfrm>
            <a:off x="2867025" y="4279850"/>
            <a:ext cx="1226046" cy="266700"/>
          </a:xfrm>
          <a:prstGeom prst="rect">
            <a:avLst/>
          </a:prstGeom>
          <a:solidFill>
            <a:srgbClr val="000000">
              <a:alpha val="0"/>
            </a:srgbClr>
          </a:solidFill>
          <a:ln w="0">
            <a:solidFill>
              <a:srgbClr val="000000">
                <a:alpha val="0"/>
              </a:srgbClr>
            </a:solidFill>
          </a:ln>
        </p:spPr>
        <p:txBody>
          <a:bodyPr lIns="0" tIns="0" rIns="0" bIns="0" anchor="ctr"/>
          <a:lstStyle/>
          <a:p>
            <a:r>
              <a:rPr sz="1092" b="1">
                <a:solidFill>
                  <a:srgbClr val="20272D"/>
                </a:solidFill>
              </a:rPr>
              <a:t>Inverse Flow + c</a:t>
            </a:r>
          </a:p>
        </p:txBody>
      </p:sp>
      <p:sp>
        <p:nvSpPr>
          <p:cNvPr id="98" name="">
            <a:extLst>
              <a:ext uri="{FF2B5EF4-FFF2-40B4-BE49-F238E27FC236}">
                <a16:creationId id="{E1CF21EE-B962-4C3E-BA1D-D6A6EE1B3095}"/>
              </a:ext>
            </a:extLst>
          </p:cNvPr>
          <p:cNvSpPr>
            <a:spLocks noGrp="1"/>
          </p:cNvSpPr>
          <p:nvPr/>
        </p:nvSpPr>
        <p:spPr>
          <a:xfrm>
            <a:off x="3637211" y="4670375"/>
            <a:ext cx="364629" cy="581025"/>
          </a:xfrm>
          <a:prstGeom prst="rect">
            <a:avLst/>
          </a:prstGeom>
          <a:solidFill>
            <a:srgbClr val="000000">
              <a:alpha val="0"/>
            </a:srgbClr>
          </a:solidFill>
          <a:ln w="0">
            <a:solidFill>
              <a:srgbClr val="000000">
                <a:alpha val="0"/>
              </a:srgbClr>
            </a:solidFill>
          </a:ln>
        </p:spPr>
        <p:txBody>
          <a:bodyPr lIns="0" tIns="0" rIns="0" bIns="0" anchor="ctr"/>
          <a:lstStyle/>
          <a:p>
            <a:r>
              <a:rPr sz="2525" b="0">
                <a:solidFill>
                  <a:srgbClr val="315D73"/>
                </a:solidFill>
              </a:rPr>
              <a:t>f⁻¹</a:t>
            </a:r>
          </a:p>
        </p:txBody>
      </p:sp>
      <p:sp>
        <p:nvSpPr>
          <p:cNvPr id="99" name="">
            <a:extLst>
              <a:ext uri="{FF2B5EF4-FFF2-40B4-BE49-F238E27FC236}">
                <a16:creationId id="{F1456ECC-919E-4143-8C5A-800957CB787C}"/>
              </a:ext>
            </a:extLst>
          </p:cNvPr>
          <p:cNvSpPr>
            <a:spLocks noGrp="1"/>
          </p:cNvSpPr>
          <p:nvPr/>
        </p:nvSpPr>
        <p:spPr>
          <a:xfrm>
            <a:off x="2867025" y="5222825"/>
            <a:ext cx="804714"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z = f⁻¹(u; c)</a:t>
            </a:r>
          </a:p>
        </p:txBody>
      </p:sp>
      <p:sp>
        <p:nvSpPr>
          <p:cNvPr id="100" name="">
            <a:extLst>
              <a:ext uri="{FF2B5EF4-FFF2-40B4-BE49-F238E27FC236}">
                <a16:creationId id="{58883A81-838E-48CA-80DB-AABE25BC7DE9}"/>
              </a:ext>
            </a:extLst>
          </p:cNvPr>
          <p:cNvSpPr>
            <a:spLocks noGrp="1"/>
          </p:cNvSpPr>
          <p:nvPr/>
        </p:nvSpPr>
        <p:spPr>
          <a:xfrm>
            <a:off x="2867025" y="5449491"/>
            <a:ext cx="1247031" cy="161925"/>
          </a:xfrm>
          <a:prstGeom prst="rect">
            <a:avLst/>
          </a:prstGeom>
          <a:solidFill>
            <a:srgbClr val="000000">
              <a:alpha val="0"/>
            </a:srgbClr>
          </a:solidFill>
          <a:ln w="0">
            <a:solidFill>
              <a:srgbClr val="000000">
                <a:alpha val="0"/>
              </a:srgbClr>
            </a:solidFill>
          </a:ln>
        </p:spPr>
        <p:txBody>
          <a:bodyPr lIns="0" tIns="0" rIns="0" bIns="0" anchor="ctr"/>
          <a:lstStyle/>
          <a:p>
            <a:r>
              <a:rPr sz="751" b="0">
                <a:solidFill>
                  <a:srgbClr val="68727A"/>
                </a:solidFill>
              </a:rPr>
              <a:t>M candidate edit vectors</a:t>
            </a:r>
          </a:p>
        </p:txBody>
      </p:sp>
      <p:sp>
        <p:nvSpPr>
          <p:cNvPr id="101" name="">
            <a:extLst>
              <a:ext uri="{FF2B5EF4-FFF2-40B4-BE49-F238E27FC236}">
                <a16:creationId id="{88A7ACA6-355A-4EBC-85DA-B16A4DCB4D56}"/>
              </a:ext>
            </a:extLst>
          </p:cNvPr>
          <p:cNvSpPr>
            <a:spLocks noGrp="1"/>
          </p:cNvSpPr>
          <p:nvPr/>
        </p:nvSpPr>
        <p:spPr>
          <a:xfrm>
            <a:off x="4848225" y="4749105"/>
            <a:ext cx="304800" cy="3048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68727A"/>
                </a:solidFill>
              </a:rPr>
              <a:t>→</a:t>
            </a:r>
          </a:p>
        </p:txBody>
      </p:sp>
      <p:sp>
        <p:nvSpPr>
          <p:cNvPr id="102" name="">
            <a:extLst>
              <a:ext uri="{FF2B5EF4-FFF2-40B4-BE49-F238E27FC236}">
                <a16:creationId id="{1DF615FE-9E93-4C0A-8A83-CDCC9E776762}"/>
              </a:ext>
            </a:extLst>
          </p:cNvPr>
          <p:cNvSpPr>
            <a:spLocks noGrp="1"/>
          </p:cNvSpPr>
          <p:nvPr/>
        </p:nvSpPr>
        <p:spPr>
          <a:xfrm>
            <a:off x="5086350" y="4089350"/>
            <a:ext cx="2019300" cy="1595884"/>
          </a:xfrm>
          <a:prstGeom prst="rect">
            <a:avLst/>
          </a:prstGeom>
          <a:solidFill>
            <a:srgbClr val="F1EDF3"/>
          </a:solidFill>
          <a:ln w="0">
            <a:solidFill>
              <a:srgbClr val="000000">
                <a:alpha val="0"/>
              </a:srgbClr>
            </a:solidFill>
          </a:ln>
        </p:spPr>
      </p:sp>
      <p:sp>
        <p:nvSpPr>
          <p:cNvPr id="103" name="">
            <a:extLst>
              <a:ext uri="{FF2B5EF4-FFF2-40B4-BE49-F238E27FC236}">
                <a16:creationId id="{FAFD9F91-1871-4FBF-8D9D-C2776D00E2DE}"/>
              </a:ext>
            </a:extLst>
          </p:cNvPr>
          <p:cNvSpPr>
            <a:spLocks noGrp="1"/>
          </p:cNvSpPr>
          <p:nvPr/>
        </p:nvSpPr>
        <p:spPr>
          <a:xfrm>
            <a:off x="5086350" y="4089350"/>
            <a:ext cx="2019300" cy="28575"/>
          </a:xfrm>
          <a:prstGeom prst="rect">
            <a:avLst/>
          </a:prstGeom>
          <a:solidFill>
            <a:srgbClr val="D6DCD9"/>
          </a:solidFill>
          <a:ln w="0">
            <a:solidFill>
              <a:srgbClr val="000000">
                <a:alpha val="0"/>
              </a:srgbClr>
            </a:solidFill>
          </a:ln>
        </p:spPr>
      </p:sp>
      <p:sp>
        <p:nvSpPr>
          <p:cNvPr id="104" name="">
            <a:extLst>
              <a:ext uri="{FF2B5EF4-FFF2-40B4-BE49-F238E27FC236}">
                <a16:creationId id="{DC877E84-A3A6-41F2-81A9-2EC615531DF7}"/>
              </a:ext>
            </a:extLst>
          </p:cNvPr>
          <p:cNvSpPr>
            <a:spLocks noGrp="1"/>
          </p:cNvSpPr>
          <p:nvPr/>
        </p:nvSpPr>
        <p:spPr>
          <a:xfrm>
            <a:off x="5086350" y="5675709"/>
            <a:ext cx="2019300" cy="9525"/>
          </a:xfrm>
          <a:prstGeom prst="rect">
            <a:avLst/>
          </a:prstGeom>
          <a:solidFill>
            <a:srgbClr val="D6DCD9"/>
          </a:solidFill>
          <a:ln w="0">
            <a:solidFill>
              <a:srgbClr val="000000">
                <a:alpha val="0"/>
              </a:srgbClr>
            </a:solidFill>
          </a:ln>
        </p:spPr>
      </p:sp>
      <p:sp>
        <p:nvSpPr>
          <p:cNvPr id="105" name="">
            <a:extLst>
              <a:ext uri="{FF2B5EF4-FFF2-40B4-BE49-F238E27FC236}">
                <a16:creationId id="{256CD9BE-9D4F-4D3D-A37F-6012600C980E}"/>
              </a:ext>
            </a:extLst>
          </p:cNvPr>
          <p:cNvSpPr>
            <a:spLocks noGrp="1"/>
          </p:cNvSpPr>
          <p:nvPr/>
        </p:nvSpPr>
        <p:spPr>
          <a:xfrm>
            <a:off x="5086350" y="4089350"/>
            <a:ext cx="9525" cy="1595884"/>
          </a:xfrm>
          <a:prstGeom prst="rect">
            <a:avLst/>
          </a:prstGeom>
          <a:solidFill>
            <a:srgbClr val="D6DCD9"/>
          </a:solidFill>
          <a:ln w="0">
            <a:solidFill>
              <a:srgbClr val="000000">
                <a:alpha val="0"/>
              </a:srgbClr>
            </a:solidFill>
          </a:ln>
        </p:spPr>
      </p:sp>
      <p:sp>
        <p:nvSpPr>
          <p:cNvPr id="106" name="">
            <a:extLst>
              <a:ext uri="{FF2B5EF4-FFF2-40B4-BE49-F238E27FC236}">
                <a16:creationId id="{C3BCC5C8-487D-4031-973B-58A5831F005A}"/>
              </a:ext>
            </a:extLst>
          </p:cNvPr>
          <p:cNvSpPr>
            <a:spLocks noGrp="1"/>
          </p:cNvSpPr>
          <p:nvPr/>
        </p:nvSpPr>
        <p:spPr>
          <a:xfrm>
            <a:off x="7096125" y="4089350"/>
            <a:ext cx="9525" cy="1595884"/>
          </a:xfrm>
          <a:prstGeom prst="rect">
            <a:avLst/>
          </a:prstGeom>
          <a:solidFill>
            <a:srgbClr val="D6DCD9"/>
          </a:solidFill>
          <a:ln w="0">
            <a:solidFill>
              <a:srgbClr val="000000">
                <a:alpha val="0"/>
              </a:srgbClr>
            </a:solidFill>
          </a:ln>
        </p:spPr>
      </p:sp>
      <p:sp>
        <p:nvSpPr>
          <p:cNvPr id="107" name="">
            <a:extLst>
              <a:ext uri="{FF2B5EF4-FFF2-40B4-BE49-F238E27FC236}">
                <a16:creationId id="{ADF10D05-26D3-4DA4-8676-D4508E34B8F7}"/>
              </a:ext>
            </a:extLst>
          </p:cNvPr>
          <p:cNvSpPr>
            <a:spLocks noGrp="1"/>
          </p:cNvSpPr>
          <p:nvPr/>
        </p:nvSpPr>
        <p:spPr>
          <a:xfrm>
            <a:off x="5191125" y="4175075"/>
            <a:ext cx="235446" cy="171450"/>
          </a:xfrm>
          <a:prstGeom prst="rect">
            <a:avLst/>
          </a:prstGeom>
          <a:solidFill>
            <a:srgbClr val="000000">
              <a:alpha val="0"/>
            </a:srgbClr>
          </a:solidFill>
          <a:ln w="0">
            <a:solidFill>
              <a:srgbClr val="000000">
                <a:alpha val="0"/>
              </a:srgbClr>
            </a:solidFill>
          </a:ln>
        </p:spPr>
        <p:txBody>
          <a:bodyPr lIns="0" tIns="0" rIns="0" bIns="0" anchor="ctr"/>
          <a:lstStyle/>
          <a:p>
            <a:r>
              <a:rPr sz="682" b="1">
                <a:solidFill>
                  <a:srgbClr val="68727A"/>
                </a:solidFill>
              </a:rPr>
              <a:t>03</a:t>
            </a:r>
          </a:p>
        </p:txBody>
      </p:sp>
      <p:sp>
        <p:nvSpPr>
          <p:cNvPr id="108" name="">
            <a:extLst>
              <a:ext uri="{FF2B5EF4-FFF2-40B4-BE49-F238E27FC236}">
                <a16:creationId id="{6412B72B-C43E-47FD-8AB3-46E531E3F820}"/>
              </a:ext>
            </a:extLst>
          </p:cNvPr>
          <p:cNvSpPr>
            <a:spLocks noGrp="1"/>
          </p:cNvSpPr>
          <p:nvPr/>
        </p:nvSpPr>
        <p:spPr>
          <a:xfrm>
            <a:off x="5191125" y="4279850"/>
            <a:ext cx="1448395" cy="266700"/>
          </a:xfrm>
          <a:prstGeom prst="rect">
            <a:avLst/>
          </a:prstGeom>
          <a:solidFill>
            <a:srgbClr val="000000">
              <a:alpha val="0"/>
            </a:srgbClr>
          </a:solidFill>
          <a:ln w="0">
            <a:solidFill>
              <a:srgbClr val="000000">
                <a:alpha val="0"/>
              </a:srgbClr>
            </a:solidFill>
          </a:ln>
        </p:spPr>
        <p:txBody>
          <a:bodyPr lIns="0" tIns="0" rIns="0" bIns="0" anchor="ctr"/>
          <a:lstStyle/>
          <a:p>
            <a:r>
              <a:rPr sz="1092" b="1">
                <a:solidFill>
                  <a:srgbClr val="20272D"/>
                </a:solidFill>
              </a:rPr>
              <a:t>K-means in z space</a:t>
            </a:r>
          </a:p>
        </p:txBody>
      </p:sp>
      <p:pic>
        <p:nvPicPr>
          <p:cNvPr id="109" name=""/>
          <p:cNvPicPr>
            <a:picLocks noChangeAspect="1"/>
          </p:cNvPicPr>
          <p:nvPr/>
        </p:nvPicPr>
        <p:blipFill>
          <a:blip r:embed="R7c8aafe31194452f"/>
          <a:srcRect l="0" t="1020" r="0" b="1020"/>
          <a:stretch>
            <a:fillRect l="0" t="0" r="0" b="0"/>
          </a:stretch>
        </p:blipFill>
        <p:spPr>
          <a:xfrm>
            <a:off x="5191125" y="4718000"/>
            <a:ext cx="1809750" cy="457200"/>
          </a:xfrm>
          <a:prstGeom prst="rect">
            <a:avLst/>
          </a:prstGeom>
        </p:spPr>
      </p:pic>
      <p:sp>
        <p:nvSpPr>
          <p:cNvPr id="110" name="">
            <a:extLst>
              <a:ext uri="{FF2B5EF4-FFF2-40B4-BE49-F238E27FC236}">
                <a16:creationId id="{12D273BD-0A73-46FE-913A-692D713A3FA1}"/>
              </a:ext>
            </a:extLst>
          </p:cNvPr>
          <p:cNvSpPr>
            <a:spLocks noGrp="1"/>
          </p:cNvSpPr>
          <p:nvPr/>
        </p:nvSpPr>
        <p:spPr>
          <a:xfrm>
            <a:off x="5191125" y="5213300"/>
            <a:ext cx="1403896"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K groups of edit vectors</a:t>
            </a:r>
          </a:p>
        </p:txBody>
      </p:sp>
      <p:sp>
        <p:nvSpPr>
          <p:cNvPr id="111" name="">
            <a:extLst>
              <a:ext uri="{FF2B5EF4-FFF2-40B4-BE49-F238E27FC236}">
                <a16:creationId id="{F99BF3A8-D634-4C27-B8DF-73F08629BF3E}"/>
              </a:ext>
            </a:extLst>
          </p:cNvPr>
          <p:cNvSpPr>
            <a:spLocks noGrp="1"/>
          </p:cNvSpPr>
          <p:nvPr/>
        </p:nvSpPr>
        <p:spPr>
          <a:xfrm>
            <a:off x="7172325" y="4749105"/>
            <a:ext cx="304800" cy="3048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68727A"/>
                </a:solidFill>
              </a:rPr>
              <a:t>→</a:t>
            </a:r>
          </a:p>
        </p:txBody>
      </p:sp>
      <p:sp>
        <p:nvSpPr>
          <p:cNvPr id="112" name="">
            <a:extLst>
              <a:ext uri="{FF2B5EF4-FFF2-40B4-BE49-F238E27FC236}">
                <a16:creationId id="{780CDB38-9006-4EAA-96A5-50DAAFE5D92A}"/>
              </a:ext>
            </a:extLst>
          </p:cNvPr>
          <p:cNvSpPr>
            <a:spLocks noGrp="1"/>
          </p:cNvSpPr>
          <p:nvPr/>
        </p:nvSpPr>
        <p:spPr>
          <a:xfrm>
            <a:off x="7410450" y="4089350"/>
            <a:ext cx="2019300" cy="1595884"/>
          </a:xfrm>
          <a:prstGeom prst="rect">
            <a:avLst/>
          </a:prstGeom>
          <a:solidFill>
            <a:srgbClr val="F2F0E6"/>
          </a:solidFill>
          <a:ln w="0">
            <a:solidFill>
              <a:srgbClr val="000000">
                <a:alpha val="0"/>
              </a:srgbClr>
            </a:solidFill>
          </a:ln>
        </p:spPr>
      </p:sp>
      <p:sp>
        <p:nvSpPr>
          <p:cNvPr id="113" name="">
            <a:extLst>
              <a:ext uri="{FF2B5EF4-FFF2-40B4-BE49-F238E27FC236}">
                <a16:creationId id="{339906F6-6E60-4924-B331-0BA75A4D2670}"/>
              </a:ext>
            </a:extLst>
          </p:cNvPr>
          <p:cNvSpPr>
            <a:spLocks noGrp="1"/>
          </p:cNvSpPr>
          <p:nvPr/>
        </p:nvSpPr>
        <p:spPr>
          <a:xfrm>
            <a:off x="7410450" y="4089350"/>
            <a:ext cx="2019300" cy="28575"/>
          </a:xfrm>
          <a:prstGeom prst="rect">
            <a:avLst/>
          </a:prstGeom>
          <a:solidFill>
            <a:srgbClr val="D6DCD9"/>
          </a:solidFill>
          <a:ln w="0">
            <a:solidFill>
              <a:srgbClr val="000000">
                <a:alpha val="0"/>
              </a:srgbClr>
            </a:solidFill>
          </a:ln>
        </p:spPr>
      </p:sp>
      <p:sp>
        <p:nvSpPr>
          <p:cNvPr id="114" name="">
            <a:extLst>
              <a:ext uri="{FF2B5EF4-FFF2-40B4-BE49-F238E27FC236}">
                <a16:creationId id="{501B7146-2362-4C42-A6DB-285672635350}"/>
              </a:ext>
            </a:extLst>
          </p:cNvPr>
          <p:cNvSpPr>
            <a:spLocks noGrp="1"/>
          </p:cNvSpPr>
          <p:nvPr/>
        </p:nvSpPr>
        <p:spPr>
          <a:xfrm>
            <a:off x="7410450" y="5675709"/>
            <a:ext cx="2019300" cy="9525"/>
          </a:xfrm>
          <a:prstGeom prst="rect">
            <a:avLst/>
          </a:prstGeom>
          <a:solidFill>
            <a:srgbClr val="D6DCD9"/>
          </a:solidFill>
          <a:ln w="0">
            <a:solidFill>
              <a:srgbClr val="000000">
                <a:alpha val="0"/>
              </a:srgbClr>
            </a:solidFill>
          </a:ln>
        </p:spPr>
      </p:sp>
      <p:sp>
        <p:nvSpPr>
          <p:cNvPr id="115" name="">
            <a:extLst>
              <a:ext uri="{FF2B5EF4-FFF2-40B4-BE49-F238E27FC236}">
                <a16:creationId id="{A0D4B217-009C-436E-A07C-C7D024D90F06}"/>
              </a:ext>
            </a:extLst>
          </p:cNvPr>
          <p:cNvSpPr>
            <a:spLocks noGrp="1"/>
          </p:cNvSpPr>
          <p:nvPr/>
        </p:nvSpPr>
        <p:spPr>
          <a:xfrm>
            <a:off x="7410450" y="4089350"/>
            <a:ext cx="9525" cy="1595884"/>
          </a:xfrm>
          <a:prstGeom prst="rect">
            <a:avLst/>
          </a:prstGeom>
          <a:solidFill>
            <a:srgbClr val="D6DCD9"/>
          </a:solidFill>
          <a:ln w="0">
            <a:solidFill>
              <a:srgbClr val="000000">
                <a:alpha val="0"/>
              </a:srgbClr>
            </a:solidFill>
          </a:ln>
        </p:spPr>
      </p:sp>
      <p:sp>
        <p:nvSpPr>
          <p:cNvPr id="116" name="">
            <a:extLst>
              <a:ext uri="{FF2B5EF4-FFF2-40B4-BE49-F238E27FC236}">
                <a16:creationId id="{0D9A430F-3875-4F5E-B447-13D89389FCD8}"/>
              </a:ext>
            </a:extLst>
          </p:cNvPr>
          <p:cNvSpPr>
            <a:spLocks noGrp="1"/>
          </p:cNvSpPr>
          <p:nvPr/>
        </p:nvSpPr>
        <p:spPr>
          <a:xfrm>
            <a:off x="9420225" y="4089350"/>
            <a:ext cx="9525" cy="1595884"/>
          </a:xfrm>
          <a:prstGeom prst="rect">
            <a:avLst/>
          </a:prstGeom>
          <a:solidFill>
            <a:srgbClr val="D6DCD9"/>
          </a:solidFill>
          <a:ln w="0">
            <a:solidFill>
              <a:srgbClr val="000000">
                <a:alpha val="0"/>
              </a:srgbClr>
            </a:solidFill>
          </a:ln>
        </p:spPr>
      </p:sp>
      <p:sp>
        <p:nvSpPr>
          <p:cNvPr id="117" name="">
            <a:extLst>
              <a:ext uri="{FF2B5EF4-FFF2-40B4-BE49-F238E27FC236}">
                <a16:creationId id="{4BAA7B73-8C0C-4D58-9D42-B404447E7EB9}"/>
              </a:ext>
            </a:extLst>
          </p:cNvPr>
          <p:cNvSpPr>
            <a:spLocks noGrp="1"/>
          </p:cNvSpPr>
          <p:nvPr/>
        </p:nvSpPr>
        <p:spPr>
          <a:xfrm>
            <a:off x="7515225" y="4175075"/>
            <a:ext cx="239464" cy="171450"/>
          </a:xfrm>
          <a:prstGeom prst="rect">
            <a:avLst/>
          </a:prstGeom>
          <a:solidFill>
            <a:srgbClr val="000000">
              <a:alpha val="0"/>
            </a:srgbClr>
          </a:solidFill>
          <a:ln w="0">
            <a:solidFill>
              <a:srgbClr val="000000">
                <a:alpha val="0"/>
              </a:srgbClr>
            </a:solidFill>
          </a:ln>
        </p:spPr>
        <p:txBody>
          <a:bodyPr lIns="0" tIns="0" rIns="0" bIns="0" anchor="ctr"/>
          <a:lstStyle/>
          <a:p>
            <a:r>
              <a:rPr sz="682" b="1">
                <a:solidFill>
                  <a:srgbClr val="68727A"/>
                </a:solidFill>
              </a:rPr>
              <a:t>04</a:t>
            </a:r>
          </a:p>
        </p:txBody>
      </p:sp>
      <p:sp>
        <p:nvSpPr>
          <p:cNvPr id="118" name="">
            <a:extLst>
              <a:ext uri="{FF2B5EF4-FFF2-40B4-BE49-F238E27FC236}">
                <a16:creationId id="{70E186A8-6213-4339-84EE-9626F8A32C62}"/>
              </a:ext>
            </a:extLst>
          </p:cNvPr>
          <p:cNvSpPr>
            <a:spLocks noGrp="1"/>
          </p:cNvSpPr>
          <p:nvPr/>
        </p:nvSpPr>
        <p:spPr>
          <a:xfrm>
            <a:off x="7515225" y="4279850"/>
            <a:ext cx="1055043" cy="266700"/>
          </a:xfrm>
          <a:prstGeom prst="rect">
            <a:avLst/>
          </a:prstGeom>
          <a:solidFill>
            <a:srgbClr val="000000">
              <a:alpha val="0"/>
            </a:srgbClr>
          </a:solidFill>
          <a:ln w="0">
            <a:solidFill>
              <a:srgbClr val="000000">
                <a:alpha val="0"/>
              </a:srgbClr>
            </a:solidFill>
          </a:ln>
        </p:spPr>
        <p:txBody>
          <a:bodyPr lIns="0" tIns="0" rIns="0" bIns="0" anchor="ctr"/>
          <a:lstStyle/>
          <a:p>
            <a:r>
              <a:rPr sz="1092" b="1">
                <a:solidFill>
                  <a:srgbClr val="20272D"/>
                </a:solidFill>
              </a:rPr>
              <a:t>Rank clusters</a:t>
            </a:r>
          </a:p>
        </p:txBody>
      </p:sp>
      <p:sp>
        <p:nvSpPr>
          <p:cNvPr id="119" name="">
            <a:extLst>
              <a:ext uri="{FF2B5EF4-FFF2-40B4-BE49-F238E27FC236}">
                <a16:creationId id="{3044F1B4-36C4-4736-85F1-9F1BE45A782F}"/>
              </a:ext>
            </a:extLst>
          </p:cNvPr>
          <p:cNvSpPr>
            <a:spLocks noGrp="1"/>
          </p:cNvSpPr>
          <p:nvPr/>
        </p:nvSpPr>
        <p:spPr>
          <a:xfrm>
            <a:off x="7515225" y="4789438"/>
            <a:ext cx="1809750" cy="66675"/>
          </a:xfrm>
          <a:prstGeom prst="rect">
            <a:avLst/>
          </a:prstGeom>
          <a:solidFill>
            <a:srgbClr val="806D83"/>
          </a:solidFill>
          <a:ln w="0">
            <a:solidFill>
              <a:srgbClr val="000000">
                <a:alpha val="0"/>
              </a:srgbClr>
            </a:solidFill>
          </a:ln>
        </p:spPr>
      </p:sp>
      <p:sp>
        <p:nvSpPr>
          <p:cNvPr id="120" name="">
            <a:extLst>
              <a:ext uri="{FF2B5EF4-FFF2-40B4-BE49-F238E27FC236}">
                <a16:creationId id="{3ED6CB2A-DC7A-4F49-B945-14D2C2547A5C}"/>
              </a:ext>
            </a:extLst>
          </p:cNvPr>
          <p:cNvSpPr>
            <a:spLocks noGrp="1"/>
          </p:cNvSpPr>
          <p:nvPr/>
        </p:nvSpPr>
        <p:spPr>
          <a:xfrm>
            <a:off x="7515225" y="4913263"/>
            <a:ext cx="1320998" cy="66675"/>
          </a:xfrm>
          <a:prstGeom prst="rect">
            <a:avLst/>
          </a:prstGeom>
          <a:solidFill>
            <a:srgbClr val="806D83"/>
          </a:solidFill>
          <a:ln w="0">
            <a:solidFill>
              <a:srgbClr val="000000">
                <a:alpha val="0"/>
              </a:srgbClr>
            </a:solidFill>
          </a:ln>
        </p:spPr>
      </p:sp>
      <p:sp>
        <p:nvSpPr>
          <p:cNvPr id="121" name="">
            <a:extLst>
              <a:ext uri="{FF2B5EF4-FFF2-40B4-BE49-F238E27FC236}">
                <a16:creationId id="{271F01C9-054B-466C-9D74-82CD562338C2}"/>
              </a:ext>
            </a:extLst>
          </p:cNvPr>
          <p:cNvSpPr>
            <a:spLocks noGrp="1"/>
          </p:cNvSpPr>
          <p:nvPr/>
        </p:nvSpPr>
        <p:spPr>
          <a:xfrm>
            <a:off x="7515225" y="5037088"/>
            <a:ext cx="850553" cy="66675"/>
          </a:xfrm>
          <a:prstGeom prst="rect">
            <a:avLst/>
          </a:prstGeom>
          <a:solidFill>
            <a:srgbClr val="806D83"/>
          </a:solidFill>
          <a:ln w="0">
            <a:solidFill>
              <a:srgbClr val="000000">
                <a:alpha val="0"/>
              </a:srgbClr>
            </a:solidFill>
          </a:ln>
        </p:spPr>
      </p:sp>
      <p:sp>
        <p:nvSpPr>
          <p:cNvPr id="122" name="">
            <a:extLst>
              <a:ext uri="{FF2B5EF4-FFF2-40B4-BE49-F238E27FC236}">
                <a16:creationId id="{27797B18-4B81-4B53-841E-E30EC20E016A}"/>
              </a:ext>
            </a:extLst>
          </p:cNvPr>
          <p:cNvSpPr>
            <a:spLocks noGrp="1"/>
          </p:cNvSpPr>
          <p:nvPr/>
        </p:nvSpPr>
        <p:spPr>
          <a:xfrm>
            <a:off x="7515225" y="5213300"/>
            <a:ext cx="998934"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Mean log p(z | c)</a:t>
            </a:r>
          </a:p>
        </p:txBody>
      </p:sp>
      <p:sp>
        <p:nvSpPr>
          <p:cNvPr id="123" name="">
            <a:extLst>
              <a:ext uri="{FF2B5EF4-FFF2-40B4-BE49-F238E27FC236}">
                <a16:creationId id="{14DE5DBD-8E0D-4C55-ADD2-1FCECEE84649}"/>
              </a:ext>
            </a:extLst>
          </p:cNvPr>
          <p:cNvSpPr>
            <a:spLocks noGrp="1"/>
          </p:cNvSpPr>
          <p:nvPr/>
        </p:nvSpPr>
        <p:spPr>
          <a:xfrm>
            <a:off x="7515225" y="5412284"/>
            <a:ext cx="1524446" cy="161925"/>
          </a:xfrm>
          <a:prstGeom prst="rect">
            <a:avLst/>
          </a:prstGeom>
          <a:solidFill>
            <a:srgbClr val="000000">
              <a:alpha val="0"/>
            </a:srgbClr>
          </a:solidFill>
          <a:ln w="0">
            <a:solidFill>
              <a:srgbClr val="000000">
                <a:alpha val="0"/>
              </a:srgbClr>
            </a:solidFill>
          </a:ln>
        </p:spPr>
        <p:txBody>
          <a:bodyPr lIns="0" tIns="0" rIns="0" bIns="0" anchor="ctr"/>
          <a:lstStyle/>
          <a:p>
            <a:r>
              <a:rPr sz="751" b="0">
                <a:solidFill>
                  <a:srgbClr val="68727A"/>
                </a:solidFill>
              </a:rPr>
              <a:t>One representative per cluster</a:t>
            </a:r>
          </a:p>
        </p:txBody>
      </p:sp>
      <p:sp>
        <p:nvSpPr>
          <p:cNvPr id="124" name="">
            <a:extLst>
              <a:ext uri="{FF2B5EF4-FFF2-40B4-BE49-F238E27FC236}">
                <a16:creationId id="{C518B200-B24C-40E3-A532-3C1A28706CA7}"/>
              </a:ext>
            </a:extLst>
          </p:cNvPr>
          <p:cNvSpPr>
            <a:spLocks noGrp="1"/>
          </p:cNvSpPr>
          <p:nvPr/>
        </p:nvSpPr>
        <p:spPr>
          <a:xfrm>
            <a:off x="9496425" y="4749105"/>
            <a:ext cx="304800" cy="3048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68727A"/>
                </a:solidFill>
              </a:rPr>
              <a:t>→</a:t>
            </a:r>
          </a:p>
        </p:txBody>
      </p:sp>
      <p:sp>
        <p:nvSpPr>
          <p:cNvPr id="125" name="">
            <a:extLst>
              <a:ext uri="{FF2B5EF4-FFF2-40B4-BE49-F238E27FC236}">
                <a16:creationId id="{0B129617-1129-46F0-B5F7-F2ACFAA91D96}"/>
              </a:ext>
            </a:extLst>
          </p:cNvPr>
          <p:cNvSpPr>
            <a:spLocks noGrp="1"/>
          </p:cNvSpPr>
          <p:nvPr/>
        </p:nvSpPr>
        <p:spPr>
          <a:xfrm>
            <a:off x="9734550" y="4089350"/>
            <a:ext cx="2019300" cy="1595884"/>
          </a:xfrm>
          <a:prstGeom prst="rect">
            <a:avLst/>
          </a:prstGeom>
          <a:solidFill>
            <a:srgbClr val="EDF1EE"/>
          </a:solidFill>
          <a:ln w="0">
            <a:solidFill>
              <a:srgbClr val="000000">
                <a:alpha val="0"/>
              </a:srgbClr>
            </a:solidFill>
          </a:ln>
        </p:spPr>
      </p:sp>
      <p:sp>
        <p:nvSpPr>
          <p:cNvPr id="126" name="">
            <a:extLst>
              <a:ext uri="{FF2B5EF4-FFF2-40B4-BE49-F238E27FC236}">
                <a16:creationId id="{8F4DD5E1-02A6-4804-9EAC-58CAC77DAA93}"/>
              </a:ext>
            </a:extLst>
          </p:cNvPr>
          <p:cNvSpPr>
            <a:spLocks noGrp="1"/>
          </p:cNvSpPr>
          <p:nvPr/>
        </p:nvSpPr>
        <p:spPr>
          <a:xfrm>
            <a:off x="9734550" y="4089350"/>
            <a:ext cx="2019300" cy="28575"/>
          </a:xfrm>
          <a:prstGeom prst="rect">
            <a:avLst/>
          </a:prstGeom>
          <a:solidFill>
            <a:srgbClr val="D6DCD9"/>
          </a:solidFill>
          <a:ln w="0">
            <a:solidFill>
              <a:srgbClr val="000000">
                <a:alpha val="0"/>
              </a:srgbClr>
            </a:solidFill>
          </a:ln>
        </p:spPr>
      </p:sp>
      <p:sp>
        <p:nvSpPr>
          <p:cNvPr id="127" name="">
            <a:extLst>
              <a:ext uri="{FF2B5EF4-FFF2-40B4-BE49-F238E27FC236}">
                <a16:creationId id="{490B5DFE-24AD-4C2D-90C8-275DD5074AFE}"/>
              </a:ext>
            </a:extLst>
          </p:cNvPr>
          <p:cNvSpPr>
            <a:spLocks noGrp="1"/>
          </p:cNvSpPr>
          <p:nvPr/>
        </p:nvSpPr>
        <p:spPr>
          <a:xfrm>
            <a:off x="9734550" y="5675709"/>
            <a:ext cx="2019300" cy="9525"/>
          </a:xfrm>
          <a:prstGeom prst="rect">
            <a:avLst/>
          </a:prstGeom>
          <a:solidFill>
            <a:srgbClr val="D6DCD9"/>
          </a:solidFill>
          <a:ln w="0">
            <a:solidFill>
              <a:srgbClr val="000000">
                <a:alpha val="0"/>
              </a:srgbClr>
            </a:solidFill>
          </a:ln>
        </p:spPr>
      </p:sp>
      <p:sp>
        <p:nvSpPr>
          <p:cNvPr id="128" name="">
            <a:extLst>
              <a:ext uri="{FF2B5EF4-FFF2-40B4-BE49-F238E27FC236}">
                <a16:creationId id="{65E1E569-F34E-42FF-A23E-39438C96A31D}"/>
              </a:ext>
            </a:extLst>
          </p:cNvPr>
          <p:cNvSpPr>
            <a:spLocks noGrp="1"/>
          </p:cNvSpPr>
          <p:nvPr/>
        </p:nvSpPr>
        <p:spPr>
          <a:xfrm>
            <a:off x="9734550" y="4089350"/>
            <a:ext cx="9525" cy="1595884"/>
          </a:xfrm>
          <a:prstGeom prst="rect">
            <a:avLst/>
          </a:prstGeom>
          <a:solidFill>
            <a:srgbClr val="D6DCD9"/>
          </a:solidFill>
          <a:ln w="0">
            <a:solidFill>
              <a:srgbClr val="000000">
                <a:alpha val="0"/>
              </a:srgbClr>
            </a:solidFill>
          </a:ln>
        </p:spPr>
      </p:sp>
      <p:sp>
        <p:nvSpPr>
          <p:cNvPr id="129" name="">
            <a:extLst>
              <a:ext uri="{FF2B5EF4-FFF2-40B4-BE49-F238E27FC236}">
                <a16:creationId id="{C90558A7-BE38-4167-AB34-D490E17A07D8}"/>
              </a:ext>
            </a:extLst>
          </p:cNvPr>
          <p:cNvSpPr>
            <a:spLocks noGrp="1"/>
          </p:cNvSpPr>
          <p:nvPr/>
        </p:nvSpPr>
        <p:spPr>
          <a:xfrm>
            <a:off x="11744325" y="4089350"/>
            <a:ext cx="9525" cy="1595884"/>
          </a:xfrm>
          <a:prstGeom prst="rect">
            <a:avLst/>
          </a:prstGeom>
          <a:solidFill>
            <a:srgbClr val="D6DCD9"/>
          </a:solidFill>
          <a:ln w="0">
            <a:solidFill>
              <a:srgbClr val="000000">
                <a:alpha val="0"/>
              </a:srgbClr>
            </a:solidFill>
          </a:ln>
        </p:spPr>
      </p:sp>
      <p:sp>
        <p:nvSpPr>
          <p:cNvPr id="130" name="">
            <a:extLst>
              <a:ext uri="{FF2B5EF4-FFF2-40B4-BE49-F238E27FC236}">
                <a16:creationId id="{8AFE04DC-ECD5-4B39-844E-949F4710168B}"/>
              </a:ext>
            </a:extLst>
          </p:cNvPr>
          <p:cNvSpPr>
            <a:spLocks noGrp="1"/>
          </p:cNvSpPr>
          <p:nvPr/>
        </p:nvSpPr>
        <p:spPr>
          <a:xfrm>
            <a:off x="9839325" y="4175075"/>
            <a:ext cx="237083" cy="171450"/>
          </a:xfrm>
          <a:prstGeom prst="rect">
            <a:avLst/>
          </a:prstGeom>
          <a:solidFill>
            <a:srgbClr val="000000">
              <a:alpha val="0"/>
            </a:srgbClr>
          </a:solidFill>
          <a:ln w="0">
            <a:solidFill>
              <a:srgbClr val="000000">
                <a:alpha val="0"/>
              </a:srgbClr>
            </a:solidFill>
          </a:ln>
        </p:spPr>
        <p:txBody>
          <a:bodyPr lIns="0" tIns="0" rIns="0" bIns="0" anchor="ctr"/>
          <a:lstStyle/>
          <a:p>
            <a:r>
              <a:rPr sz="682" b="1">
                <a:solidFill>
                  <a:srgbClr val="68727A"/>
                </a:solidFill>
              </a:rPr>
              <a:t>05</a:t>
            </a:r>
          </a:p>
        </p:txBody>
      </p:sp>
      <p:sp>
        <p:nvSpPr>
          <p:cNvPr id="131" name="">
            <a:extLst>
              <a:ext uri="{FF2B5EF4-FFF2-40B4-BE49-F238E27FC236}">
                <a16:creationId id="{6443246B-B1CE-472C-8AAF-F78EBBF22EC5}"/>
              </a:ext>
            </a:extLst>
          </p:cNvPr>
          <p:cNvSpPr>
            <a:spLocks noGrp="1"/>
          </p:cNvSpPr>
          <p:nvPr/>
        </p:nvSpPr>
        <p:spPr>
          <a:xfrm>
            <a:off x="9839325" y="4279850"/>
            <a:ext cx="1076623" cy="266700"/>
          </a:xfrm>
          <a:prstGeom prst="rect">
            <a:avLst/>
          </a:prstGeom>
          <a:solidFill>
            <a:srgbClr val="000000">
              <a:alpha val="0"/>
            </a:srgbClr>
          </a:solidFill>
          <a:ln w="0">
            <a:solidFill>
              <a:srgbClr val="000000">
                <a:alpha val="0"/>
              </a:srgbClr>
            </a:solidFill>
          </a:ln>
        </p:spPr>
        <p:txBody>
          <a:bodyPr lIns="0" tIns="0" rIns="0" bIns="0" anchor="ctr"/>
          <a:lstStyle/>
          <a:p>
            <a:r>
              <a:rPr sz="1092" b="1">
                <a:solidFill>
                  <a:srgbClr val="20272D"/>
                </a:solidFill>
              </a:rPr>
              <a:t>Top-1 … Top-K</a:t>
            </a:r>
          </a:p>
        </p:txBody>
      </p:sp>
      <p:sp>
        <p:nvSpPr>
          <p:cNvPr id="132" name="">
            <a:extLst>
              <a:ext uri="{FF2B5EF4-FFF2-40B4-BE49-F238E27FC236}">
                <a16:creationId id="{1667652E-08E1-444A-AD8E-6BF318ED040B}"/>
              </a:ext>
            </a:extLst>
          </p:cNvPr>
          <p:cNvSpPr>
            <a:spLocks noGrp="1"/>
          </p:cNvSpPr>
          <p:nvPr/>
        </p:nvSpPr>
        <p:spPr>
          <a:xfrm>
            <a:off x="10271671" y="4760863"/>
            <a:ext cx="279797" cy="9525"/>
          </a:xfrm>
          <a:prstGeom prst="rect">
            <a:avLst/>
          </a:prstGeom>
          <a:solidFill>
            <a:srgbClr val="68727A"/>
          </a:solidFill>
          <a:ln w="0">
            <a:solidFill>
              <a:srgbClr val="000000">
                <a:alpha val="0"/>
              </a:srgbClr>
            </a:solidFill>
          </a:ln>
        </p:spPr>
      </p:sp>
      <p:sp>
        <p:nvSpPr>
          <p:cNvPr id="133" name="">
            <a:extLst>
              <a:ext uri="{FF2B5EF4-FFF2-40B4-BE49-F238E27FC236}">
                <a16:creationId id="{A014B444-599D-4108-801A-B2B79511B71F}"/>
              </a:ext>
            </a:extLst>
          </p:cNvPr>
          <p:cNvSpPr>
            <a:spLocks noGrp="1"/>
          </p:cNvSpPr>
          <p:nvPr/>
        </p:nvSpPr>
        <p:spPr>
          <a:xfrm>
            <a:off x="10271671" y="5122813"/>
            <a:ext cx="279797" cy="9525"/>
          </a:xfrm>
          <a:prstGeom prst="rect">
            <a:avLst/>
          </a:prstGeom>
          <a:solidFill>
            <a:srgbClr val="68727A"/>
          </a:solidFill>
          <a:ln w="0">
            <a:solidFill>
              <a:srgbClr val="000000">
                <a:alpha val="0"/>
              </a:srgbClr>
            </a:solidFill>
          </a:ln>
        </p:spPr>
      </p:sp>
      <p:sp>
        <p:nvSpPr>
          <p:cNvPr id="134" name="">
            <a:extLst>
              <a:ext uri="{FF2B5EF4-FFF2-40B4-BE49-F238E27FC236}">
                <a16:creationId id="{A0543114-C59B-4DC7-A245-F575B0A6128F}"/>
              </a:ext>
            </a:extLst>
          </p:cNvPr>
          <p:cNvSpPr>
            <a:spLocks noGrp="1"/>
          </p:cNvSpPr>
          <p:nvPr/>
        </p:nvSpPr>
        <p:spPr>
          <a:xfrm>
            <a:off x="10271671" y="4760863"/>
            <a:ext cx="9525" cy="371475"/>
          </a:xfrm>
          <a:prstGeom prst="rect">
            <a:avLst/>
          </a:prstGeom>
          <a:solidFill>
            <a:srgbClr val="68727A"/>
          </a:solidFill>
          <a:ln w="0">
            <a:solidFill>
              <a:srgbClr val="000000">
                <a:alpha val="0"/>
              </a:srgbClr>
            </a:solidFill>
          </a:ln>
        </p:spPr>
      </p:sp>
      <p:sp>
        <p:nvSpPr>
          <p:cNvPr id="135" name="">
            <a:extLst>
              <a:ext uri="{FF2B5EF4-FFF2-40B4-BE49-F238E27FC236}">
                <a16:creationId id="{D59056CB-EF8C-488D-8BA3-575E4224E6C9}"/>
              </a:ext>
            </a:extLst>
          </p:cNvPr>
          <p:cNvSpPr>
            <a:spLocks noGrp="1"/>
          </p:cNvSpPr>
          <p:nvPr/>
        </p:nvSpPr>
        <p:spPr>
          <a:xfrm>
            <a:off x="10541943" y="4760863"/>
            <a:ext cx="9525" cy="371475"/>
          </a:xfrm>
          <a:prstGeom prst="rect">
            <a:avLst/>
          </a:prstGeom>
          <a:solidFill>
            <a:srgbClr val="68727A"/>
          </a:solidFill>
          <a:ln w="0">
            <a:solidFill>
              <a:srgbClr val="000000">
                <a:alpha val="0"/>
              </a:srgbClr>
            </a:solidFill>
          </a:ln>
        </p:spPr>
      </p:sp>
      <p:sp>
        <p:nvSpPr>
          <p:cNvPr id="136" name="">
            <a:extLst>
              <a:ext uri="{FF2B5EF4-FFF2-40B4-BE49-F238E27FC236}">
                <a16:creationId id="{807880D6-CC59-4219-A801-EEF7B7AA5112}"/>
              </a:ext>
            </a:extLst>
          </p:cNvPr>
          <p:cNvSpPr>
            <a:spLocks noGrp="1"/>
          </p:cNvSpPr>
          <p:nvPr/>
        </p:nvSpPr>
        <p:spPr>
          <a:xfrm>
            <a:off x="10347871" y="4837063"/>
            <a:ext cx="222647"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20272D"/>
                </a:solidFill>
              </a:rPr>
              <a:t>z₁</a:t>
            </a:r>
          </a:p>
        </p:txBody>
      </p:sp>
      <p:sp>
        <p:nvSpPr>
          <p:cNvPr id="137" name="">
            <a:extLst>
              <a:ext uri="{FF2B5EF4-FFF2-40B4-BE49-F238E27FC236}">
                <a16:creationId id="{A45270F1-A755-4DE3-A50B-0CDCB8661788}"/>
              </a:ext>
            </a:extLst>
          </p:cNvPr>
          <p:cNvSpPr>
            <a:spLocks noGrp="1"/>
          </p:cNvSpPr>
          <p:nvPr/>
        </p:nvSpPr>
        <p:spPr>
          <a:xfrm>
            <a:off x="10599093" y="4760863"/>
            <a:ext cx="279648" cy="9525"/>
          </a:xfrm>
          <a:prstGeom prst="rect">
            <a:avLst/>
          </a:prstGeom>
          <a:solidFill>
            <a:srgbClr val="68727A"/>
          </a:solidFill>
          <a:ln w="0">
            <a:solidFill>
              <a:srgbClr val="000000">
                <a:alpha val="0"/>
              </a:srgbClr>
            </a:solidFill>
          </a:ln>
        </p:spPr>
      </p:sp>
      <p:sp>
        <p:nvSpPr>
          <p:cNvPr id="138" name="">
            <a:extLst>
              <a:ext uri="{FF2B5EF4-FFF2-40B4-BE49-F238E27FC236}">
                <a16:creationId id="{2AAFF831-38B3-44D2-B208-CC38C9FC02BF}"/>
              </a:ext>
            </a:extLst>
          </p:cNvPr>
          <p:cNvSpPr>
            <a:spLocks noGrp="1"/>
          </p:cNvSpPr>
          <p:nvPr/>
        </p:nvSpPr>
        <p:spPr>
          <a:xfrm>
            <a:off x="10599093" y="5122813"/>
            <a:ext cx="279648" cy="9525"/>
          </a:xfrm>
          <a:prstGeom prst="rect">
            <a:avLst/>
          </a:prstGeom>
          <a:solidFill>
            <a:srgbClr val="68727A"/>
          </a:solidFill>
          <a:ln w="0">
            <a:solidFill>
              <a:srgbClr val="000000">
                <a:alpha val="0"/>
              </a:srgbClr>
            </a:solidFill>
          </a:ln>
        </p:spPr>
      </p:sp>
      <p:sp>
        <p:nvSpPr>
          <p:cNvPr id="139" name="">
            <a:extLst>
              <a:ext uri="{FF2B5EF4-FFF2-40B4-BE49-F238E27FC236}">
                <a16:creationId id="{A0F91CAD-60FC-402E-9D04-C2025BEE337D}"/>
              </a:ext>
            </a:extLst>
          </p:cNvPr>
          <p:cNvSpPr>
            <a:spLocks noGrp="1"/>
          </p:cNvSpPr>
          <p:nvPr/>
        </p:nvSpPr>
        <p:spPr>
          <a:xfrm>
            <a:off x="10599093" y="4760863"/>
            <a:ext cx="9525" cy="371475"/>
          </a:xfrm>
          <a:prstGeom prst="rect">
            <a:avLst/>
          </a:prstGeom>
          <a:solidFill>
            <a:srgbClr val="68727A"/>
          </a:solidFill>
          <a:ln w="0">
            <a:solidFill>
              <a:srgbClr val="000000">
                <a:alpha val="0"/>
              </a:srgbClr>
            </a:solidFill>
          </a:ln>
        </p:spPr>
      </p:sp>
      <p:sp>
        <p:nvSpPr>
          <p:cNvPr id="140" name="">
            <a:extLst>
              <a:ext uri="{FF2B5EF4-FFF2-40B4-BE49-F238E27FC236}">
                <a16:creationId id="{2FC65D55-DC0F-4842-9C36-98A47A2AEFD7}"/>
              </a:ext>
            </a:extLst>
          </p:cNvPr>
          <p:cNvSpPr>
            <a:spLocks noGrp="1"/>
          </p:cNvSpPr>
          <p:nvPr/>
        </p:nvSpPr>
        <p:spPr>
          <a:xfrm>
            <a:off x="10869216" y="4760863"/>
            <a:ext cx="9525" cy="371475"/>
          </a:xfrm>
          <a:prstGeom prst="rect">
            <a:avLst/>
          </a:prstGeom>
          <a:solidFill>
            <a:srgbClr val="68727A"/>
          </a:solidFill>
          <a:ln w="0">
            <a:solidFill>
              <a:srgbClr val="000000">
                <a:alpha val="0"/>
              </a:srgbClr>
            </a:solidFill>
          </a:ln>
        </p:spPr>
      </p:sp>
      <p:sp>
        <p:nvSpPr>
          <p:cNvPr id="141" name="">
            <a:extLst>
              <a:ext uri="{FF2B5EF4-FFF2-40B4-BE49-F238E27FC236}">
                <a16:creationId id="{77288CFE-03A2-4446-9D39-585160342B64}"/>
              </a:ext>
            </a:extLst>
          </p:cNvPr>
          <p:cNvSpPr>
            <a:spLocks noGrp="1"/>
          </p:cNvSpPr>
          <p:nvPr/>
        </p:nvSpPr>
        <p:spPr>
          <a:xfrm>
            <a:off x="10675293" y="4837063"/>
            <a:ext cx="222498"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20272D"/>
                </a:solidFill>
              </a:rPr>
              <a:t>z₂</a:t>
            </a:r>
          </a:p>
        </p:txBody>
      </p:sp>
      <p:sp>
        <p:nvSpPr>
          <p:cNvPr id="142" name="">
            <a:extLst>
              <a:ext uri="{FF2B5EF4-FFF2-40B4-BE49-F238E27FC236}">
                <a16:creationId id="{B4E50C97-C667-4EDE-9DC6-20B24431ED70}"/>
              </a:ext>
            </a:extLst>
          </p:cNvPr>
          <p:cNvSpPr>
            <a:spLocks noGrp="1"/>
          </p:cNvSpPr>
          <p:nvPr/>
        </p:nvSpPr>
        <p:spPr>
          <a:xfrm>
            <a:off x="10926366" y="4760863"/>
            <a:ext cx="290215" cy="9525"/>
          </a:xfrm>
          <a:prstGeom prst="rect">
            <a:avLst/>
          </a:prstGeom>
          <a:solidFill>
            <a:srgbClr val="68727A"/>
          </a:solidFill>
          <a:ln w="0">
            <a:solidFill>
              <a:srgbClr val="000000">
                <a:alpha val="0"/>
              </a:srgbClr>
            </a:solidFill>
          </a:ln>
        </p:spPr>
      </p:sp>
      <p:sp>
        <p:nvSpPr>
          <p:cNvPr id="143" name="">
            <a:extLst>
              <a:ext uri="{FF2B5EF4-FFF2-40B4-BE49-F238E27FC236}">
                <a16:creationId id="{98DD3208-E6AF-4DAF-8871-B65B82E555E2}"/>
              </a:ext>
            </a:extLst>
          </p:cNvPr>
          <p:cNvSpPr>
            <a:spLocks noGrp="1"/>
          </p:cNvSpPr>
          <p:nvPr/>
        </p:nvSpPr>
        <p:spPr>
          <a:xfrm>
            <a:off x="10926366" y="5122813"/>
            <a:ext cx="290215" cy="9525"/>
          </a:xfrm>
          <a:prstGeom prst="rect">
            <a:avLst/>
          </a:prstGeom>
          <a:solidFill>
            <a:srgbClr val="68727A"/>
          </a:solidFill>
          <a:ln w="0">
            <a:solidFill>
              <a:srgbClr val="000000">
                <a:alpha val="0"/>
              </a:srgbClr>
            </a:solidFill>
          </a:ln>
        </p:spPr>
      </p:sp>
      <p:sp>
        <p:nvSpPr>
          <p:cNvPr id="144" name="">
            <a:extLst>
              <a:ext uri="{FF2B5EF4-FFF2-40B4-BE49-F238E27FC236}">
                <a16:creationId id="{6BE837B0-CB82-40C3-81DF-516085625531}"/>
              </a:ext>
            </a:extLst>
          </p:cNvPr>
          <p:cNvSpPr>
            <a:spLocks noGrp="1"/>
          </p:cNvSpPr>
          <p:nvPr/>
        </p:nvSpPr>
        <p:spPr>
          <a:xfrm>
            <a:off x="10926366" y="4760863"/>
            <a:ext cx="9525" cy="371475"/>
          </a:xfrm>
          <a:prstGeom prst="rect">
            <a:avLst/>
          </a:prstGeom>
          <a:solidFill>
            <a:srgbClr val="68727A"/>
          </a:solidFill>
          <a:ln w="0">
            <a:solidFill>
              <a:srgbClr val="000000">
                <a:alpha val="0"/>
              </a:srgbClr>
            </a:solidFill>
          </a:ln>
        </p:spPr>
      </p:sp>
      <p:sp>
        <p:nvSpPr>
          <p:cNvPr id="145" name="">
            <a:extLst>
              <a:ext uri="{FF2B5EF4-FFF2-40B4-BE49-F238E27FC236}">
                <a16:creationId id="{879B1125-0FD3-403F-AE1E-3B509DA82E2C}"/>
              </a:ext>
            </a:extLst>
          </p:cNvPr>
          <p:cNvSpPr>
            <a:spLocks noGrp="1"/>
          </p:cNvSpPr>
          <p:nvPr/>
        </p:nvSpPr>
        <p:spPr>
          <a:xfrm>
            <a:off x="11207055" y="4760863"/>
            <a:ext cx="9525" cy="371475"/>
          </a:xfrm>
          <a:prstGeom prst="rect">
            <a:avLst/>
          </a:prstGeom>
          <a:solidFill>
            <a:srgbClr val="68727A"/>
          </a:solidFill>
          <a:ln w="0">
            <a:solidFill>
              <a:srgbClr val="000000">
                <a:alpha val="0"/>
              </a:srgbClr>
            </a:solidFill>
          </a:ln>
        </p:spPr>
      </p:sp>
      <p:sp>
        <p:nvSpPr>
          <p:cNvPr id="146" name="">
            <a:extLst>
              <a:ext uri="{FF2B5EF4-FFF2-40B4-BE49-F238E27FC236}">
                <a16:creationId id="{55F26510-DF12-465D-B5ED-EB0D8B3D0E3E}"/>
              </a:ext>
            </a:extLst>
          </p:cNvPr>
          <p:cNvSpPr>
            <a:spLocks noGrp="1"/>
          </p:cNvSpPr>
          <p:nvPr/>
        </p:nvSpPr>
        <p:spPr>
          <a:xfrm>
            <a:off x="11002566" y="4837063"/>
            <a:ext cx="233065"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20272D"/>
                </a:solidFill>
              </a:rPr>
              <a:t>…</a:t>
            </a:r>
          </a:p>
        </p:txBody>
      </p:sp>
      <p:sp>
        <p:nvSpPr>
          <p:cNvPr id="147" name="">
            <a:extLst>
              <a:ext uri="{FF2B5EF4-FFF2-40B4-BE49-F238E27FC236}">
                <a16:creationId id="{4CD0F672-7312-49A7-967B-941875B46670}"/>
              </a:ext>
            </a:extLst>
          </p:cNvPr>
          <p:cNvSpPr>
            <a:spLocks noGrp="1"/>
          </p:cNvSpPr>
          <p:nvPr/>
        </p:nvSpPr>
        <p:spPr>
          <a:xfrm>
            <a:off x="9839325" y="5213300"/>
            <a:ext cx="1455688"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LUT decoder + original O</a:t>
            </a:r>
          </a:p>
        </p:txBody>
      </p:sp>
      <p:sp>
        <p:nvSpPr>
          <p:cNvPr id="148" name="">
            <a:extLst>
              <a:ext uri="{FF2B5EF4-FFF2-40B4-BE49-F238E27FC236}">
                <a16:creationId id="{2364D62D-EF63-4194-B361-9CAB97F18704}"/>
              </a:ext>
            </a:extLst>
          </p:cNvPr>
          <p:cNvSpPr>
            <a:spLocks noGrp="1"/>
          </p:cNvSpPr>
          <p:nvPr/>
        </p:nvSpPr>
        <p:spPr>
          <a:xfrm>
            <a:off x="9839325" y="5412284"/>
            <a:ext cx="1344513" cy="161925"/>
          </a:xfrm>
          <a:prstGeom prst="rect">
            <a:avLst/>
          </a:prstGeom>
          <a:solidFill>
            <a:srgbClr val="000000">
              <a:alpha val="0"/>
            </a:srgbClr>
          </a:solidFill>
          <a:ln w="0">
            <a:solidFill>
              <a:srgbClr val="000000">
                <a:alpha val="0"/>
              </a:srgbClr>
            </a:solidFill>
          </a:ln>
        </p:spPr>
        <p:txBody>
          <a:bodyPr lIns="0" tIns="0" rIns="0" bIns="0" anchor="ctr"/>
          <a:lstStyle/>
          <a:p>
            <a:r>
              <a:rPr sz="751" b="0">
                <a:solidFill>
                  <a:srgbClr val="68727A"/>
                </a:solidFill>
              </a:rPr>
              <a:t>Multiple retouched images</a:t>
            </a:r>
          </a:p>
        </p:txBody>
      </p:sp>
      <p:sp>
        <p:nvSpPr>
          <p:cNvPr id="149" name="">
            <a:extLst>
              <a:ext uri="{FF2B5EF4-FFF2-40B4-BE49-F238E27FC236}">
                <a16:creationId id="{6A105405-3D7C-4B68-AE72-82B7936239AC}"/>
              </a:ext>
            </a:extLst>
          </p:cNvPr>
          <p:cNvSpPr>
            <a:spLocks noGrp="1"/>
          </p:cNvSpPr>
          <p:nvPr/>
        </p:nvSpPr>
        <p:spPr>
          <a:xfrm>
            <a:off x="438150" y="5780484"/>
            <a:ext cx="11315700" cy="9525"/>
          </a:xfrm>
          <a:prstGeom prst="rect">
            <a:avLst/>
          </a:prstGeom>
          <a:solidFill>
            <a:srgbClr val="20272D"/>
          </a:solidFill>
          <a:ln w="0">
            <a:solidFill>
              <a:srgbClr val="000000">
                <a:alpha val="0"/>
              </a:srgbClr>
            </a:solidFill>
          </a:ln>
        </p:spPr>
      </p:sp>
      <p:sp>
        <p:nvSpPr>
          <p:cNvPr id="150" name="">
            <a:extLst>
              <a:ext uri="{FF2B5EF4-FFF2-40B4-BE49-F238E27FC236}">
                <a16:creationId id="{F8B225E5-2ECE-4E19-A325-7A2C5C3AD86C}"/>
              </a:ext>
            </a:extLst>
          </p:cNvPr>
          <p:cNvSpPr>
            <a:spLocks noGrp="1"/>
          </p:cNvSpPr>
          <p:nvPr/>
        </p:nvSpPr>
        <p:spPr>
          <a:xfrm>
            <a:off x="438150" y="5875734"/>
            <a:ext cx="2444651" cy="314325"/>
          </a:xfrm>
          <a:prstGeom prst="rect">
            <a:avLst/>
          </a:prstGeom>
          <a:solidFill>
            <a:srgbClr val="000000">
              <a:alpha val="0"/>
            </a:srgbClr>
          </a:solidFill>
          <a:ln w="0">
            <a:solidFill>
              <a:srgbClr val="000000">
                <a:alpha val="0"/>
              </a:srgbClr>
            </a:solidFill>
          </a:ln>
        </p:spPr>
        <p:txBody>
          <a:bodyPr lIns="0" tIns="0" rIns="0" bIns="0" anchor="ctr"/>
          <a:lstStyle/>
          <a:p>
            <a:r>
              <a:rPr sz="1297" b="1">
                <a:solidFill>
                  <a:srgbClr val="315D73"/>
                </a:solidFill>
              </a:rPr>
              <a:t>Density-ranked alternatives</a:t>
            </a:r>
          </a:p>
        </p:txBody>
      </p:sp>
      <p:sp>
        <p:nvSpPr>
          <p:cNvPr id="151" name="">
            <a:extLst>
              <a:ext uri="{FF2B5EF4-FFF2-40B4-BE49-F238E27FC236}">
                <a16:creationId id="{C49BA4B2-DFB3-4312-A7B2-93C18F4622A3}"/>
              </a:ext>
            </a:extLst>
          </p:cNvPr>
          <p:cNvSpPr>
            <a:spLocks noGrp="1"/>
          </p:cNvSpPr>
          <p:nvPr/>
        </p:nvSpPr>
        <p:spPr>
          <a:xfrm>
            <a:off x="2978051" y="5931396"/>
            <a:ext cx="5258991"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No query target during generation. Best-of-K uses the target only for offline evaluation.</a:t>
            </a:r>
          </a:p>
        </p:txBody>
      </p:sp>
      <p:sp>
        <p:nvSpPr>
          <p:cNvPr id="152" name="">
            <a:extLst>
              <a:ext uri="{FF2B5EF4-FFF2-40B4-BE49-F238E27FC236}">
                <a16:creationId id="{85885387-4C85-4E70-82C5-9E424A5BF917}"/>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153" name="">
            <a:extLst>
              <a:ext uri="{FF2B5EF4-FFF2-40B4-BE49-F238E27FC236}">
                <a16:creationId id="{8D4704D0-E3CB-40F9-8521-4C3D85F0E130}"/>
              </a:ext>
            </a:extLst>
          </p:cNvPr>
          <p:cNvSpPr>
            <a:spLocks noGrp="1"/>
          </p:cNvSpPr>
          <p:nvPr/>
        </p:nvSpPr>
        <p:spPr>
          <a:xfrm>
            <a:off x="438150" y="6480870"/>
            <a:ext cx="802035"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2.5</a:t>
            </a:r>
          </a:p>
        </p:txBody>
      </p:sp>
      <p:sp>
        <p:nvSpPr>
          <p:cNvPr id="154" name="">
            <a:extLst>
              <a:ext uri="{FF2B5EF4-FFF2-40B4-BE49-F238E27FC236}">
                <a16:creationId id="{8A03B6FD-9A95-41FE-BE01-379E34A323C9}"/>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12 / 25</a:t>
            </a:r>
          </a:p>
        </p:txBody>
      </p:sp>
      <p:sp>
        <p:nvSpPr>
          <p:cNvPr id="155" name="">
            <a:extLst>
              <a:ext uri="{FF2B5EF4-FFF2-40B4-BE49-F238E27FC236}">
                <a16:creationId id="{00D47638-EA06-4DB5-81D1-582FB4098EEA}"/>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4:creationId val="513453840"/>
      </p:ext>
    </p:extLst>
  </p:cSld>
  <p:transition spd="fast" advClick="1">
    <p:fade/>
  </p:transition>
  <p:timing>
    <p:tnLst>
      <p:par>
        <p:cTn id="1" dur="indefinite" restart="never" nodeType="tmRoot">
          <p:childTnLst>
            <p:seq concurrent="1" nextAc="seek">
              <p:cTn id="2" dur="indefinite" nodeType="mainSeq">
                <p:childTnLst>
                  <p:par>
                    <p:cTn id="3" fill="hold">
                      <p:stCondLst>
                        <p:cond delay="0"/>
                      </p:stCondLst>
                      <p:childTnLst>
                        <p:par>
                          <p:cTn id="4" presetID="10" presetClass="entr" presetSubtype="0" fill="hold" nodeType="withEffect">
                            <p:stCondLst>
                              <p:cond delay="650"/>
                            </p:stCondLst>
                            <p:childTnLst>
                              <p:set>
                                <p:cBhvr>
                                  <p:cTn id="5" dur="1" fill="hold">
                                    <p:stCondLst>
                                      <p:cond delay="0"/>
                                    </p:stCondLst>
                                  </p:cTn>
                                  <p:tgtEl>
                                    <p:spTgt spid="62"/>
                                  </p:tgtEl>
                                  <p:attrNameLst>
                                    <p:attrName>style.visibility</p:attrName>
                                  </p:attrNameLst>
                                </p:cBhvr>
                                <p:to>
                                  <p:strVal val="visible"/>
                                </p:to>
                              </p:set>
                              <p:animEffect transition="in" filter="fade">
                                <p:cBhvr>
                                  <p:cTn id="6" dur="300"/>
                                  <p:tgtEl>
                                    <p:spTgt spid="62"/>
                                  </p:tgtEl>
                                </p:cBhvr>
                              </p:animEffect>
                            </p:childTnLst>
                          </p:cTn>
                        </p:par>
                        <p:par>
                          <p:cTn id="7" presetID="10" presetClass="entr" presetSubtype="0" fill="hold" nodeType="withEffect">
                            <p:stCondLst>
                              <p:cond delay="0"/>
                            </p:stCondLst>
                            <p:childTnLst>
                              <p:set>
                                <p:cBhvr>
                                  <p:cTn id="8" dur="1" fill="hold">
                                    <p:stCondLst>
                                      <p:cond delay="0"/>
                                    </p:stCondLst>
                                  </p:cTn>
                                  <p:tgtEl>
                                    <p:spTgt spid="88"/>
                                  </p:tgtEl>
                                  <p:attrNameLst>
                                    <p:attrName>style.visibility</p:attrName>
                                  </p:attrNameLst>
                                </p:cBhvr>
                                <p:to>
                                  <p:strVal val="visible"/>
                                </p:to>
                              </p:set>
                              <p:animEffect transition="in" filter="fade">
                                <p:cBhvr>
                                  <p:cTn id="9" dur="300"/>
                                  <p:tgtEl>
                                    <p:spTgt spid="88"/>
                                  </p:tgtEl>
                                </p:cBhvr>
                              </p:animEffect>
                            </p:childTnLst>
                          </p:cTn>
                        </p:par>
                        <p:par>
                          <p:cTn id="10" presetID="10" presetClass="entr" presetSubtype="0" fill="hold" nodeType="withEffect">
                            <p:stCondLst>
                              <p:cond delay="650"/>
                            </p:stCondLst>
                            <p:childTnLst>
                              <p:set>
                                <p:cBhvr>
                                  <p:cTn id="11" dur="1" fill="hold">
                                    <p:stCondLst>
                                      <p:cond delay="0"/>
                                    </p:stCondLst>
                                  </p:cTn>
                                  <p:tgtEl>
                                    <p:spTgt spid="109"/>
                                  </p:tgtEl>
                                  <p:attrNameLst>
                                    <p:attrName>style.visibility</p:attrName>
                                  </p:attrNameLst>
                                </p:cBhvr>
                                <p:to>
                                  <p:strVal val="visible"/>
                                </p:to>
                              </p:set>
                              <p:animEffect transition="in" filter="fade">
                                <p:cBhvr>
                                  <p:cTn id="12" dur="300"/>
                                  <p:tgtEl>
                                    <p:spTgt spid="109"/>
                                  </p:tgtEl>
                                </p:cBhvr>
                              </p:animEffect>
                            </p:childTnLst>
                          </p:cTn>
                        </p:par>
                      </p:childTnLst>
                    </p:cTn>
                  </p:par>
                </p:childTnLst>
              </p:cTn>
            </p:seq>
          </p:childTnLst>
        </p:cTn>
      </p:par>
    </p:tnLst>
  </p:timing>
</p:sld>
</file>

<file path=ppt/slides/slide13.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7650DE43-ACB8-492D-B8CA-DBD4B8DBF45C}"/>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27DE8CAA-98F4-4629-89CA-CEBEE965ECAE}"/>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9437A7F9-583F-4D44-9508-6C3549C89C91}"/>
              </a:ext>
            </a:extLst>
          </p:cNvPr>
          <p:cNvSpPr>
            <a:spLocks noGrp="1"/>
          </p:cNvSpPr>
          <p:nvPr/>
        </p:nvSpPr>
        <p:spPr>
          <a:xfrm>
            <a:off x="660648" y="328613"/>
            <a:ext cx="361801" cy="342900"/>
          </a:xfrm>
          <a:prstGeom prst="rect">
            <a:avLst/>
          </a:prstGeom>
          <a:solidFill>
            <a:srgbClr val="F3DF4F"/>
          </a:solidFill>
          <a:ln w="0">
            <a:solidFill>
              <a:srgbClr val="000000">
                <a:alpha val="0"/>
              </a:srgbClr>
            </a:solidFill>
          </a:ln>
        </p:spPr>
      </p:sp>
      <p:sp>
        <p:nvSpPr>
          <p:cNvPr id="5" name="">
            <a:extLst>
              <a:ext uri="{FF2B5EF4-FFF2-40B4-BE49-F238E27FC236}">
                <a16:creationId id="{258C4B3E-5AF8-47C2-804C-E45F68741A82}"/>
              </a:ext>
            </a:extLst>
          </p:cNvPr>
          <p:cNvSpPr>
            <a:spLocks noGrp="1"/>
          </p:cNvSpPr>
          <p:nvPr/>
        </p:nvSpPr>
        <p:spPr>
          <a:xfrm>
            <a:off x="746373" y="347663"/>
            <a:ext cx="285601"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13</a:t>
            </a:r>
          </a:p>
        </p:txBody>
      </p:sp>
      <p:sp>
        <p:nvSpPr>
          <p:cNvPr id="6" name="">
            <a:extLst>
              <a:ext uri="{FF2B5EF4-FFF2-40B4-BE49-F238E27FC236}">
                <a16:creationId id="{957E4066-0100-4EF1-B64E-75BB4C8544C3}"/>
              </a:ext>
            </a:extLst>
          </p:cNvPr>
          <p:cNvSpPr>
            <a:spLocks noGrp="1"/>
          </p:cNvSpPr>
          <p:nvPr/>
        </p:nvSpPr>
        <p:spPr>
          <a:xfrm>
            <a:off x="1203424" y="242292"/>
            <a:ext cx="5755035"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Testing strategy and quality assurance</a:t>
            </a:r>
          </a:p>
        </p:txBody>
      </p:sp>
      <p:sp>
        <p:nvSpPr>
          <p:cNvPr id="7" name="">
            <a:extLst>
              <a:ext uri="{FF2B5EF4-FFF2-40B4-BE49-F238E27FC236}">
                <a16:creationId id="{77B4E2F9-5712-4319-B879-CE36EE64FB6D}"/>
              </a:ext>
            </a:extLst>
          </p:cNvPr>
          <p:cNvSpPr>
            <a:spLocks noGrp="1"/>
          </p:cNvSpPr>
          <p:nvPr/>
        </p:nvSpPr>
        <p:spPr>
          <a:xfrm>
            <a:off x="3057525" y="1057275"/>
            <a:ext cx="9525" cy="3897809"/>
          </a:xfrm>
          <a:prstGeom prst="rect">
            <a:avLst/>
          </a:prstGeom>
          <a:solidFill>
            <a:srgbClr val="D6DCD9"/>
          </a:solidFill>
          <a:ln w="0">
            <a:solidFill>
              <a:srgbClr val="000000">
                <a:alpha val="0"/>
              </a:srgbClr>
            </a:solidFill>
          </a:ln>
        </p:spPr>
      </p:sp>
      <p:sp>
        <p:nvSpPr>
          <p:cNvPr id="8" name="">
            <a:extLst>
              <a:ext uri="{FF2B5EF4-FFF2-40B4-BE49-F238E27FC236}">
                <a16:creationId id="{8AE74C09-0777-440C-AB40-C36840D0BA3E}"/>
              </a:ext>
            </a:extLst>
          </p:cNvPr>
          <p:cNvSpPr>
            <a:spLocks noGrp="1"/>
          </p:cNvSpPr>
          <p:nvPr/>
        </p:nvSpPr>
        <p:spPr>
          <a:xfrm>
            <a:off x="438150" y="1076325"/>
            <a:ext cx="323850" cy="266700"/>
          </a:xfrm>
          <a:prstGeom prst="rect">
            <a:avLst/>
          </a:prstGeom>
          <a:solidFill>
            <a:srgbClr val="000000">
              <a:alpha val="0"/>
            </a:srgbClr>
          </a:solidFill>
          <a:ln w="0">
            <a:solidFill>
              <a:srgbClr val="000000">
                <a:alpha val="0"/>
              </a:srgbClr>
            </a:solidFill>
          </a:ln>
        </p:spPr>
        <p:txBody>
          <a:bodyPr lIns="0" tIns="0" rIns="0" bIns="0" anchor="ctr"/>
          <a:lstStyle/>
          <a:p>
            <a:r>
              <a:rPr sz="1365" b="0">
                <a:solidFill>
                  <a:srgbClr val="315D73"/>
                </a:solidFill>
              </a:rPr>
              <a:t>01</a:t>
            </a:r>
          </a:p>
        </p:txBody>
      </p:sp>
      <p:sp>
        <p:nvSpPr>
          <p:cNvPr id="9" name="">
            <a:extLst>
              <a:ext uri="{FF2B5EF4-FFF2-40B4-BE49-F238E27FC236}">
                <a16:creationId id="{81096144-9CCA-43D6-9264-F060250D0945}"/>
              </a:ext>
            </a:extLst>
          </p:cNvPr>
          <p:cNvSpPr>
            <a:spLocks noGrp="1"/>
          </p:cNvSpPr>
          <p:nvPr/>
        </p:nvSpPr>
        <p:spPr>
          <a:xfrm>
            <a:off x="438150" y="1419225"/>
            <a:ext cx="1806029"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Can the edit be</a:t>
            </a:r>
          </a:p>
        </p:txBody>
      </p:sp>
      <p:sp>
        <p:nvSpPr>
          <p:cNvPr id="10" name="">
            <a:extLst>
              <a:ext uri="{FF2B5EF4-FFF2-40B4-BE49-F238E27FC236}">
                <a16:creationId id="{5EADA42D-E939-410F-B898-A8F93E3FC757}"/>
              </a:ext>
            </a:extLst>
          </p:cNvPr>
          <p:cNvSpPr>
            <a:spLocks noGrp="1"/>
          </p:cNvSpPr>
          <p:nvPr/>
        </p:nvSpPr>
        <p:spPr>
          <a:xfrm>
            <a:off x="438150" y="1732955"/>
            <a:ext cx="1616869"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represented?</a:t>
            </a:r>
          </a:p>
        </p:txBody>
      </p:sp>
      <p:pic>
        <p:nvPicPr>
          <p:cNvPr id="11" name=""/>
          <p:cNvPicPr>
            <a:picLocks noChangeAspect="1"/>
          </p:cNvPicPr>
          <p:nvPr/>
        </p:nvPicPr>
        <p:blipFill>
          <a:blip r:embed="Rb6d0fd0df91d4b73"/>
          <a:srcRect l="0" t="0" r="0" b="0"/>
          <a:stretch>
            <a:fillRect l="0" t="0" r="0" b="0"/>
          </a:stretch>
        </p:blipFill>
        <p:spPr>
          <a:xfrm>
            <a:off x="438150" y="2238375"/>
            <a:ext cx="2390775" cy="1000125"/>
          </a:xfrm>
          <a:prstGeom prst="rect">
            <a:avLst/>
          </a:prstGeom>
        </p:spPr>
      </p:pic>
      <p:sp>
        <p:nvSpPr>
          <p:cNvPr id="12" name="">
            <a:extLst>
              <a:ext uri="{FF2B5EF4-FFF2-40B4-BE49-F238E27FC236}">
                <a16:creationId id="{4565C115-4374-47DB-8FB0-0107902682EB}"/>
              </a:ext>
            </a:extLst>
          </p:cNvPr>
          <p:cNvSpPr>
            <a:spLocks noGrp="1"/>
          </p:cNvSpPr>
          <p:nvPr/>
        </p:nvSpPr>
        <p:spPr>
          <a:xfrm>
            <a:off x="438150" y="3343275"/>
            <a:ext cx="1536055" cy="314325"/>
          </a:xfrm>
          <a:prstGeom prst="rect">
            <a:avLst/>
          </a:prstGeom>
          <a:solidFill>
            <a:srgbClr val="000000">
              <a:alpha val="0"/>
            </a:srgbClr>
          </a:solidFill>
          <a:ln w="0">
            <a:solidFill>
              <a:srgbClr val="000000">
                <a:alpha val="0"/>
              </a:srgbClr>
            </a:solidFill>
          </a:ln>
        </p:spPr>
        <p:txBody>
          <a:bodyPr lIns="0" tIns="0" rIns="0" bIns="0" anchor="ctr"/>
          <a:lstStyle/>
          <a:p>
            <a:r>
              <a:rPr sz="1297" b="1">
                <a:solidFill>
                  <a:srgbClr val="20272D"/>
                </a:solidFill>
              </a:rPr>
              <a:t>Encoder–decoder</a:t>
            </a:r>
          </a:p>
        </p:txBody>
      </p:sp>
      <p:sp>
        <p:nvSpPr>
          <p:cNvPr id="13" name="">
            <a:extLst>
              <a:ext uri="{FF2B5EF4-FFF2-40B4-BE49-F238E27FC236}">
                <a16:creationId id="{476D44E6-BE99-424D-B4E8-4016D3AE76F6}"/>
              </a:ext>
            </a:extLst>
          </p:cNvPr>
          <p:cNvSpPr>
            <a:spLocks noGrp="1"/>
          </p:cNvSpPr>
          <p:nvPr/>
        </p:nvSpPr>
        <p:spPr>
          <a:xfrm>
            <a:off x="438150" y="3578423"/>
            <a:ext cx="1315194" cy="314325"/>
          </a:xfrm>
          <a:prstGeom prst="rect">
            <a:avLst/>
          </a:prstGeom>
          <a:solidFill>
            <a:srgbClr val="000000">
              <a:alpha val="0"/>
            </a:srgbClr>
          </a:solidFill>
          <a:ln w="0">
            <a:solidFill>
              <a:srgbClr val="000000">
                <a:alpha val="0"/>
              </a:srgbClr>
            </a:solidFill>
          </a:ln>
        </p:spPr>
        <p:txBody>
          <a:bodyPr lIns="0" tIns="0" rIns="0" bIns="0" anchor="ctr"/>
          <a:lstStyle/>
          <a:p>
            <a:r>
              <a:rPr sz="1297" b="1">
                <a:solidFill>
                  <a:srgbClr val="20272D"/>
                </a:solidFill>
              </a:rPr>
              <a:t>reconstruction</a:t>
            </a:r>
          </a:p>
        </p:txBody>
      </p:sp>
      <p:sp>
        <p:nvSpPr>
          <p:cNvPr id="14" name="">
            <a:extLst>
              <a:ext uri="{FF2B5EF4-FFF2-40B4-BE49-F238E27FC236}">
                <a16:creationId id="{CE314FA5-5B1C-41AE-A232-2AD062C69BE4}"/>
              </a:ext>
            </a:extLst>
          </p:cNvPr>
          <p:cNvSpPr>
            <a:spLocks noGrp="1"/>
          </p:cNvSpPr>
          <p:nvPr/>
        </p:nvSpPr>
        <p:spPr>
          <a:xfrm>
            <a:off x="438150" y="3975497"/>
            <a:ext cx="2436316"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68727A"/>
                </a:solidFill>
              </a:rPr>
              <a:t>Test 3D representation capacity.</a:t>
            </a:r>
          </a:p>
        </p:txBody>
      </p:sp>
      <p:sp>
        <p:nvSpPr>
          <p:cNvPr id="15" name="">
            <a:extLst>
              <a:ext uri="{FF2B5EF4-FFF2-40B4-BE49-F238E27FC236}">
                <a16:creationId id="{97217209-8894-4348-8D83-DC975A8097AB}"/>
              </a:ext>
            </a:extLst>
          </p:cNvPr>
          <p:cNvSpPr>
            <a:spLocks noGrp="1"/>
          </p:cNvSpPr>
          <p:nvPr/>
        </p:nvSpPr>
        <p:spPr>
          <a:xfrm>
            <a:off x="438150" y="4635996"/>
            <a:ext cx="2390775" cy="9525"/>
          </a:xfrm>
          <a:prstGeom prst="rect">
            <a:avLst/>
          </a:prstGeom>
          <a:solidFill>
            <a:srgbClr val="D6DCD9"/>
          </a:solidFill>
          <a:ln w="0">
            <a:solidFill>
              <a:srgbClr val="000000">
                <a:alpha val="0"/>
              </a:srgbClr>
            </a:solidFill>
          </a:ln>
        </p:spPr>
      </p:sp>
      <p:sp>
        <p:nvSpPr>
          <p:cNvPr id="16" name="">
            <a:extLst>
              <a:ext uri="{FF2B5EF4-FFF2-40B4-BE49-F238E27FC236}">
                <a16:creationId id="{9E232990-094F-4777-84BC-73592CB04642}"/>
              </a:ext>
            </a:extLst>
          </p:cNvPr>
          <p:cNvSpPr>
            <a:spLocks noGrp="1"/>
          </p:cNvSpPr>
          <p:nvPr/>
        </p:nvSpPr>
        <p:spPr>
          <a:xfrm>
            <a:off x="438150" y="4750296"/>
            <a:ext cx="2068860"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315D73"/>
                </a:solidFill>
              </a:rPr>
              <a:t>PSNR · SSIM · latent continuity</a:t>
            </a:r>
          </a:p>
        </p:txBody>
      </p:sp>
      <p:sp>
        <p:nvSpPr>
          <p:cNvPr id="17" name="">
            <a:extLst>
              <a:ext uri="{FF2B5EF4-FFF2-40B4-BE49-F238E27FC236}">
                <a16:creationId id="{D94E1F70-1A3B-4BF4-A547-3D8763366B46}"/>
              </a:ext>
            </a:extLst>
          </p:cNvPr>
          <p:cNvSpPr>
            <a:spLocks noGrp="1"/>
          </p:cNvSpPr>
          <p:nvPr/>
        </p:nvSpPr>
        <p:spPr>
          <a:xfrm>
            <a:off x="5953125" y="1057275"/>
            <a:ext cx="9525" cy="3897809"/>
          </a:xfrm>
          <a:prstGeom prst="rect">
            <a:avLst/>
          </a:prstGeom>
          <a:solidFill>
            <a:srgbClr val="D6DCD9"/>
          </a:solidFill>
          <a:ln w="0">
            <a:solidFill>
              <a:srgbClr val="000000">
                <a:alpha val="0"/>
              </a:srgbClr>
            </a:solidFill>
          </a:ln>
        </p:spPr>
      </p:sp>
      <p:sp>
        <p:nvSpPr>
          <p:cNvPr id="18" name="">
            <a:extLst>
              <a:ext uri="{FF2B5EF4-FFF2-40B4-BE49-F238E27FC236}">
                <a16:creationId id="{ADC254AF-C572-4A8E-9117-376AC496C3E8}"/>
              </a:ext>
            </a:extLst>
          </p:cNvPr>
          <p:cNvSpPr>
            <a:spLocks noGrp="1"/>
          </p:cNvSpPr>
          <p:nvPr/>
        </p:nvSpPr>
        <p:spPr>
          <a:xfrm>
            <a:off x="3333750" y="1076325"/>
            <a:ext cx="323850" cy="266700"/>
          </a:xfrm>
          <a:prstGeom prst="rect">
            <a:avLst/>
          </a:prstGeom>
          <a:solidFill>
            <a:srgbClr val="000000">
              <a:alpha val="0"/>
            </a:srgbClr>
          </a:solidFill>
          <a:ln w="0">
            <a:solidFill>
              <a:srgbClr val="000000">
                <a:alpha val="0"/>
              </a:srgbClr>
            </a:solidFill>
          </a:ln>
        </p:spPr>
        <p:txBody>
          <a:bodyPr lIns="0" tIns="0" rIns="0" bIns="0" anchor="ctr"/>
          <a:lstStyle/>
          <a:p>
            <a:r>
              <a:rPr sz="1365" b="0">
                <a:solidFill>
                  <a:srgbClr val="315D73"/>
                </a:solidFill>
              </a:rPr>
              <a:t>02</a:t>
            </a:r>
          </a:p>
        </p:txBody>
      </p:sp>
      <p:sp>
        <p:nvSpPr>
          <p:cNvPr id="19" name="">
            <a:extLst>
              <a:ext uri="{FF2B5EF4-FFF2-40B4-BE49-F238E27FC236}">
                <a16:creationId id="{4B95DFDF-B2B8-4A38-90ED-DACCC99BD935}"/>
              </a:ext>
            </a:extLst>
          </p:cNvPr>
          <p:cNvSpPr>
            <a:spLocks noGrp="1"/>
          </p:cNvSpPr>
          <p:nvPr/>
        </p:nvSpPr>
        <p:spPr>
          <a:xfrm>
            <a:off x="3333750" y="1419225"/>
            <a:ext cx="1879699"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Does prediction</a:t>
            </a:r>
          </a:p>
        </p:txBody>
      </p:sp>
      <p:sp>
        <p:nvSpPr>
          <p:cNvPr id="20" name="">
            <a:extLst>
              <a:ext uri="{FF2B5EF4-FFF2-40B4-BE49-F238E27FC236}">
                <a16:creationId id="{B7F8803C-F61B-462C-8079-13BE30524AB2}"/>
              </a:ext>
            </a:extLst>
          </p:cNvPr>
          <p:cNvSpPr>
            <a:spLocks noGrp="1"/>
          </p:cNvSpPr>
          <p:nvPr/>
        </p:nvSpPr>
        <p:spPr>
          <a:xfrm>
            <a:off x="3333750" y="1732955"/>
            <a:ext cx="1416993"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generalise?</a:t>
            </a:r>
          </a:p>
        </p:txBody>
      </p:sp>
      <p:pic>
        <p:nvPicPr>
          <p:cNvPr id="21" name=""/>
          <p:cNvPicPr>
            <a:picLocks noChangeAspect="1"/>
          </p:cNvPicPr>
          <p:nvPr/>
        </p:nvPicPr>
        <p:blipFill>
          <a:blip r:embed="Red5d0b01d1b44172"/>
          <a:srcRect l="0" t="0" r="0" b="0"/>
          <a:stretch>
            <a:fillRect l="0" t="0" r="0" b="0"/>
          </a:stretch>
        </p:blipFill>
        <p:spPr>
          <a:xfrm>
            <a:off x="3333750" y="2238375"/>
            <a:ext cx="2390775" cy="1000125"/>
          </a:xfrm>
          <a:prstGeom prst="rect">
            <a:avLst/>
          </a:prstGeom>
        </p:spPr>
      </p:pic>
      <p:sp>
        <p:nvSpPr>
          <p:cNvPr id="22" name="">
            <a:extLst>
              <a:ext uri="{FF2B5EF4-FFF2-40B4-BE49-F238E27FC236}">
                <a16:creationId id="{510BA609-530D-4243-8379-AA54BF09831B}"/>
              </a:ext>
            </a:extLst>
          </p:cNvPr>
          <p:cNvSpPr>
            <a:spLocks noGrp="1"/>
          </p:cNvSpPr>
          <p:nvPr/>
        </p:nvSpPr>
        <p:spPr>
          <a:xfrm>
            <a:off x="3333750" y="3343275"/>
            <a:ext cx="2376339" cy="314325"/>
          </a:xfrm>
          <a:prstGeom prst="rect">
            <a:avLst/>
          </a:prstGeom>
          <a:solidFill>
            <a:srgbClr val="000000">
              <a:alpha val="0"/>
            </a:srgbClr>
          </a:solidFill>
          <a:ln w="0">
            <a:solidFill>
              <a:srgbClr val="000000">
                <a:alpha val="0"/>
              </a:srgbClr>
            </a:solidFill>
          </a:ln>
        </p:spPr>
        <p:txBody>
          <a:bodyPr lIns="0" tIns="0" rIns="0" bIns="0" anchor="ctr"/>
          <a:lstStyle/>
          <a:p>
            <a:r>
              <a:rPr sz="1297" b="1">
                <a:solidFill>
                  <a:srgbClr val="20272D"/>
                </a:solidFill>
              </a:rPr>
              <a:t>FiveK and PPSD evaluation</a:t>
            </a:r>
          </a:p>
        </p:txBody>
      </p:sp>
      <p:sp>
        <p:nvSpPr>
          <p:cNvPr id="23" name="">
            <a:extLst>
              <a:ext uri="{FF2B5EF4-FFF2-40B4-BE49-F238E27FC236}">
                <a16:creationId id="{9F0E8120-BA9D-4652-B4C7-4A71F992434A}"/>
              </a:ext>
            </a:extLst>
          </p:cNvPr>
          <p:cNvSpPr>
            <a:spLocks noGrp="1"/>
          </p:cNvSpPr>
          <p:nvPr/>
        </p:nvSpPr>
        <p:spPr>
          <a:xfrm>
            <a:off x="3333750" y="3971925"/>
            <a:ext cx="2290316"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68727A"/>
                </a:solidFill>
              </a:rPr>
              <a:t>Test with fixed model weights.</a:t>
            </a:r>
          </a:p>
        </p:txBody>
      </p:sp>
      <p:sp>
        <p:nvSpPr>
          <p:cNvPr id="24" name="">
            <a:extLst>
              <a:ext uri="{FF2B5EF4-FFF2-40B4-BE49-F238E27FC236}">
                <a16:creationId id="{EDDBB53D-C7C2-470F-A0F7-900C379B87BA}"/>
              </a:ext>
            </a:extLst>
          </p:cNvPr>
          <p:cNvSpPr>
            <a:spLocks noGrp="1"/>
          </p:cNvSpPr>
          <p:nvPr/>
        </p:nvSpPr>
        <p:spPr>
          <a:xfrm>
            <a:off x="3333750" y="4635996"/>
            <a:ext cx="2390775" cy="9525"/>
          </a:xfrm>
          <a:prstGeom prst="rect">
            <a:avLst/>
          </a:prstGeom>
          <a:solidFill>
            <a:srgbClr val="D6DCD9"/>
          </a:solidFill>
          <a:ln w="0">
            <a:solidFill>
              <a:srgbClr val="000000">
                <a:alpha val="0"/>
              </a:srgbClr>
            </a:solidFill>
          </a:ln>
        </p:spPr>
      </p:sp>
      <p:sp>
        <p:nvSpPr>
          <p:cNvPr id="25" name="">
            <a:extLst>
              <a:ext uri="{FF2B5EF4-FFF2-40B4-BE49-F238E27FC236}">
                <a16:creationId id="{6A3EAD27-7B29-442F-879F-B8F1FA75296F}"/>
              </a:ext>
            </a:extLst>
          </p:cNvPr>
          <p:cNvSpPr>
            <a:spLocks noGrp="1"/>
          </p:cNvSpPr>
          <p:nvPr/>
        </p:nvSpPr>
        <p:spPr>
          <a:xfrm>
            <a:off x="3333750" y="4750296"/>
            <a:ext cx="2153989"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315D73"/>
                </a:solidFill>
              </a:rPr>
              <a:t>Fidelity · held-out expert / users</a:t>
            </a:r>
          </a:p>
        </p:txBody>
      </p:sp>
      <p:sp>
        <p:nvSpPr>
          <p:cNvPr id="26" name="">
            <a:extLst>
              <a:ext uri="{FF2B5EF4-FFF2-40B4-BE49-F238E27FC236}">
                <a16:creationId id="{E183C84E-DB65-4F71-8770-63D6F99254FA}"/>
              </a:ext>
            </a:extLst>
          </p:cNvPr>
          <p:cNvSpPr>
            <a:spLocks noGrp="1"/>
          </p:cNvSpPr>
          <p:nvPr/>
        </p:nvSpPr>
        <p:spPr>
          <a:xfrm>
            <a:off x="8848725" y="1057275"/>
            <a:ext cx="9525" cy="3897809"/>
          </a:xfrm>
          <a:prstGeom prst="rect">
            <a:avLst/>
          </a:prstGeom>
          <a:solidFill>
            <a:srgbClr val="D6DCD9"/>
          </a:solidFill>
          <a:ln w="0">
            <a:solidFill>
              <a:srgbClr val="000000">
                <a:alpha val="0"/>
              </a:srgbClr>
            </a:solidFill>
          </a:ln>
        </p:spPr>
      </p:sp>
      <p:sp>
        <p:nvSpPr>
          <p:cNvPr id="27" name="">
            <a:extLst>
              <a:ext uri="{FF2B5EF4-FFF2-40B4-BE49-F238E27FC236}">
                <a16:creationId id="{EF075BEE-9494-4231-9F12-EE9EB401CD6D}"/>
              </a:ext>
            </a:extLst>
          </p:cNvPr>
          <p:cNvSpPr>
            <a:spLocks noGrp="1"/>
          </p:cNvSpPr>
          <p:nvPr/>
        </p:nvSpPr>
        <p:spPr>
          <a:xfrm>
            <a:off x="6229350" y="1076325"/>
            <a:ext cx="323850" cy="266700"/>
          </a:xfrm>
          <a:prstGeom prst="rect">
            <a:avLst/>
          </a:prstGeom>
          <a:solidFill>
            <a:srgbClr val="000000">
              <a:alpha val="0"/>
            </a:srgbClr>
          </a:solidFill>
          <a:ln w="0">
            <a:solidFill>
              <a:srgbClr val="000000">
                <a:alpha val="0"/>
              </a:srgbClr>
            </a:solidFill>
          </a:ln>
        </p:spPr>
        <p:txBody>
          <a:bodyPr lIns="0" tIns="0" rIns="0" bIns="0" anchor="ctr"/>
          <a:lstStyle/>
          <a:p>
            <a:r>
              <a:rPr sz="1365" b="0">
                <a:solidFill>
                  <a:srgbClr val="315D73"/>
                </a:solidFill>
              </a:rPr>
              <a:t>03</a:t>
            </a:r>
          </a:p>
        </p:txBody>
      </p:sp>
      <p:sp>
        <p:nvSpPr>
          <p:cNvPr id="28" name="">
            <a:extLst>
              <a:ext uri="{FF2B5EF4-FFF2-40B4-BE49-F238E27FC236}">
                <a16:creationId id="{41B22835-77EA-40FB-9C3A-F0D33221E7BE}"/>
              </a:ext>
            </a:extLst>
          </p:cNvPr>
          <p:cNvSpPr>
            <a:spLocks noGrp="1"/>
          </p:cNvSpPr>
          <p:nvPr/>
        </p:nvSpPr>
        <p:spPr>
          <a:xfrm>
            <a:off x="6229350" y="1419225"/>
            <a:ext cx="1911102"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What drives the</a:t>
            </a:r>
          </a:p>
        </p:txBody>
      </p:sp>
      <p:sp>
        <p:nvSpPr>
          <p:cNvPr id="29" name="">
            <a:extLst>
              <a:ext uri="{FF2B5EF4-FFF2-40B4-BE49-F238E27FC236}">
                <a16:creationId id="{6C8175CA-EC33-46B1-9789-0C0DDD2F6E68}"/>
              </a:ext>
            </a:extLst>
          </p:cNvPr>
          <p:cNvSpPr>
            <a:spLocks noGrp="1"/>
          </p:cNvSpPr>
          <p:nvPr/>
        </p:nvSpPr>
        <p:spPr>
          <a:xfrm>
            <a:off x="6229350" y="1732955"/>
            <a:ext cx="1366391"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prediction?</a:t>
            </a:r>
          </a:p>
        </p:txBody>
      </p:sp>
      <p:pic>
        <p:nvPicPr>
          <p:cNvPr id="30" name=""/>
          <p:cNvPicPr>
            <a:picLocks noChangeAspect="1"/>
          </p:cNvPicPr>
          <p:nvPr/>
        </p:nvPicPr>
        <p:blipFill>
          <a:blip r:embed="R9e211fadc38f4f55"/>
          <a:srcRect l="0" t="0" r="0" b="0"/>
          <a:stretch>
            <a:fillRect l="0" t="0" r="0" b="0"/>
          </a:stretch>
        </p:blipFill>
        <p:spPr>
          <a:xfrm>
            <a:off x="6229350" y="2238375"/>
            <a:ext cx="2390775" cy="1000125"/>
          </a:xfrm>
          <a:prstGeom prst="rect">
            <a:avLst/>
          </a:prstGeom>
        </p:spPr>
      </p:pic>
      <p:sp>
        <p:nvSpPr>
          <p:cNvPr id="31" name="">
            <a:extLst>
              <a:ext uri="{FF2B5EF4-FFF2-40B4-BE49-F238E27FC236}">
                <a16:creationId id="{2D32D7A1-64E2-45E9-B1C5-0BF156089518}"/>
              </a:ext>
            </a:extLst>
          </p:cNvPr>
          <p:cNvSpPr>
            <a:spLocks noGrp="1"/>
          </p:cNvSpPr>
          <p:nvPr/>
        </p:nvSpPr>
        <p:spPr>
          <a:xfrm>
            <a:off x="6229350" y="3343275"/>
            <a:ext cx="2262336" cy="314325"/>
          </a:xfrm>
          <a:prstGeom prst="rect">
            <a:avLst/>
          </a:prstGeom>
          <a:solidFill>
            <a:srgbClr val="000000">
              <a:alpha val="0"/>
            </a:srgbClr>
          </a:solidFill>
          <a:ln w="0">
            <a:solidFill>
              <a:srgbClr val="000000">
                <a:alpha val="0"/>
              </a:srgbClr>
            </a:solidFill>
          </a:ln>
        </p:spPr>
        <p:txBody>
          <a:bodyPr lIns="0" tIns="0" rIns="0" bIns="0" anchor="ctr"/>
          <a:lstStyle/>
          <a:p>
            <a:r>
              <a:rPr sz="1297" b="1">
                <a:solidFill>
                  <a:srgbClr val="20272D"/>
                </a:solidFill>
              </a:rPr>
              <a:t>Input ablations and Top-K</a:t>
            </a:r>
          </a:p>
        </p:txBody>
      </p:sp>
      <p:sp>
        <p:nvSpPr>
          <p:cNvPr id="32" name="">
            <a:extLst>
              <a:ext uri="{FF2B5EF4-FFF2-40B4-BE49-F238E27FC236}">
                <a16:creationId id="{D42DC39C-8704-4044-8218-E57BEBED5AB2}"/>
              </a:ext>
            </a:extLst>
          </p:cNvPr>
          <p:cNvSpPr>
            <a:spLocks noGrp="1"/>
          </p:cNvSpPr>
          <p:nvPr/>
        </p:nvSpPr>
        <p:spPr>
          <a:xfrm>
            <a:off x="6229350" y="3578423"/>
            <a:ext cx="856357" cy="314325"/>
          </a:xfrm>
          <a:prstGeom prst="rect">
            <a:avLst/>
          </a:prstGeom>
          <a:solidFill>
            <a:srgbClr val="000000">
              <a:alpha val="0"/>
            </a:srgbClr>
          </a:solidFill>
          <a:ln w="0">
            <a:solidFill>
              <a:srgbClr val="000000">
                <a:alpha val="0"/>
              </a:srgbClr>
            </a:solidFill>
          </a:ln>
        </p:spPr>
        <p:txBody>
          <a:bodyPr lIns="0" tIns="0" rIns="0" bIns="0" anchor="ctr"/>
          <a:lstStyle/>
          <a:p>
            <a:r>
              <a:rPr sz="1297" b="1">
                <a:solidFill>
                  <a:srgbClr val="20272D"/>
                </a:solidFill>
              </a:rPr>
              <a:t>coverage</a:t>
            </a:r>
          </a:p>
        </p:txBody>
      </p:sp>
      <p:sp>
        <p:nvSpPr>
          <p:cNvPr id="33" name="">
            <a:extLst>
              <a:ext uri="{FF2B5EF4-FFF2-40B4-BE49-F238E27FC236}">
                <a16:creationId id="{015F9E2B-4E5D-4D80-82E5-3D8CB570A96E}"/>
              </a:ext>
            </a:extLst>
          </p:cNvPr>
          <p:cNvSpPr>
            <a:spLocks noGrp="1"/>
          </p:cNvSpPr>
          <p:nvPr/>
        </p:nvSpPr>
        <p:spPr>
          <a:xfrm>
            <a:off x="6229350" y="3975497"/>
            <a:ext cx="2481411"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68727A"/>
                </a:solidFill>
              </a:rPr>
              <a:t>Swap conditions; compare Top-1</a:t>
            </a:r>
          </a:p>
        </p:txBody>
      </p:sp>
      <p:sp>
        <p:nvSpPr>
          <p:cNvPr id="34" name="">
            <a:extLst>
              <a:ext uri="{FF2B5EF4-FFF2-40B4-BE49-F238E27FC236}">
                <a16:creationId id="{A29C4CC7-83CE-410D-B3FF-73CE07B4D8C9}"/>
              </a:ext>
            </a:extLst>
          </p:cNvPr>
          <p:cNvSpPr>
            <a:spLocks noGrp="1"/>
          </p:cNvSpPr>
          <p:nvPr/>
        </p:nvSpPr>
        <p:spPr>
          <a:xfrm>
            <a:off x="6229350" y="4202162"/>
            <a:ext cx="942826"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68727A"/>
                </a:solidFill>
              </a:rPr>
              <a:t>/ Best-of-K.</a:t>
            </a:r>
          </a:p>
        </p:txBody>
      </p:sp>
      <p:sp>
        <p:nvSpPr>
          <p:cNvPr id="35" name="">
            <a:extLst>
              <a:ext uri="{FF2B5EF4-FFF2-40B4-BE49-F238E27FC236}">
                <a16:creationId id="{9F98105F-8DFD-4C78-A8F7-DB1A65646DA6}"/>
              </a:ext>
            </a:extLst>
          </p:cNvPr>
          <p:cNvSpPr>
            <a:spLocks noGrp="1"/>
          </p:cNvSpPr>
          <p:nvPr/>
        </p:nvSpPr>
        <p:spPr>
          <a:xfrm>
            <a:off x="6229350" y="4635996"/>
            <a:ext cx="2390775" cy="9525"/>
          </a:xfrm>
          <a:prstGeom prst="rect">
            <a:avLst/>
          </a:prstGeom>
          <a:solidFill>
            <a:srgbClr val="D6DCD9"/>
          </a:solidFill>
          <a:ln w="0">
            <a:solidFill>
              <a:srgbClr val="000000">
                <a:alpha val="0"/>
              </a:srgbClr>
            </a:solidFill>
          </a:ln>
        </p:spPr>
      </p:sp>
      <p:sp>
        <p:nvSpPr>
          <p:cNvPr id="36" name="">
            <a:extLst>
              <a:ext uri="{FF2B5EF4-FFF2-40B4-BE49-F238E27FC236}">
                <a16:creationId id="{B507A602-C07D-483F-A2AB-CBC7C75EF263}"/>
              </a:ext>
            </a:extLst>
          </p:cNvPr>
          <p:cNvSpPr>
            <a:spLocks noGrp="1"/>
          </p:cNvSpPr>
          <p:nvPr/>
        </p:nvSpPr>
        <p:spPr>
          <a:xfrm>
            <a:off x="6229350" y="4750296"/>
            <a:ext cx="2385566"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315D73"/>
                </a:solidFill>
              </a:rPr>
              <a:t>PSNR changes · candidate coverage</a:t>
            </a:r>
          </a:p>
        </p:txBody>
      </p:sp>
      <p:sp>
        <p:nvSpPr>
          <p:cNvPr id="37" name="">
            <a:extLst>
              <a:ext uri="{FF2B5EF4-FFF2-40B4-BE49-F238E27FC236}">
                <a16:creationId id="{6C8368CE-D201-4763-82CB-5F2FC8FCD1A7}"/>
              </a:ext>
            </a:extLst>
          </p:cNvPr>
          <p:cNvSpPr>
            <a:spLocks noGrp="1"/>
          </p:cNvSpPr>
          <p:nvPr/>
        </p:nvSpPr>
        <p:spPr>
          <a:xfrm>
            <a:off x="9124950" y="1076325"/>
            <a:ext cx="323850" cy="266700"/>
          </a:xfrm>
          <a:prstGeom prst="rect">
            <a:avLst/>
          </a:prstGeom>
          <a:solidFill>
            <a:srgbClr val="000000">
              <a:alpha val="0"/>
            </a:srgbClr>
          </a:solidFill>
          <a:ln w="0">
            <a:solidFill>
              <a:srgbClr val="000000">
                <a:alpha val="0"/>
              </a:srgbClr>
            </a:solidFill>
          </a:ln>
        </p:spPr>
        <p:txBody>
          <a:bodyPr lIns="0" tIns="0" rIns="0" bIns="0" anchor="ctr"/>
          <a:lstStyle/>
          <a:p>
            <a:r>
              <a:rPr sz="1365" b="0">
                <a:solidFill>
                  <a:srgbClr val="315D73"/>
                </a:solidFill>
              </a:rPr>
              <a:t>04</a:t>
            </a:r>
          </a:p>
        </p:txBody>
      </p:sp>
      <p:sp>
        <p:nvSpPr>
          <p:cNvPr id="38" name="">
            <a:extLst>
              <a:ext uri="{FF2B5EF4-FFF2-40B4-BE49-F238E27FC236}">
                <a16:creationId id="{7824C67F-4148-4B5E-9E63-012EB9849E85}"/>
              </a:ext>
            </a:extLst>
          </p:cNvPr>
          <p:cNvSpPr>
            <a:spLocks noGrp="1"/>
          </p:cNvSpPr>
          <p:nvPr/>
        </p:nvSpPr>
        <p:spPr>
          <a:xfrm>
            <a:off x="9124950" y="1419225"/>
            <a:ext cx="2471291"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What does inference</a:t>
            </a:r>
          </a:p>
        </p:txBody>
      </p:sp>
      <p:sp>
        <p:nvSpPr>
          <p:cNvPr id="39" name="">
            <a:extLst>
              <a:ext uri="{FF2B5EF4-FFF2-40B4-BE49-F238E27FC236}">
                <a16:creationId id="{3AF9CCEF-26A0-47AA-A22A-21A3492CAA16}"/>
              </a:ext>
            </a:extLst>
          </p:cNvPr>
          <p:cNvSpPr>
            <a:spLocks noGrp="1"/>
          </p:cNvSpPr>
          <p:nvPr/>
        </p:nvSpPr>
        <p:spPr>
          <a:xfrm>
            <a:off x="9124950" y="1732955"/>
            <a:ext cx="691307"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cost?</a:t>
            </a:r>
          </a:p>
        </p:txBody>
      </p:sp>
      <p:pic>
        <p:nvPicPr>
          <p:cNvPr id="40" name=""/>
          <p:cNvPicPr>
            <a:picLocks noChangeAspect="1"/>
          </p:cNvPicPr>
          <p:nvPr/>
        </p:nvPicPr>
        <p:blipFill>
          <a:blip r:embed="R04b7f24235984ec8"/>
          <a:srcRect l="0" t="0" r="0" b="0"/>
          <a:stretch>
            <a:fillRect l="0" t="0" r="0" b="0"/>
          </a:stretch>
        </p:blipFill>
        <p:spPr>
          <a:xfrm>
            <a:off x="9124950" y="2238375"/>
            <a:ext cx="2628900" cy="1000125"/>
          </a:xfrm>
          <a:prstGeom prst="rect">
            <a:avLst/>
          </a:prstGeom>
        </p:spPr>
      </p:pic>
      <p:sp>
        <p:nvSpPr>
          <p:cNvPr id="41" name="">
            <a:extLst>
              <a:ext uri="{FF2B5EF4-FFF2-40B4-BE49-F238E27FC236}">
                <a16:creationId id="{66BCC20B-1C04-457D-9A76-E5385642C16C}"/>
              </a:ext>
            </a:extLst>
          </p:cNvPr>
          <p:cNvSpPr>
            <a:spLocks noGrp="1"/>
          </p:cNvSpPr>
          <p:nvPr/>
        </p:nvSpPr>
        <p:spPr>
          <a:xfrm>
            <a:off x="9124950" y="3343275"/>
            <a:ext cx="2352080" cy="314325"/>
          </a:xfrm>
          <a:prstGeom prst="rect">
            <a:avLst/>
          </a:prstGeom>
          <a:solidFill>
            <a:srgbClr val="000000">
              <a:alpha val="0"/>
            </a:srgbClr>
          </a:solidFill>
          <a:ln w="0">
            <a:solidFill>
              <a:srgbClr val="000000">
                <a:alpha val="0"/>
              </a:srgbClr>
            </a:solidFill>
          </a:ln>
        </p:spPr>
        <p:txBody>
          <a:bodyPr lIns="0" tIns="0" rIns="0" bIns="0" anchor="ctr"/>
          <a:lstStyle/>
          <a:p>
            <a:r>
              <a:rPr sz="1297" b="1">
                <a:solidFill>
                  <a:srgbClr val="20272D"/>
                </a:solidFill>
              </a:rPr>
              <a:t>Controlled GPU benchmark</a:t>
            </a:r>
          </a:p>
        </p:txBody>
      </p:sp>
      <p:sp>
        <p:nvSpPr>
          <p:cNvPr id="42" name="">
            <a:extLst>
              <a:ext uri="{FF2B5EF4-FFF2-40B4-BE49-F238E27FC236}">
                <a16:creationId id="{5E47F8F8-A55F-4A7C-9498-7B17C9694252}"/>
              </a:ext>
            </a:extLst>
          </p:cNvPr>
          <p:cNvSpPr>
            <a:spLocks noGrp="1"/>
          </p:cNvSpPr>
          <p:nvPr/>
        </p:nvSpPr>
        <p:spPr>
          <a:xfrm>
            <a:off x="9124950" y="3971925"/>
            <a:ext cx="2340322"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68727A"/>
                </a:solidFill>
              </a:rPr>
              <a:t>Measure candidate generation.</a:t>
            </a:r>
          </a:p>
        </p:txBody>
      </p:sp>
      <p:sp>
        <p:nvSpPr>
          <p:cNvPr id="43" name="">
            <a:extLst>
              <a:ext uri="{FF2B5EF4-FFF2-40B4-BE49-F238E27FC236}">
                <a16:creationId id="{CB80A1D3-D3BA-448A-9A41-A6E866AD8ADA}"/>
              </a:ext>
            </a:extLst>
          </p:cNvPr>
          <p:cNvSpPr>
            <a:spLocks noGrp="1"/>
          </p:cNvSpPr>
          <p:nvPr/>
        </p:nvSpPr>
        <p:spPr>
          <a:xfrm>
            <a:off x="9124950" y="4635996"/>
            <a:ext cx="2628900" cy="9525"/>
          </a:xfrm>
          <a:prstGeom prst="rect">
            <a:avLst/>
          </a:prstGeom>
          <a:solidFill>
            <a:srgbClr val="D6DCD9"/>
          </a:solidFill>
          <a:ln w="0">
            <a:solidFill>
              <a:srgbClr val="000000">
                <a:alpha val="0"/>
              </a:srgbClr>
            </a:solidFill>
          </a:ln>
        </p:spPr>
      </p:sp>
      <p:sp>
        <p:nvSpPr>
          <p:cNvPr id="44" name="">
            <a:extLst>
              <a:ext uri="{FF2B5EF4-FFF2-40B4-BE49-F238E27FC236}">
                <a16:creationId id="{61D6612C-6DD4-4252-A657-FB0F62515CBD}"/>
              </a:ext>
            </a:extLst>
          </p:cNvPr>
          <p:cNvSpPr>
            <a:spLocks noGrp="1"/>
          </p:cNvSpPr>
          <p:nvPr/>
        </p:nvSpPr>
        <p:spPr>
          <a:xfrm>
            <a:off x="9124950" y="4750296"/>
            <a:ext cx="2071390"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315D73"/>
                </a:solidFill>
              </a:rPr>
              <a:t>Latency · throughput · memory</a:t>
            </a:r>
          </a:p>
        </p:txBody>
      </p:sp>
      <p:sp>
        <p:nvSpPr>
          <p:cNvPr id="45" name="">
            <a:extLst>
              <a:ext uri="{FF2B5EF4-FFF2-40B4-BE49-F238E27FC236}">
                <a16:creationId id="{F5B80BA8-6AB2-4F9E-A14C-4541D7EDCBC6}"/>
              </a:ext>
            </a:extLst>
          </p:cNvPr>
          <p:cNvSpPr>
            <a:spLocks noGrp="1"/>
          </p:cNvSpPr>
          <p:nvPr/>
        </p:nvSpPr>
        <p:spPr>
          <a:xfrm>
            <a:off x="438150" y="5145584"/>
            <a:ext cx="11315700" cy="9525"/>
          </a:xfrm>
          <a:prstGeom prst="rect">
            <a:avLst/>
          </a:prstGeom>
          <a:solidFill>
            <a:srgbClr val="20272D"/>
          </a:solidFill>
          <a:ln w="0">
            <a:solidFill>
              <a:srgbClr val="000000">
                <a:alpha val="0"/>
              </a:srgbClr>
            </a:solidFill>
          </a:ln>
        </p:spPr>
      </p:sp>
      <p:sp>
        <p:nvSpPr>
          <p:cNvPr id="46" name="">
            <a:extLst>
              <a:ext uri="{FF2B5EF4-FFF2-40B4-BE49-F238E27FC236}">
                <a16:creationId id="{CA0EEA9F-DE9B-4C89-935C-98CD14E8E679}"/>
              </a:ext>
            </a:extLst>
          </p:cNvPr>
          <p:cNvSpPr>
            <a:spLocks noGrp="1"/>
          </p:cNvSpPr>
          <p:nvPr/>
        </p:nvSpPr>
        <p:spPr>
          <a:xfrm>
            <a:off x="438150" y="5297984"/>
            <a:ext cx="2915394" cy="342900"/>
          </a:xfrm>
          <a:prstGeom prst="rect">
            <a:avLst/>
          </a:prstGeom>
          <a:solidFill>
            <a:srgbClr val="000000">
              <a:alpha val="0"/>
            </a:srgbClr>
          </a:solidFill>
          <a:ln w="0">
            <a:solidFill>
              <a:srgbClr val="000000">
                <a:alpha val="0"/>
              </a:srgbClr>
            </a:solidFill>
          </a:ln>
        </p:spPr>
        <p:txBody>
          <a:bodyPr lIns="0" tIns="0" rIns="0" bIns="0" anchor="ctr"/>
          <a:lstStyle/>
          <a:p>
            <a:r>
              <a:rPr sz="1433" b="1">
                <a:solidFill>
                  <a:srgbClr val="20272D"/>
                </a:solidFill>
              </a:rPr>
              <a:t>Keep prediction separate from</a:t>
            </a:r>
          </a:p>
        </p:txBody>
      </p:sp>
      <p:sp>
        <p:nvSpPr>
          <p:cNvPr id="47" name="">
            <a:extLst>
              <a:ext uri="{FF2B5EF4-FFF2-40B4-BE49-F238E27FC236}">
                <a16:creationId id="{2280A287-FE65-44D4-A4AB-47D6C20C5AD8}"/>
              </a:ext>
            </a:extLst>
          </p:cNvPr>
          <p:cNvSpPr>
            <a:spLocks noGrp="1"/>
          </p:cNvSpPr>
          <p:nvPr/>
        </p:nvSpPr>
        <p:spPr>
          <a:xfrm>
            <a:off x="438150" y="5557986"/>
            <a:ext cx="771674" cy="342900"/>
          </a:xfrm>
          <a:prstGeom prst="rect">
            <a:avLst/>
          </a:prstGeom>
          <a:solidFill>
            <a:srgbClr val="000000">
              <a:alpha val="0"/>
            </a:srgbClr>
          </a:solidFill>
          <a:ln w="0">
            <a:solidFill>
              <a:srgbClr val="000000">
                <a:alpha val="0"/>
              </a:srgbClr>
            </a:solidFill>
          </a:ln>
        </p:spPr>
        <p:txBody>
          <a:bodyPr lIns="0" tIns="0" rIns="0" bIns="0" anchor="ctr"/>
          <a:lstStyle/>
          <a:p>
            <a:r>
              <a:rPr sz="1433" b="1">
                <a:solidFill>
                  <a:srgbClr val="20272D"/>
                </a:solidFill>
              </a:rPr>
              <a:t>scoring</a:t>
            </a:r>
          </a:p>
        </p:txBody>
      </p:sp>
      <p:sp>
        <p:nvSpPr>
          <p:cNvPr id="48" name="">
            <a:extLst>
              <a:ext uri="{FF2B5EF4-FFF2-40B4-BE49-F238E27FC236}">
                <a16:creationId id="{30181E69-3994-4C13-9F4E-2FECA3A7DDEE}"/>
              </a:ext>
            </a:extLst>
          </p:cNvPr>
          <p:cNvSpPr>
            <a:spLocks noGrp="1"/>
          </p:cNvSpPr>
          <p:nvPr/>
        </p:nvSpPr>
        <p:spPr>
          <a:xfrm>
            <a:off x="3524250" y="5336084"/>
            <a:ext cx="7642473"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Reconstruction, accuracy, unseen users, ablations, multimodality and computational performance.</a:t>
            </a:r>
          </a:p>
        </p:txBody>
      </p:sp>
      <p:sp>
        <p:nvSpPr>
          <p:cNvPr id="49" name="">
            <a:extLst>
              <a:ext uri="{FF2B5EF4-FFF2-40B4-BE49-F238E27FC236}">
                <a16:creationId id="{3A7AB552-0D4A-42DC-A031-5E1E59405052}"/>
              </a:ext>
            </a:extLst>
          </p:cNvPr>
          <p:cNvSpPr>
            <a:spLocks noGrp="1"/>
          </p:cNvSpPr>
          <p:nvPr/>
        </p:nvSpPr>
        <p:spPr>
          <a:xfrm>
            <a:off x="438150" y="6037064"/>
            <a:ext cx="3493294"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Report §3.1 / schematic diagrams, not measured results.</a:t>
            </a:r>
          </a:p>
        </p:txBody>
      </p:sp>
      <p:sp>
        <p:nvSpPr>
          <p:cNvPr id="50" name="">
            <a:extLst>
              <a:ext uri="{FF2B5EF4-FFF2-40B4-BE49-F238E27FC236}">
                <a16:creationId id="{3007808D-2D5B-456A-AE3C-97DF7A3D04F1}"/>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51" name="">
            <a:extLst>
              <a:ext uri="{FF2B5EF4-FFF2-40B4-BE49-F238E27FC236}">
                <a16:creationId id="{2830D0DD-BE46-405C-BCBE-C972556DC474}"/>
              </a:ext>
            </a:extLst>
          </p:cNvPr>
          <p:cNvSpPr>
            <a:spLocks noGrp="1"/>
          </p:cNvSpPr>
          <p:nvPr/>
        </p:nvSpPr>
        <p:spPr>
          <a:xfrm>
            <a:off x="438150" y="6480870"/>
            <a:ext cx="1019175"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3.1–3.3</a:t>
            </a:r>
          </a:p>
        </p:txBody>
      </p:sp>
      <p:sp>
        <p:nvSpPr>
          <p:cNvPr id="52" name="">
            <a:extLst>
              <a:ext uri="{FF2B5EF4-FFF2-40B4-BE49-F238E27FC236}">
                <a16:creationId id="{29755697-846F-480F-9543-0BA66CF1C1D1}"/>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13 / 25</a:t>
            </a:r>
          </a:p>
        </p:txBody>
      </p:sp>
      <p:sp>
        <p:nvSpPr>
          <p:cNvPr id="53" name="">
            <a:extLst>
              <a:ext uri="{FF2B5EF4-FFF2-40B4-BE49-F238E27FC236}">
                <a16:creationId id="{B4091FE7-EDB9-487B-BBC7-152E55ECCB65}"/>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4:creationId val="1179911277"/>
      </p:ext>
    </p:extLst>
  </p:cSld>
</p:sld>
</file>

<file path=ppt/slides/slide14.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096F7C87-C9A4-4753-AB7A-335A321372D7}"/>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41F091CE-AD9A-48C3-A8CF-27563E51448B}"/>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C29E5547-8918-4F4A-8C9E-3F4FF71F5BC4}"/>
              </a:ext>
            </a:extLst>
          </p:cNvPr>
          <p:cNvSpPr>
            <a:spLocks noGrp="1"/>
          </p:cNvSpPr>
          <p:nvPr/>
        </p:nvSpPr>
        <p:spPr>
          <a:xfrm>
            <a:off x="660648" y="328613"/>
            <a:ext cx="369689" cy="342900"/>
          </a:xfrm>
          <a:prstGeom prst="rect">
            <a:avLst/>
          </a:prstGeom>
          <a:solidFill>
            <a:srgbClr val="F3DF4F"/>
          </a:solidFill>
          <a:ln w="0">
            <a:solidFill>
              <a:srgbClr val="000000">
                <a:alpha val="0"/>
              </a:srgbClr>
            </a:solidFill>
          </a:ln>
        </p:spPr>
      </p:sp>
      <p:sp>
        <p:nvSpPr>
          <p:cNvPr id="5" name="">
            <a:extLst>
              <a:ext uri="{FF2B5EF4-FFF2-40B4-BE49-F238E27FC236}">
                <a16:creationId id="{5C2D7194-A681-4F69-BC1F-16A760CF5EC6}"/>
              </a:ext>
            </a:extLst>
          </p:cNvPr>
          <p:cNvSpPr>
            <a:spLocks noGrp="1"/>
          </p:cNvSpPr>
          <p:nvPr/>
        </p:nvSpPr>
        <p:spPr>
          <a:xfrm>
            <a:off x="746373" y="347663"/>
            <a:ext cx="293489"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14</a:t>
            </a:r>
          </a:p>
        </p:txBody>
      </p:sp>
      <p:sp>
        <p:nvSpPr>
          <p:cNvPr id="6" name="">
            <a:extLst>
              <a:ext uri="{FF2B5EF4-FFF2-40B4-BE49-F238E27FC236}">
                <a16:creationId id="{103C869C-8053-47DA-80C5-C58ACCFC83DB}"/>
              </a:ext>
            </a:extLst>
          </p:cNvPr>
          <p:cNvSpPr>
            <a:spLocks noGrp="1"/>
          </p:cNvSpPr>
          <p:nvPr/>
        </p:nvSpPr>
        <p:spPr>
          <a:xfrm>
            <a:off x="1211312" y="242292"/>
            <a:ext cx="4902696"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Datasets and evaluation protocol</a:t>
            </a:r>
          </a:p>
        </p:txBody>
      </p:sp>
      <p:sp>
        <p:nvSpPr>
          <p:cNvPr id="7" name="">
            <a:extLst>
              <a:ext uri="{FF2B5EF4-FFF2-40B4-BE49-F238E27FC236}">
                <a16:creationId id="{535F2FA2-1A8F-4D07-973E-C32ED5A0D511}"/>
              </a:ext>
            </a:extLst>
          </p:cNvPr>
          <p:cNvSpPr>
            <a:spLocks noGrp="1"/>
          </p:cNvSpPr>
          <p:nvPr/>
        </p:nvSpPr>
        <p:spPr>
          <a:xfrm>
            <a:off x="438150" y="1000125"/>
            <a:ext cx="2747665"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FiveK · 5,000 originals</a:t>
            </a:r>
          </a:p>
        </p:txBody>
      </p:sp>
      <p:sp>
        <p:nvSpPr>
          <p:cNvPr id="8" name="">
            <a:extLst>
              <a:ext uri="{FF2B5EF4-FFF2-40B4-BE49-F238E27FC236}">
                <a16:creationId id="{8981F4EC-26CE-40CA-9C48-2C9D1AF70D49}"/>
              </a:ext>
            </a:extLst>
          </p:cNvPr>
          <p:cNvSpPr>
            <a:spLocks noGrp="1"/>
          </p:cNvSpPr>
          <p:nvPr/>
        </p:nvSpPr>
        <p:spPr>
          <a:xfrm>
            <a:off x="438150" y="1675805"/>
            <a:ext cx="4267200" cy="838200"/>
          </a:xfrm>
          <a:prstGeom prst="rect">
            <a:avLst/>
          </a:prstGeom>
          <a:solidFill>
            <a:srgbClr val="315D73"/>
          </a:solidFill>
          <a:ln w="0">
            <a:solidFill>
              <a:srgbClr val="000000">
                <a:alpha val="0"/>
              </a:srgbClr>
            </a:solidFill>
          </a:ln>
        </p:spPr>
      </p:sp>
      <p:sp>
        <p:nvSpPr>
          <p:cNvPr id="9" name="">
            <a:extLst>
              <a:ext uri="{FF2B5EF4-FFF2-40B4-BE49-F238E27FC236}">
                <a16:creationId id="{7C3BFD42-FD06-4AD1-AB3E-4423ADAE3384}"/>
              </a:ext>
            </a:extLst>
          </p:cNvPr>
          <p:cNvSpPr>
            <a:spLocks noGrp="1"/>
          </p:cNvSpPr>
          <p:nvPr/>
        </p:nvSpPr>
        <p:spPr>
          <a:xfrm>
            <a:off x="1931045" y="1999655"/>
            <a:ext cx="1376660"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FFFFFF"/>
                </a:solidFill>
              </a:rPr>
              <a:t>Experts A–D · train</a:t>
            </a:r>
          </a:p>
        </p:txBody>
      </p:sp>
      <p:sp>
        <p:nvSpPr>
          <p:cNvPr id="10" name="">
            <a:extLst>
              <a:ext uri="{FF2B5EF4-FFF2-40B4-BE49-F238E27FC236}">
                <a16:creationId id="{F57E6124-A44B-4BF7-AE1F-1468D676DBC4}"/>
              </a:ext>
            </a:extLst>
          </p:cNvPr>
          <p:cNvSpPr>
            <a:spLocks noGrp="1"/>
          </p:cNvSpPr>
          <p:nvPr/>
        </p:nvSpPr>
        <p:spPr>
          <a:xfrm>
            <a:off x="4733925" y="1675805"/>
            <a:ext cx="1209675" cy="838200"/>
          </a:xfrm>
          <a:prstGeom prst="rect">
            <a:avLst/>
          </a:prstGeom>
          <a:solidFill>
            <a:srgbClr val="E4EFED"/>
          </a:solidFill>
          <a:ln w="0">
            <a:solidFill>
              <a:srgbClr val="000000">
                <a:alpha val="0"/>
              </a:srgbClr>
            </a:solidFill>
          </a:ln>
        </p:spPr>
      </p:sp>
      <p:sp>
        <p:nvSpPr>
          <p:cNvPr id="11" name="">
            <a:extLst>
              <a:ext uri="{FF2B5EF4-FFF2-40B4-BE49-F238E27FC236}">
                <a16:creationId id="{5CBB844C-CC8C-4B2D-8EBF-130B1D88B7E7}"/>
              </a:ext>
            </a:extLst>
          </p:cNvPr>
          <p:cNvSpPr>
            <a:spLocks noGrp="1"/>
          </p:cNvSpPr>
          <p:nvPr/>
        </p:nvSpPr>
        <p:spPr>
          <a:xfrm>
            <a:off x="5052120" y="1885355"/>
            <a:ext cx="668387"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315D73"/>
                </a:solidFill>
              </a:rPr>
              <a:t>Expert E</a:t>
            </a:r>
          </a:p>
        </p:txBody>
      </p:sp>
      <p:sp>
        <p:nvSpPr>
          <p:cNvPr id="12" name="">
            <a:extLst>
              <a:ext uri="{FF2B5EF4-FFF2-40B4-BE49-F238E27FC236}">
                <a16:creationId id="{23FC8188-8809-4659-B462-DEABC54E3DF4}"/>
              </a:ext>
            </a:extLst>
          </p:cNvPr>
          <p:cNvSpPr>
            <a:spLocks noGrp="1"/>
          </p:cNvSpPr>
          <p:nvPr/>
        </p:nvSpPr>
        <p:spPr>
          <a:xfrm>
            <a:off x="5087987" y="2113955"/>
            <a:ext cx="596503"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315D73"/>
                </a:solidFill>
              </a:rPr>
              <a:t>unseen</a:t>
            </a:r>
          </a:p>
        </p:txBody>
      </p:sp>
      <p:sp>
        <p:nvSpPr>
          <p:cNvPr id="13" name="">
            <a:extLst>
              <a:ext uri="{FF2B5EF4-FFF2-40B4-BE49-F238E27FC236}">
                <a16:creationId id="{06FE3D70-D8D4-4974-B39E-ABD20CDB7137}"/>
              </a:ext>
            </a:extLst>
          </p:cNvPr>
          <p:cNvSpPr>
            <a:spLocks noGrp="1"/>
          </p:cNvSpPr>
          <p:nvPr/>
        </p:nvSpPr>
        <p:spPr>
          <a:xfrm>
            <a:off x="438150" y="2694980"/>
            <a:ext cx="2933254"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Five expert-retouched versions per image</a:t>
            </a:r>
          </a:p>
        </p:txBody>
      </p:sp>
      <p:sp>
        <p:nvSpPr>
          <p:cNvPr id="14" name="">
            <a:extLst>
              <a:ext uri="{FF2B5EF4-FFF2-40B4-BE49-F238E27FC236}">
                <a16:creationId id="{C7F916DA-3E87-4B14-9F62-273780A01C3F}"/>
              </a:ext>
            </a:extLst>
          </p:cNvPr>
          <p:cNvSpPr>
            <a:spLocks noGrp="1"/>
          </p:cNvSpPr>
          <p:nvPr/>
        </p:nvSpPr>
        <p:spPr>
          <a:xfrm>
            <a:off x="6248400" y="1000125"/>
            <a:ext cx="769293"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PPSD</a:t>
            </a:r>
          </a:p>
        </p:txBody>
      </p:sp>
      <p:sp>
        <p:nvSpPr>
          <p:cNvPr id="15" name="">
            <a:extLst>
              <a:ext uri="{FF2B5EF4-FFF2-40B4-BE49-F238E27FC236}">
                <a16:creationId id="{647F9744-A0B1-4A6B-90CE-AF6B11733D99}"/>
              </a:ext>
            </a:extLst>
          </p:cNvPr>
          <p:cNvSpPr>
            <a:spLocks noGrp="1"/>
          </p:cNvSpPr>
          <p:nvPr/>
        </p:nvSpPr>
        <p:spPr>
          <a:xfrm>
            <a:off x="6248400" y="1675805"/>
            <a:ext cx="4437013" cy="838200"/>
          </a:xfrm>
          <a:prstGeom prst="rect">
            <a:avLst/>
          </a:prstGeom>
          <a:solidFill>
            <a:srgbClr val="315D73"/>
          </a:solidFill>
          <a:ln w="0">
            <a:solidFill>
              <a:srgbClr val="000000">
                <a:alpha val="0"/>
              </a:srgbClr>
            </a:solidFill>
          </a:ln>
        </p:spPr>
      </p:sp>
      <p:sp>
        <p:nvSpPr>
          <p:cNvPr id="16" name="">
            <a:extLst>
              <a:ext uri="{FF2B5EF4-FFF2-40B4-BE49-F238E27FC236}">
                <a16:creationId id="{EA20A47D-3844-49DD-99D8-173D134FB494}"/>
              </a:ext>
            </a:extLst>
          </p:cNvPr>
          <p:cNvSpPr>
            <a:spLocks noGrp="1"/>
          </p:cNvSpPr>
          <p:nvPr/>
        </p:nvSpPr>
        <p:spPr>
          <a:xfrm>
            <a:off x="7948910" y="1999655"/>
            <a:ext cx="1131094"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FFFFFF"/>
                </a:solidFill>
              </a:rPr>
              <a:t>250 train users</a:t>
            </a:r>
          </a:p>
        </p:txBody>
      </p:sp>
      <p:sp>
        <p:nvSpPr>
          <p:cNvPr id="17" name="">
            <a:extLst>
              <a:ext uri="{FF2B5EF4-FFF2-40B4-BE49-F238E27FC236}">
                <a16:creationId id="{3624C5CA-C2B1-4C2F-8E4D-B6A0E0551E16}"/>
              </a:ext>
            </a:extLst>
          </p:cNvPr>
          <p:cNvSpPr>
            <a:spLocks noGrp="1"/>
          </p:cNvSpPr>
          <p:nvPr/>
        </p:nvSpPr>
        <p:spPr>
          <a:xfrm>
            <a:off x="10713988" y="1675805"/>
            <a:ext cx="1039862" cy="838200"/>
          </a:xfrm>
          <a:prstGeom prst="rect">
            <a:avLst/>
          </a:prstGeom>
          <a:solidFill>
            <a:srgbClr val="E4EFED"/>
          </a:solidFill>
          <a:ln w="0">
            <a:solidFill>
              <a:srgbClr val="000000">
                <a:alpha val="0"/>
              </a:srgbClr>
            </a:solidFill>
          </a:ln>
        </p:spPr>
      </p:sp>
      <p:sp>
        <p:nvSpPr>
          <p:cNvPr id="18" name="">
            <a:extLst>
              <a:ext uri="{FF2B5EF4-FFF2-40B4-BE49-F238E27FC236}">
                <a16:creationId id="{3BB983E3-115B-4E1A-A303-F078C0D43DEB}"/>
              </a:ext>
            </a:extLst>
          </p:cNvPr>
          <p:cNvSpPr>
            <a:spLocks noGrp="1"/>
          </p:cNvSpPr>
          <p:nvPr/>
        </p:nvSpPr>
        <p:spPr>
          <a:xfrm>
            <a:off x="11142315" y="1885355"/>
            <a:ext cx="278160"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315D73"/>
                </a:solidFill>
              </a:rPr>
              <a:t>50</a:t>
            </a:r>
          </a:p>
        </p:txBody>
      </p:sp>
      <p:sp>
        <p:nvSpPr>
          <p:cNvPr id="19" name="">
            <a:extLst>
              <a:ext uri="{FF2B5EF4-FFF2-40B4-BE49-F238E27FC236}">
                <a16:creationId id="{979C67D4-0EE4-4B0F-AD97-C35F97647D1B}"/>
              </a:ext>
            </a:extLst>
          </p:cNvPr>
          <p:cNvSpPr>
            <a:spLocks noGrp="1"/>
          </p:cNvSpPr>
          <p:nvPr/>
        </p:nvSpPr>
        <p:spPr>
          <a:xfrm>
            <a:off x="10983218" y="2113955"/>
            <a:ext cx="596503"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315D73"/>
                </a:solidFill>
              </a:rPr>
              <a:t>unseen</a:t>
            </a:r>
          </a:p>
        </p:txBody>
      </p:sp>
      <p:sp>
        <p:nvSpPr>
          <p:cNvPr id="20" name="">
            <a:extLst>
              <a:ext uri="{FF2B5EF4-FFF2-40B4-BE49-F238E27FC236}">
                <a16:creationId id="{1A519C27-A375-4E96-9198-259A8CF7F40E}"/>
              </a:ext>
            </a:extLst>
          </p:cNvPr>
          <p:cNvSpPr>
            <a:spLocks noGrp="1"/>
          </p:cNvSpPr>
          <p:nvPr/>
        </p:nvSpPr>
        <p:spPr>
          <a:xfrm>
            <a:off x="6248400" y="2694980"/>
            <a:ext cx="2956322"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Training-free adaptation to held-out users</a:t>
            </a:r>
          </a:p>
        </p:txBody>
      </p:sp>
      <p:sp>
        <p:nvSpPr>
          <p:cNvPr id="21" name="">
            <a:extLst>
              <a:ext uri="{FF2B5EF4-FFF2-40B4-BE49-F238E27FC236}">
                <a16:creationId id="{960E8719-F7F9-4BFA-B3CC-10DD22785886}"/>
              </a:ext>
            </a:extLst>
          </p:cNvPr>
          <p:cNvSpPr>
            <a:spLocks noGrp="1"/>
          </p:cNvSpPr>
          <p:nvPr/>
        </p:nvSpPr>
        <p:spPr>
          <a:xfrm>
            <a:off x="438150" y="3077766"/>
            <a:ext cx="11315700" cy="9525"/>
          </a:xfrm>
          <a:prstGeom prst="rect">
            <a:avLst/>
          </a:prstGeom>
          <a:solidFill>
            <a:srgbClr val="D6DCD9"/>
          </a:solidFill>
          <a:ln w="0">
            <a:solidFill>
              <a:srgbClr val="000000">
                <a:alpha val="0"/>
              </a:srgbClr>
            </a:solidFill>
          </a:ln>
        </p:spPr>
      </p:sp>
      <p:sp>
        <p:nvSpPr>
          <p:cNvPr id="22" name="">
            <a:extLst>
              <a:ext uri="{FF2B5EF4-FFF2-40B4-BE49-F238E27FC236}">
                <a16:creationId id="{8DBB40A2-CCD1-4CE9-AFBE-12B1FBD96527}"/>
              </a:ext>
            </a:extLst>
          </p:cNvPr>
          <p:cNvSpPr>
            <a:spLocks noGrp="1"/>
          </p:cNvSpPr>
          <p:nvPr/>
        </p:nvSpPr>
        <p:spPr>
          <a:xfrm>
            <a:off x="438150" y="3211116"/>
            <a:ext cx="2684562" cy="314325"/>
          </a:xfrm>
          <a:prstGeom prst="rect">
            <a:avLst/>
          </a:prstGeom>
          <a:solidFill>
            <a:srgbClr val="000000">
              <a:alpha val="0"/>
            </a:srgbClr>
          </a:solidFill>
          <a:ln w="0">
            <a:solidFill>
              <a:srgbClr val="000000">
                <a:alpha val="0"/>
              </a:srgbClr>
            </a:solidFill>
          </a:ln>
        </p:spPr>
        <p:txBody>
          <a:bodyPr lIns="0" tIns="0" rIns="0" bIns="0" anchor="ctr"/>
          <a:lstStyle/>
          <a:p>
            <a:r>
              <a:rPr sz="1297" b="1">
                <a:solidFill>
                  <a:srgbClr val="20272D"/>
                </a:solidFill>
              </a:rPr>
              <a:t>Eight historical pairs per query</a:t>
            </a:r>
          </a:p>
        </p:txBody>
      </p:sp>
      <p:sp>
        <p:nvSpPr>
          <p:cNvPr id="23" name="">
            <a:extLst>
              <a:ext uri="{FF2B5EF4-FFF2-40B4-BE49-F238E27FC236}">
                <a16:creationId id="{AD2B3060-B834-4388-921E-9C84D4462F89}"/>
              </a:ext>
            </a:extLst>
          </p:cNvPr>
          <p:cNvSpPr>
            <a:spLocks noGrp="1"/>
          </p:cNvSpPr>
          <p:nvPr/>
        </p:nvSpPr>
        <p:spPr>
          <a:xfrm>
            <a:off x="9909870" y="3303984"/>
            <a:ext cx="1939230"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Original + retouched image</a:t>
            </a:r>
          </a:p>
        </p:txBody>
      </p:sp>
      <p:pic>
        <p:nvPicPr>
          <p:cNvPr id="24" name=""/>
          <p:cNvPicPr>
            <a:picLocks noChangeAspect="1"/>
          </p:cNvPicPr>
          <p:nvPr/>
        </p:nvPicPr>
        <p:blipFill>
          <a:blip r:embed="Rdf37f06cc93648d1"/>
          <a:srcRect l="0" t="14897" r="0" b="14897"/>
          <a:stretch>
            <a:fillRect l="0" t="0" r="0" b="0"/>
          </a:stretch>
        </p:blipFill>
        <p:spPr>
          <a:xfrm>
            <a:off x="438150" y="3570089"/>
            <a:ext cx="1331119" cy="619125"/>
          </a:xfrm>
          <a:prstGeom prst="rect">
            <a:avLst/>
          </a:prstGeom>
        </p:spPr>
      </p:pic>
      <p:pic>
        <p:nvPicPr>
          <p:cNvPr id="25" name=""/>
          <p:cNvPicPr>
            <a:picLocks noChangeAspect="1"/>
          </p:cNvPicPr>
          <p:nvPr/>
        </p:nvPicPr>
        <p:blipFill>
          <a:blip r:embed="Reac460cde3d5445a"/>
          <a:srcRect l="0" t="15116" r="0" b="15116"/>
          <a:stretch>
            <a:fillRect l="0" t="0" r="0" b="0"/>
          </a:stretch>
        </p:blipFill>
        <p:spPr>
          <a:xfrm>
            <a:off x="438150" y="4236839"/>
            <a:ext cx="1331119" cy="619125"/>
          </a:xfrm>
          <a:prstGeom prst="rect">
            <a:avLst/>
          </a:prstGeom>
        </p:spPr>
      </p:pic>
      <p:sp>
        <p:nvSpPr>
          <p:cNvPr id="26" name="">
            <a:extLst>
              <a:ext uri="{FF2B5EF4-FFF2-40B4-BE49-F238E27FC236}">
                <a16:creationId id="{53A76AF5-AC68-4DE6-9E7B-5437D53BE402}"/>
              </a:ext>
            </a:extLst>
          </p:cNvPr>
          <p:cNvSpPr>
            <a:spLocks noGrp="1"/>
          </p:cNvSpPr>
          <p:nvPr/>
        </p:nvSpPr>
        <p:spPr>
          <a:xfrm>
            <a:off x="438150" y="4913114"/>
            <a:ext cx="40689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H1 · C</a:t>
            </a:r>
          </a:p>
        </p:txBody>
      </p:sp>
      <p:pic>
        <p:nvPicPr>
          <p:cNvPr id="27" name=""/>
          <p:cNvPicPr>
            <a:picLocks noChangeAspect="1"/>
          </p:cNvPicPr>
          <p:nvPr/>
        </p:nvPicPr>
        <p:blipFill>
          <a:blip r:embed="R9daed22d61344a5b"/>
          <a:srcRect l="0" t="34593" r="0" b="34593"/>
          <a:stretch>
            <a:fillRect l="0" t="0" r="0" b="0"/>
          </a:stretch>
        </p:blipFill>
        <p:spPr>
          <a:xfrm>
            <a:off x="1864519" y="3570089"/>
            <a:ext cx="1331119" cy="619125"/>
          </a:xfrm>
          <a:prstGeom prst="rect">
            <a:avLst/>
          </a:prstGeom>
        </p:spPr>
      </p:pic>
      <p:pic>
        <p:nvPicPr>
          <p:cNvPr id="28" name=""/>
          <p:cNvPicPr>
            <a:picLocks noChangeAspect="1"/>
          </p:cNvPicPr>
          <p:nvPr/>
        </p:nvPicPr>
        <p:blipFill>
          <a:blip r:embed="R5e50a472f6534e9d"/>
          <a:srcRect l="0" t="34419" r="0" b="34419"/>
          <a:stretch>
            <a:fillRect l="0" t="0" r="0" b="0"/>
          </a:stretch>
        </p:blipFill>
        <p:spPr>
          <a:xfrm>
            <a:off x="1864519" y="4236839"/>
            <a:ext cx="1331119" cy="619125"/>
          </a:xfrm>
          <a:prstGeom prst="rect">
            <a:avLst/>
          </a:prstGeom>
        </p:spPr>
      </p:pic>
      <p:sp>
        <p:nvSpPr>
          <p:cNvPr id="29" name="">
            <a:extLst>
              <a:ext uri="{FF2B5EF4-FFF2-40B4-BE49-F238E27FC236}">
                <a16:creationId id="{4655D7F2-C5B2-4DAC-B367-B4ABDDB6CE1C}"/>
              </a:ext>
            </a:extLst>
          </p:cNvPr>
          <p:cNvSpPr>
            <a:spLocks noGrp="1"/>
          </p:cNvSpPr>
          <p:nvPr/>
        </p:nvSpPr>
        <p:spPr>
          <a:xfrm>
            <a:off x="1864519" y="4913114"/>
            <a:ext cx="40689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H2 · C</a:t>
            </a:r>
          </a:p>
        </p:txBody>
      </p:sp>
      <p:pic>
        <p:nvPicPr>
          <p:cNvPr id="30" name=""/>
          <p:cNvPicPr>
            <a:picLocks noChangeAspect="1"/>
          </p:cNvPicPr>
          <p:nvPr/>
        </p:nvPicPr>
        <p:blipFill>
          <a:blip r:embed="R94aa9b46d18b4c91"/>
          <a:srcRect l="0" t="34520" r="0" b="34520"/>
          <a:stretch>
            <a:fillRect l="0" t="0" r="0" b="0"/>
          </a:stretch>
        </p:blipFill>
        <p:spPr>
          <a:xfrm>
            <a:off x="3290888" y="3570089"/>
            <a:ext cx="1331119" cy="619125"/>
          </a:xfrm>
          <a:prstGeom prst="rect">
            <a:avLst/>
          </a:prstGeom>
        </p:spPr>
      </p:pic>
      <p:pic>
        <p:nvPicPr>
          <p:cNvPr id="31" name=""/>
          <p:cNvPicPr>
            <a:picLocks noChangeAspect="1"/>
          </p:cNvPicPr>
          <p:nvPr/>
        </p:nvPicPr>
        <p:blipFill>
          <a:blip r:embed="Rfa3190b9802645a2"/>
          <a:srcRect l="0" t="34419" r="0" b="34419"/>
          <a:stretch>
            <a:fillRect l="0" t="0" r="0" b="0"/>
          </a:stretch>
        </p:blipFill>
        <p:spPr>
          <a:xfrm>
            <a:off x="3290888" y="4236839"/>
            <a:ext cx="1331119" cy="619125"/>
          </a:xfrm>
          <a:prstGeom prst="rect">
            <a:avLst/>
          </a:prstGeom>
        </p:spPr>
      </p:pic>
      <p:sp>
        <p:nvSpPr>
          <p:cNvPr id="32" name="">
            <a:extLst>
              <a:ext uri="{FF2B5EF4-FFF2-40B4-BE49-F238E27FC236}">
                <a16:creationId id="{47D21331-263F-4E5E-8464-89086E427E64}"/>
              </a:ext>
            </a:extLst>
          </p:cNvPr>
          <p:cNvSpPr>
            <a:spLocks noGrp="1"/>
          </p:cNvSpPr>
          <p:nvPr/>
        </p:nvSpPr>
        <p:spPr>
          <a:xfrm>
            <a:off x="3290888" y="4913114"/>
            <a:ext cx="40689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H3 · C</a:t>
            </a:r>
          </a:p>
        </p:txBody>
      </p:sp>
      <p:pic>
        <p:nvPicPr>
          <p:cNvPr id="33" name=""/>
          <p:cNvPicPr>
            <a:picLocks noChangeAspect="1"/>
          </p:cNvPicPr>
          <p:nvPr/>
        </p:nvPicPr>
        <p:blipFill>
          <a:blip r:embed="Rdfa657c1b4874998"/>
          <a:srcRect l="0" t="15062" r="0" b="15062"/>
          <a:stretch>
            <a:fillRect l="0" t="0" r="0" b="0"/>
          </a:stretch>
        </p:blipFill>
        <p:spPr>
          <a:xfrm>
            <a:off x="4717256" y="3570089"/>
            <a:ext cx="1331119" cy="619125"/>
          </a:xfrm>
          <a:prstGeom prst="rect">
            <a:avLst/>
          </a:prstGeom>
        </p:spPr>
      </p:pic>
      <p:pic>
        <p:nvPicPr>
          <p:cNvPr id="34" name=""/>
          <p:cNvPicPr>
            <a:picLocks noChangeAspect="1"/>
          </p:cNvPicPr>
          <p:nvPr/>
        </p:nvPicPr>
        <p:blipFill>
          <a:blip r:embed="R973c177057804ff4"/>
          <a:srcRect l="0" t="15116" r="0" b="15116"/>
          <a:stretch>
            <a:fillRect l="0" t="0" r="0" b="0"/>
          </a:stretch>
        </p:blipFill>
        <p:spPr>
          <a:xfrm>
            <a:off x="4717256" y="4236839"/>
            <a:ext cx="1331119" cy="619125"/>
          </a:xfrm>
          <a:prstGeom prst="rect">
            <a:avLst/>
          </a:prstGeom>
        </p:spPr>
      </p:pic>
      <p:sp>
        <p:nvSpPr>
          <p:cNvPr id="35" name="">
            <a:extLst>
              <a:ext uri="{FF2B5EF4-FFF2-40B4-BE49-F238E27FC236}">
                <a16:creationId id="{E5F259F4-042D-4CCF-B543-ACA14C65855D}"/>
              </a:ext>
            </a:extLst>
          </p:cNvPr>
          <p:cNvSpPr>
            <a:spLocks noGrp="1"/>
          </p:cNvSpPr>
          <p:nvPr/>
        </p:nvSpPr>
        <p:spPr>
          <a:xfrm>
            <a:off x="4717256" y="4913114"/>
            <a:ext cx="40689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H4 · C</a:t>
            </a:r>
          </a:p>
        </p:txBody>
      </p:sp>
      <p:pic>
        <p:nvPicPr>
          <p:cNvPr id="36" name=""/>
          <p:cNvPicPr>
            <a:picLocks noChangeAspect="1"/>
          </p:cNvPicPr>
          <p:nvPr/>
        </p:nvPicPr>
        <p:blipFill>
          <a:blip r:embed="R21b72ff54cb44fad"/>
          <a:srcRect l="0" t="34520" r="0" b="34520"/>
          <a:stretch>
            <a:fillRect l="0" t="0" r="0" b="0"/>
          </a:stretch>
        </p:blipFill>
        <p:spPr>
          <a:xfrm>
            <a:off x="6143625" y="3570089"/>
            <a:ext cx="1331119" cy="619125"/>
          </a:xfrm>
          <a:prstGeom prst="rect">
            <a:avLst/>
          </a:prstGeom>
        </p:spPr>
      </p:pic>
      <p:pic>
        <p:nvPicPr>
          <p:cNvPr id="37" name=""/>
          <p:cNvPicPr>
            <a:picLocks noChangeAspect="1"/>
          </p:cNvPicPr>
          <p:nvPr/>
        </p:nvPicPr>
        <p:blipFill>
          <a:blip r:embed="Rbb06e40c13a44245"/>
          <a:srcRect l="0" t="34419" r="0" b="34419"/>
          <a:stretch>
            <a:fillRect l="0" t="0" r="0" b="0"/>
          </a:stretch>
        </p:blipFill>
        <p:spPr>
          <a:xfrm>
            <a:off x="6143625" y="4236839"/>
            <a:ext cx="1331119" cy="619125"/>
          </a:xfrm>
          <a:prstGeom prst="rect">
            <a:avLst/>
          </a:prstGeom>
        </p:spPr>
      </p:pic>
      <p:sp>
        <p:nvSpPr>
          <p:cNvPr id="38" name="">
            <a:extLst>
              <a:ext uri="{FF2B5EF4-FFF2-40B4-BE49-F238E27FC236}">
                <a16:creationId id="{71918186-A78B-402C-A495-BE01DC15E878}"/>
              </a:ext>
            </a:extLst>
          </p:cNvPr>
          <p:cNvSpPr>
            <a:spLocks noGrp="1"/>
          </p:cNvSpPr>
          <p:nvPr/>
        </p:nvSpPr>
        <p:spPr>
          <a:xfrm>
            <a:off x="6143625" y="4913114"/>
            <a:ext cx="40689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H5 · C</a:t>
            </a:r>
          </a:p>
        </p:txBody>
      </p:sp>
      <p:pic>
        <p:nvPicPr>
          <p:cNvPr id="39" name=""/>
          <p:cNvPicPr>
            <a:picLocks noChangeAspect="1"/>
          </p:cNvPicPr>
          <p:nvPr/>
        </p:nvPicPr>
        <p:blipFill>
          <a:blip r:embed="R07fac24efc72455c"/>
          <a:srcRect l="0" t="15062" r="0" b="15062"/>
          <a:stretch>
            <a:fillRect l="0" t="0" r="0" b="0"/>
          </a:stretch>
        </p:blipFill>
        <p:spPr>
          <a:xfrm>
            <a:off x="7569994" y="3570089"/>
            <a:ext cx="1331119" cy="619125"/>
          </a:xfrm>
          <a:prstGeom prst="rect">
            <a:avLst/>
          </a:prstGeom>
        </p:spPr>
      </p:pic>
      <p:pic>
        <p:nvPicPr>
          <p:cNvPr id="40" name=""/>
          <p:cNvPicPr>
            <a:picLocks noChangeAspect="1"/>
          </p:cNvPicPr>
          <p:nvPr/>
        </p:nvPicPr>
        <p:blipFill>
          <a:blip r:embed="Ra06b2e7f4cbe4bce"/>
          <a:srcRect l="0" t="15116" r="0" b="15116"/>
          <a:stretch>
            <a:fillRect l="0" t="0" r="0" b="0"/>
          </a:stretch>
        </p:blipFill>
        <p:spPr>
          <a:xfrm>
            <a:off x="7569994" y="4236839"/>
            <a:ext cx="1331119" cy="619125"/>
          </a:xfrm>
          <a:prstGeom prst="rect">
            <a:avLst/>
          </a:prstGeom>
        </p:spPr>
      </p:pic>
      <p:sp>
        <p:nvSpPr>
          <p:cNvPr id="41" name="">
            <a:extLst>
              <a:ext uri="{FF2B5EF4-FFF2-40B4-BE49-F238E27FC236}">
                <a16:creationId id="{B4558AB9-92A0-4FED-B6A1-11E08AB2B504}"/>
              </a:ext>
            </a:extLst>
          </p:cNvPr>
          <p:cNvSpPr>
            <a:spLocks noGrp="1"/>
          </p:cNvSpPr>
          <p:nvPr/>
        </p:nvSpPr>
        <p:spPr>
          <a:xfrm>
            <a:off x="7569994" y="4913114"/>
            <a:ext cx="40689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H6 · C</a:t>
            </a:r>
          </a:p>
        </p:txBody>
      </p:sp>
      <p:pic>
        <p:nvPicPr>
          <p:cNvPr id="42" name=""/>
          <p:cNvPicPr>
            <a:picLocks noChangeAspect="1"/>
          </p:cNvPicPr>
          <p:nvPr/>
        </p:nvPicPr>
        <p:blipFill>
          <a:blip r:embed="R91e35cd59db84c29"/>
          <a:srcRect l="0" t="34520" r="0" b="34520"/>
          <a:stretch>
            <a:fillRect l="0" t="0" r="0" b="0"/>
          </a:stretch>
        </p:blipFill>
        <p:spPr>
          <a:xfrm>
            <a:off x="8996363" y="3570089"/>
            <a:ext cx="1331119" cy="619125"/>
          </a:xfrm>
          <a:prstGeom prst="rect">
            <a:avLst/>
          </a:prstGeom>
        </p:spPr>
      </p:pic>
      <p:pic>
        <p:nvPicPr>
          <p:cNvPr id="43" name=""/>
          <p:cNvPicPr>
            <a:picLocks noChangeAspect="1"/>
          </p:cNvPicPr>
          <p:nvPr/>
        </p:nvPicPr>
        <p:blipFill>
          <a:blip r:embed="R96859c334324453b"/>
          <a:srcRect l="0" t="34419" r="0" b="34419"/>
          <a:stretch>
            <a:fillRect l="0" t="0" r="0" b="0"/>
          </a:stretch>
        </p:blipFill>
        <p:spPr>
          <a:xfrm>
            <a:off x="8996363" y="4236839"/>
            <a:ext cx="1331119" cy="619125"/>
          </a:xfrm>
          <a:prstGeom prst="rect">
            <a:avLst/>
          </a:prstGeom>
        </p:spPr>
      </p:pic>
      <p:sp>
        <p:nvSpPr>
          <p:cNvPr id="44" name="">
            <a:extLst>
              <a:ext uri="{FF2B5EF4-FFF2-40B4-BE49-F238E27FC236}">
                <a16:creationId id="{45894E2D-2ABA-4330-95DB-F45D7144D543}"/>
              </a:ext>
            </a:extLst>
          </p:cNvPr>
          <p:cNvSpPr>
            <a:spLocks noGrp="1"/>
          </p:cNvSpPr>
          <p:nvPr/>
        </p:nvSpPr>
        <p:spPr>
          <a:xfrm>
            <a:off x="8996363" y="4913114"/>
            <a:ext cx="40689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H7 · C</a:t>
            </a:r>
          </a:p>
        </p:txBody>
      </p:sp>
      <p:pic>
        <p:nvPicPr>
          <p:cNvPr id="45" name=""/>
          <p:cNvPicPr>
            <a:picLocks noChangeAspect="1"/>
          </p:cNvPicPr>
          <p:nvPr/>
        </p:nvPicPr>
        <p:blipFill>
          <a:blip r:embed="R33afb050d61145d3"/>
          <a:srcRect l="0" t="34520" r="0" b="34520"/>
          <a:stretch>
            <a:fillRect l="0" t="0" r="0" b="0"/>
          </a:stretch>
        </p:blipFill>
        <p:spPr>
          <a:xfrm>
            <a:off x="10422731" y="3570089"/>
            <a:ext cx="1331119" cy="619125"/>
          </a:xfrm>
          <a:prstGeom prst="rect">
            <a:avLst/>
          </a:prstGeom>
        </p:spPr>
      </p:pic>
      <p:pic>
        <p:nvPicPr>
          <p:cNvPr id="46" name=""/>
          <p:cNvPicPr>
            <a:picLocks noChangeAspect="1"/>
          </p:cNvPicPr>
          <p:nvPr/>
        </p:nvPicPr>
        <p:blipFill>
          <a:blip r:embed="Rfc208cbfed1a4e3e"/>
          <a:srcRect l="0" t="34419" r="0" b="34419"/>
          <a:stretch>
            <a:fillRect l="0" t="0" r="0" b="0"/>
          </a:stretch>
        </p:blipFill>
        <p:spPr>
          <a:xfrm>
            <a:off x="10422731" y="4236839"/>
            <a:ext cx="1331119" cy="619125"/>
          </a:xfrm>
          <a:prstGeom prst="rect">
            <a:avLst/>
          </a:prstGeom>
        </p:spPr>
      </p:pic>
      <p:sp>
        <p:nvSpPr>
          <p:cNvPr id="47" name="">
            <a:extLst>
              <a:ext uri="{FF2B5EF4-FFF2-40B4-BE49-F238E27FC236}">
                <a16:creationId id="{CF89E284-523D-41B6-9871-D0571F7E8BC9}"/>
              </a:ext>
            </a:extLst>
          </p:cNvPr>
          <p:cNvSpPr>
            <a:spLocks noGrp="1"/>
          </p:cNvSpPr>
          <p:nvPr/>
        </p:nvSpPr>
        <p:spPr>
          <a:xfrm>
            <a:off x="10422731" y="4913114"/>
            <a:ext cx="406896"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H8 · C</a:t>
            </a:r>
          </a:p>
        </p:txBody>
      </p:sp>
      <p:sp>
        <p:nvSpPr>
          <p:cNvPr id="48" name="">
            <a:extLst>
              <a:ext uri="{FF2B5EF4-FFF2-40B4-BE49-F238E27FC236}">
                <a16:creationId id="{3CFDE2E7-D164-4FEC-9973-BA868BC3C828}"/>
              </a:ext>
            </a:extLst>
          </p:cNvPr>
          <p:cNvSpPr>
            <a:spLocks noGrp="1"/>
          </p:cNvSpPr>
          <p:nvPr/>
        </p:nvSpPr>
        <p:spPr>
          <a:xfrm>
            <a:off x="438150" y="5246489"/>
            <a:ext cx="11315700" cy="9525"/>
          </a:xfrm>
          <a:prstGeom prst="rect">
            <a:avLst/>
          </a:prstGeom>
          <a:solidFill>
            <a:srgbClr val="D6DCD9"/>
          </a:solidFill>
          <a:ln w="0">
            <a:solidFill>
              <a:srgbClr val="000000">
                <a:alpha val="0"/>
              </a:srgbClr>
            </a:solidFill>
          </a:ln>
        </p:spPr>
      </p:sp>
      <p:sp>
        <p:nvSpPr>
          <p:cNvPr id="49" name="">
            <a:extLst>
              <a:ext uri="{FF2B5EF4-FFF2-40B4-BE49-F238E27FC236}">
                <a16:creationId id="{9AABD189-E48D-4694-A49E-3DA03A445180}"/>
              </a:ext>
            </a:extLst>
          </p:cNvPr>
          <p:cNvSpPr>
            <a:spLocks noGrp="1"/>
          </p:cNvSpPr>
          <p:nvPr/>
        </p:nvSpPr>
        <p:spPr>
          <a:xfrm>
            <a:off x="438150" y="5360789"/>
            <a:ext cx="3717727"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Fixed model parameters. No query ground truth at inference.</a:t>
            </a:r>
          </a:p>
        </p:txBody>
      </p:sp>
      <p:sp>
        <p:nvSpPr>
          <p:cNvPr id="50" name="">
            <a:extLst>
              <a:ext uri="{FF2B5EF4-FFF2-40B4-BE49-F238E27FC236}">
                <a16:creationId id="{99D42FEF-8C58-4F15-937D-46A94118C99A}"/>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51" name="">
            <a:extLst>
              <a:ext uri="{FF2B5EF4-FFF2-40B4-BE49-F238E27FC236}">
                <a16:creationId id="{4F649B2B-991F-4F0B-9BB3-664D83F18F1B}"/>
              </a:ext>
            </a:extLst>
          </p:cNvPr>
          <p:cNvSpPr>
            <a:spLocks noGrp="1"/>
          </p:cNvSpPr>
          <p:nvPr/>
        </p:nvSpPr>
        <p:spPr>
          <a:xfrm>
            <a:off x="438150" y="6480870"/>
            <a:ext cx="800100"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3.2</a:t>
            </a:r>
          </a:p>
        </p:txBody>
      </p:sp>
      <p:sp>
        <p:nvSpPr>
          <p:cNvPr id="52" name="">
            <a:extLst>
              <a:ext uri="{FF2B5EF4-FFF2-40B4-BE49-F238E27FC236}">
                <a16:creationId id="{C257AB6D-7CD0-40F2-BC1F-C536E624ED78}"/>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14 / 25</a:t>
            </a:r>
          </a:p>
        </p:txBody>
      </p:sp>
      <p:sp>
        <p:nvSpPr>
          <p:cNvPr id="53" name="">
            <a:extLst>
              <a:ext uri="{FF2B5EF4-FFF2-40B4-BE49-F238E27FC236}">
                <a16:creationId id="{ACC74D89-851A-4AA6-99BF-2040AD63E31D}"/>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4:creationId val="1616178032"/>
      </p:ext>
    </p:extLst>
  </p:cSld>
</p:sld>
</file>

<file path=ppt/slides/slide15.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C56A7E25-F2A2-48BC-81DD-00059561325B}"/>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C7DD456E-AAD5-49D6-9791-F02BC805C6AC}"/>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80EA631D-000B-47A0-955A-2964ACFE5BCB}"/>
              </a:ext>
            </a:extLst>
          </p:cNvPr>
          <p:cNvSpPr>
            <a:spLocks noGrp="1"/>
          </p:cNvSpPr>
          <p:nvPr/>
        </p:nvSpPr>
        <p:spPr>
          <a:xfrm>
            <a:off x="660648" y="328613"/>
            <a:ext cx="365075" cy="342900"/>
          </a:xfrm>
          <a:prstGeom prst="rect">
            <a:avLst/>
          </a:prstGeom>
          <a:solidFill>
            <a:srgbClr val="F3DF4F"/>
          </a:solidFill>
          <a:ln w="0">
            <a:solidFill>
              <a:srgbClr val="000000">
                <a:alpha val="0"/>
              </a:srgbClr>
            </a:solidFill>
          </a:ln>
        </p:spPr>
      </p:sp>
      <p:sp>
        <p:nvSpPr>
          <p:cNvPr id="5" name="">
            <a:extLst>
              <a:ext uri="{FF2B5EF4-FFF2-40B4-BE49-F238E27FC236}">
                <a16:creationId id="{B6BB0EE6-208D-4037-81DD-DFF888F252C5}"/>
              </a:ext>
            </a:extLst>
          </p:cNvPr>
          <p:cNvSpPr>
            <a:spLocks noGrp="1"/>
          </p:cNvSpPr>
          <p:nvPr/>
        </p:nvSpPr>
        <p:spPr>
          <a:xfrm>
            <a:off x="746373" y="347663"/>
            <a:ext cx="288875"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15</a:t>
            </a:r>
          </a:p>
        </p:txBody>
      </p:sp>
      <p:sp>
        <p:nvSpPr>
          <p:cNvPr id="6" name="">
            <a:extLst>
              <a:ext uri="{FF2B5EF4-FFF2-40B4-BE49-F238E27FC236}">
                <a16:creationId id="{D69E750A-873B-460E-BDFE-3D4EBE3B501F}"/>
              </a:ext>
            </a:extLst>
          </p:cNvPr>
          <p:cNvSpPr>
            <a:spLocks noGrp="1"/>
          </p:cNvSpPr>
          <p:nvPr/>
        </p:nvSpPr>
        <p:spPr>
          <a:xfrm>
            <a:off x="1206698" y="242292"/>
            <a:ext cx="5492353"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Test cases and requirement coverage</a:t>
            </a:r>
          </a:p>
        </p:txBody>
      </p:sp>
      <p:sp>
        <p:nvSpPr>
          <p:cNvPr id="7" name="">
            <a:extLst>
              <a:ext uri="{FF2B5EF4-FFF2-40B4-BE49-F238E27FC236}">
                <a16:creationId id="{0EB6C86C-252C-484D-A786-B1A596BA3589}"/>
              </a:ext>
            </a:extLst>
          </p:cNvPr>
          <p:cNvSpPr>
            <a:spLocks noGrp="1"/>
          </p:cNvSpPr>
          <p:nvPr/>
        </p:nvSpPr>
        <p:spPr>
          <a:xfrm>
            <a:off x="438150" y="1743075"/>
            <a:ext cx="11315700" cy="9525"/>
          </a:xfrm>
          <a:prstGeom prst="rect">
            <a:avLst/>
          </a:prstGeom>
          <a:solidFill>
            <a:srgbClr val="D6DCD9"/>
          </a:solidFill>
          <a:ln w="0">
            <a:solidFill>
              <a:srgbClr val="000000">
                <a:alpha val="0"/>
              </a:srgbClr>
            </a:solidFill>
          </a:ln>
        </p:spPr>
      </p:sp>
      <p:sp>
        <p:nvSpPr>
          <p:cNvPr id="8" name="">
            <a:extLst>
              <a:ext uri="{FF2B5EF4-FFF2-40B4-BE49-F238E27FC236}">
                <a16:creationId id="{03885A84-2969-4384-BB38-FEC0E7AB393E}"/>
              </a:ext>
            </a:extLst>
          </p:cNvPr>
          <p:cNvSpPr>
            <a:spLocks noGrp="1"/>
          </p:cNvSpPr>
          <p:nvPr/>
        </p:nvSpPr>
        <p:spPr>
          <a:xfrm>
            <a:off x="438150" y="1057275"/>
            <a:ext cx="310455"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9</a:t>
            </a:r>
          </a:p>
        </p:txBody>
      </p:sp>
      <p:sp>
        <p:nvSpPr>
          <p:cNvPr id="9" name="">
            <a:extLst>
              <a:ext uri="{FF2B5EF4-FFF2-40B4-BE49-F238E27FC236}">
                <a16:creationId id="{2F3F6B86-A915-45B6-BB7E-99031246C85B}"/>
              </a:ext>
            </a:extLst>
          </p:cNvPr>
          <p:cNvSpPr>
            <a:spLocks noGrp="1"/>
          </p:cNvSpPr>
          <p:nvPr/>
        </p:nvSpPr>
        <p:spPr>
          <a:xfrm>
            <a:off x="739080" y="1257300"/>
            <a:ext cx="1495276"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 controlled checks</a:t>
            </a:r>
          </a:p>
        </p:txBody>
      </p:sp>
      <p:sp>
        <p:nvSpPr>
          <p:cNvPr id="10" name="">
            <a:extLst>
              <a:ext uri="{FF2B5EF4-FFF2-40B4-BE49-F238E27FC236}">
                <a16:creationId id="{C2FC16EA-1B1A-4EAD-9E59-11931C3D0998}"/>
              </a:ext>
            </a:extLst>
          </p:cNvPr>
          <p:cNvSpPr>
            <a:spLocks noGrp="1"/>
          </p:cNvSpPr>
          <p:nvPr/>
        </p:nvSpPr>
        <p:spPr>
          <a:xfrm>
            <a:off x="2901107" y="1057275"/>
            <a:ext cx="294704"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3</a:t>
            </a:r>
          </a:p>
        </p:txBody>
      </p:sp>
      <p:sp>
        <p:nvSpPr>
          <p:cNvPr id="11" name="">
            <a:extLst>
              <a:ext uri="{FF2B5EF4-FFF2-40B4-BE49-F238E27FC236}">
                <a16:creationId id="{6CAADF40-4AAE-4AA4-808C-45DBAE9A292A}"/>
              </a:ext>
            </a:extLst>
          </p:cNvPr>
          <p:cNvSpPr>
            <a:spLocks noGrp="1"/>
          </p:cNvSpPr>
          <p:nvPr/>
        </p:nvSpPr>
        <p:spPr>
          <a:xfrm>
            <a:off x="3183434" y="1257300"/>
            <a:ext cx="1172766"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 requirements</a:t>
            </a:r>
          </a:p>
        </p:txBody>
      </p:sp>
      <p:sp>
        <p:nvSpPr>
          <p:cNvPr id="12" name="">
            <a:extLst>
              <a:ext uri="{FF2B5EF4-FFF2-40B4-BE49-F238E27FC236}">
                <a16:creationId id="{A776CB9F-6C98-4920-9782-6150F2B0DF7E}"/>
              </a:ext>
            </a:extLst>
          </p:cNvPr>
          <p:cNvSpPr>
            <a:spLocks noGrp="1"/>
          </p:cNvSpPr>
          <p:nvPr/>
        </p:nvSpPr>
        <p:spPr>
          <a:xfrm>
            <a:off x="5022949" y="1057275"/>
            <a:ext cx="903387"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Fixed</a:t>
            </a:r>
          </a:p>
        </p:txBody>
      </p:sp>
      <p:sp>
        <p:nvSpPr>
          <p:cNvPr id="13" name="">
            <a:extLst>
              <a:ext uri="{FF2B5EF4-FFF2-40B4-BE49-F238E27FC236}">
                <a16:creationId id="{B86EB176-208D-464D-BE2C-C1002FA27671}"/>
              </a:ext>
            </a:extLst>
          </p:cNvPr>
          <p:cNvSpPr>
            <a:spLocks noGrp="1"/>
          </p:cNvSpPr>
          <p:nvPr/>
        </p:nvSpPr>
        <p:spPr>
          <a:xfrm>
            <a:off x="5916811" y="1257300"/>
            <a:ext cx="1497806"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 inference weights</a:t>
            </a:r>
          </a:p>
        </p:txBody>
      </p:sp>
      <p:sp>
        <p:nvSpPr>
          <p:cNvPr id="14" name="">
            <a:extLst>
              <a:ext uri="{FF2B5EF4-FFF2-40B4-BE49-F238E27FC236}">
                <a16:creationId id="{FBEA0C85-03C5-47C0-98EC-7FD8FF3B49E0}"/>
              </a:ext>
            </a:extLst>
          </p:cNvPr>
          <p:cNvSpPr>
            <a:spLocks noGrp="1"/>
          </p:cNvSpPr>
          <p:nvPr/>
        </p:nvSpPr>
        <p:spPr>
          <a:xfrm>
            <a:off x="3971925" y="1990725"/>
            <a:ext cx="9525" cy="3188494"/>
          </a:xfrm>
          <a:prstGeom prst="rect">
            <a:avLst/>
          </a:prstGeom>
          <a:solidFill>
            <a:srgbClr val="D6DCD9"/>
          </a:solidFill>
          <a:ln w="0">
            <a:solidFill>
              <a:srgbClr val="000000">
                <a:alpha val="0"/>
              </a:srgbClr>
            </a:solidFill>
          </a:ln>
        </p:spPr>
      </p:sp>
      <p:sp>
        <p:nvSpPr>
          <p:cNvPr id="15" name="">
            <a:extLst>
              <a:ext uri="{FF2B5EF4-FFF2-40B4-BE49-F238E27FC236}">
                <a16:creationId id="{DC4DC9E0-4ADE-4B68-AB88-5A76A902908B}"/>
              </a:ext>
            </a:extLst>
          </p:cNvPr>
          <p:cNvSpPr>
            <a:spLocks noGrp="1"/>
          </p:cNvSpPr>
          <p:nvPr/>
        </p:nvSpPr>
        <p:spPr>
          <a:xfrm>
            <a:off x="438150" y="1990725"/>
            <a:ext cx="668834" cy="257175"/>
          </a:xfrm>
          <a:prstGeom prst="rect">
            <a:avLst/>
          </a:prstGeom>
          <a:solidFill>
            <a:srgbClr val="000000">
              <a:alpha val="0"/>
            </a:srgbClr>
          </a:solidFill>
          <a:ln w="0">
            <a:solidFill>
              <a:srgbClr val="000000">
                <a:alpha val="0"/>
              </a:srgbClr>
            </a:solidFill>
          </a:ln>
        </p:spPr>
        <p:txBody>
          <a:bodyPr lIns="0" tIns="0" rIns="0" bIns="0" anchor="ctr"/>
          <a:lstStyle/>
          <a:p>
            <a:r>
              <a:rPr sz="1365" b="0">
                <a:solidFill>
                  <a:srgbClr val="68727A"/>
                </a:solidFill>
              </a:rPr>
              <a:t>FR-01</a:t>
            </a:r>
          </a:p>
        </p:txBody>
      </p:sp>
      <p:sp>
        <p:nvSpPr>
          <p:cNvPr id="16" name="">
            <a:extLst>
              <a:ext uri="{FF2B5EF4-FFF2-40B4-BE49-F238E27FC236}">
                <a16:creationId id="{CC5CA29D-BFED-47A4-948B-3A601D72501B}"/>
              </a:ext>
            </a:extLst>
          </p:cNvPr>
          <p:cNvSpPr>
            <a:spLocks noGrp="1"/>
          </p:cNvSpPr>
          <p:nvPr/>
        </p:nvSpPr>
        <p:spPr>
          <a:xfrm>
            <a:off x="438150" y="2295525"/>
            <a:ext cx="2645420"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Automatic retouching</a:t>
            </a:r>
          </a:p>
        </p:txBody>
      </p:sp>
      <p:sp>
        <p:nvSpPr>
          <p:cNvPr id="17" name="">
            <a:extLst>
              <a:ext uri="{FF2B5EF4-FFF2-40B4-BE49-F238E27FC236}">
                <a16:creationId id="{F5F18590-A7B5-4401-B81A-B519F4EB9AE9}"/>
              </a:ext>
            </a:extLst>
          </p:cNvPr>
          <p:cNvSpPr>
            <a:spLocks noGrp="1"/>
          </p:cNvSpPr>
          <p:nvPr/>
        </p:nvSpPr>
        <p:spPr>
          <a:xfrm>
            <a:off x="673298" y="2905423"/>
            <a:ext cx="553938" cy="304800"/>
          </a:xfrm>
          <a:prstGeom prst="rect">
            <a:avLst/>
          </a:prstGeom>
          <a:solidFill>
            <a:srgbClr val="E4EFED"/>
          </a:solidFill>
          <a:ln w="0">
            <a:solidFill>
              <a:srgbClr val="000000">
                <a:alpha val="0"/>
              </a:srgbClr>
            </a:solidFill>
          </a:ln>
        </p:spPr>
      </p:sp>
      <p:sp>
        <p:nvSpPr>
          <p:cNvPr id="18" name="">
            <a:extLst>
              <a:ext uri="{FF2B5EF4-FFF2-40B4-BE49-F238E27FC236}">
                <a16:creationId id="{A40F796B-3A0C-469F-8C45-ABFD8F8951A0}"/>
              </a:ext>
            </a:extLst>
          </p:cNvPr>
          <p:cNvSpPr>
            <a:spLocks noGrp="1"/>
          </p:cNvSpPr>
          <p:nvPr/>
        </p:nvSpPr>
        <p:spPr>
          <a:xfrm>
            <a:off x="749498" y="2981623"/>
            <a:ext cx="496788" cy="18097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20272D"/>
                </a:solidFill>
              </a:rPr>
              <a:t>TC-01</a:t>
            </a:r>
          </a:p>
        </p:txBody>
      </p:sp>
      <p:sp>
        <p:nvSpPr>
          <p:cNvPr id="19" name="">
            <a:extLst>
              <a:ext uri="{FF2B5EF4-FFF2-40B4-BE49-F238E27FC236}">
                <a16:creationId id="{C28D0477-80C2-46F2-8388-CDE91635BD5B}"/>
              </a:ext>
            </a:extLst>
          </p:cNvPr>
          <p:cNvSpPr>
            <a:spLocks noGrp="1"/>
          </p:cNvSpPr>
          <p:nvPr/>
        </p:nvSpPr>
        <p:spPr>
          <a:xfrm>
            <a:off x="1379637" y="2942630"/>
            <a:ext cx="1136452"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PSNR / SSIM</a:t>
            </a:r>
          </a:p>
        </p:txBody>
      </p:sp>
      <p:sp>
        <p:nvSpPr>
          <p:cNvPr id="20" name="">
            <a:extLst>
              <a:ext uri="{FF2B5EF4-FFF2-40B4-BE49-F238E27FC236}">
                <a16:creationId id="{D06E7903-6FA3-40CE-90FF-6606787CD71F}"/>
              </a:ext>
            </a:extLst>
          </p:cNvPr>
          <p:cNvSpPr>
            <a:spLocks noGrp="1"/>
          </p:cNvSpPr>
          <p:nvPr/>
        </p:nvSpPr>
        <p:spPr>
          <a:xfrm>
            <a:off x="673298" y="3526482"/>
            <a:ext cx="553938" cy="304800"/>
          </a:xfrm>
          <a:prstGeom prst="rect">
            <a:avLst/>
          </a:prstGeom>
          <a:solidFill>
            <a:srgbClr val="E4EFED"/>
          </a:solidFill>
          <a:ln w="0">
            <a:solidFill>
              <a:srgbClr val="000000">
                <a:alpha val="0"/>
              </a:srgbClr>
            </a:solidFill>
          </a:ln>
        </p:spPr>
      </p:sp>
      <p:sp>
        <p:nvSpPr>
          <p:cNvPr id="21" name="">
            <a:extLst>
              <a:ext uri="{FF2B5EF4-FFF2-40B4-BE49-F238E27FC236}">
                <a16:creationId id="{2D788D0A-933A-4A1A-9538-9A09640E8456}"/>
              </a:ext>
            </a:extLst>
          </p:cNvPr>
          <p:cNvSpPr>
            <a:spLocks noGrp="1"/>
          </p:cNvSpPr>
          <p:nvPr/>
        </p:nvSpPr>
        <p:spPr>
          <a:xfrm>
            <a:off x="749498" y="3602682"/>
            <a:ext cx="496788" cy="18097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20272D"/>
                </a:solidFill>
              </a:rPr>
              <a:t>TC-02</a:t>
            </a:r>
          </a:p>
        </p:txBody>
      </p:sp>
      <p:sp>
        <p:nvSpPr>
          <p:cNvPr id="22" name="">
            <a:extLst>
              <a:ext uri="{FF2B5EF4-FFF2-40B4-BE49-F238E27FC236}">
                <a16:creationId id="{DD57190C-8A8A-4D93-8A58-7F7CC0C98594}"/>
              </a:ext>
            </a:extLst>
          </p:cNvPr>
          <p:cNvSpPr>
            <a:spLocks noGrp="1"/>
          </p:cNvSpPr>
          <p:nvPr/>
        </p:nvSpPr>
        <p:spPr>
          <a:xfrm>
            <a:off x="1379637" y="3563689"/>
            <a:ext cx="1492597"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Existing methods</a:t>
            </a:r>
          </a:p>
        </p:txBody>
      </p:sp>
      <p:sp>
        <p:nvSpPr>
          <p:cNvPr id="23" name="">
            <a:extLst>
              <a:ext uri="{FF2B5EF4-FFF2-40B4-BE49-F238E27FC236}">
                <a16:creationId id="{B8139ECE-EA07-4609-BB2C-AD28881B1175}"/>
              </a:ext>
            </a:extLst>
          </p:cNvPr>
          <p:cNvSpPr>
            <a:spLocks noGrp="1"/>
          </p:cNvSpPr>
          <p:nvPr/>
        </p:nvSpPr>
        <p:spPr>
          <a:xfrm>
            <a:off x="673298" y="4147542"/>
            <a:ext cx="553938" cy="304800"/>
          </a:xfrm>
          <a:prstGeom prst="rect">
            <a:avLst/>
          </a:prstGeom>
          <a:solidFill>
            <a:srgbClr val="E4EFED"/>
          </a:solidFill>
          <a:ln w="0">
            <a:solidFill>
              <a:srgbClr val="000000">
                <a:alpha val="0"/>
              </a:srgbClr>
            </a:solidFill>
          </a:ln>
        </p:spPr>
      </p:sp>
      <p:sp>
        <p:nvSpPr>
          <p:cNvPr id="24" name="">
            <a:extLst>
              <a:ext uri="{FF2B5EF4-FFF2-40B4-BE49-F238E27FC236}">
                <a16:creationId id="{B7811E84-E6ED-4ABC-9254-2775AB6C7077}"/>
              </a:ext>
            </a:extLst>
          </p:cNvPr>
          <p:cNvSpPr>
            <a:spLocks noGrp="1"/>
          </p:cNvSpPr>
          <p:nvPr/>
        </p:nvSpPr>
        <p:spPr>
          <a:xfrm>
            <a:off x="749498" y="4223742"/>
            <a:ext cx="496788" cy="18097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20272D"/>
                </a:solidFill>
              </a:rPr>
              <a:t>TC-05</a:t>
            </a:r>
          </a:p>
        </p:txBody>
      </p:sp>
      <p:sp>
        <p:nvSpPr>
          <p:cNvPr id="25" name="">
            <a:extLst>
              <a:ext uri="{FF2B5EF4-FFF2-40B4-BE49-F238E27FC236}">
                <a16:creationId id="{520A01DC-319C-4235-8172-8B422116AFA8}"/>
              </a:ext>
            </a:extLst>
          </p:cNvPr>
          <p:cNvSpPr>
            <a:spLocks noGrp="1"/>
          </p:cNvSpPr>
          <p:nvPr/>
        </p:nvSpPr>
        <p:spPr>
          <a:xfrm>
            <a:off x="1379637" y="4184749"/>
            <a:ext cx="1220242"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Wrong history</a:t>
            </a:r>
          </a:p>
        </p:txBody>
      </p:sp>
      <p:sp>
        <p:nvSpPr>
          <p:cNvPr id="26" name="">
            <a:extLst>
              <a:ext uri="{FF2B5EF4-FFF2-40B4-BE49-F238E27FC236}">
                <a16:creationId id="{50227FB0-CFAE-4DDA-A121-05031DD5EC5D}"/>
              </a:ext>
            </a:extLst>
          </p:cNvPr>
          <p:cNvSpPr>
            <a:spLocks noGrp="1"/>
          </p:cNvSpPr>
          <p:nvPr/>
        </p:nvSpPr>
        <p:spPr>
          <a:xfrm>
            <a:off x="673298" y="4768602"/>
            <a:ext cx="553938" cy="304800"/>
          </a:xfrm>
          <a:prstGeom prst="rect">
            <a:avLst/>
          </a:prstGeom>
          <a:solidFill>
            <a:srgbClr val="E4EFED"/>
          </a:solidFill>
          <a:ln w="0">
            <a:solidFill>
              <a:srgbClr val="000000">
                <a:alpha val="0"/>
              </a:srgbClr>
            </a:solidFill>
          </a:ln>
        </p:spPr>
      </p:sp>
      <p:sp>
        <p:nvSpPr>
          <p:cNvPr id="27" name="">
            <a:extLst>
              <a:ext uri="{FF2B5EF4-FFF2-40B4-BE49-F238E27FC236}">
                <a16:creationId id="{09331304-BE05-4ED5-A016-03E66671EFC4}"/>
              </a:ext>
            </a:extLst>
          </p:cNvPr>
          <p:cNvSpPr>
            <a:spLocks noGrp="1"/>
          </p:cNvSpPr>
          <p:nvPr/>
        </p:nvSpPr>
        <p:spPr>
          <a:xfrm>
            <a:off x="749498" y="4844802"/>
            <a:ext cx="496788" cy="18097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20272D"/>
                </a:solidFill>
              </a:rPr>
              <a:t>TC-06</a:t>
            </a:r>
          </a:p>
        </p:txBody>
      </p:sp>
      <p:sp>
        <p:nvSpPr>
          <p:cNvPr id="28" name="">
            <a:extLst>
              <a:ext uri="{FF2B5EF4-FFF2-40B4-BE49-F238E27FC236}">
                <a16:creationId id="{31F4E433-C408-4998-A69F-85F494C48CEE}"/>
              </a:ext>
            </a:extLst>
          </p:cNvPr>
          <p:cNvSpPr>
            <a:spLocks noGrp="1"/>
          </p:cNvSpPr>
          <p:nvPr/>
        </p:nvSpPr>
        <p:spPr>
          <a:xfrm>
            <a:off x="1379637" y="4805809"/>
            <a:ext cx="1156395"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Wrong image</a:t>
            </a:r>
          </a:p>
        </p:txBody>
      </p:sp>
      <p:sp>
        <p:nvSpPr>
          <p:cNvPr id="29" name="">
            <a:extLst>
              <a:ext uri="{FF2B5EF4-FFF2-40B4-BE49-F238E27FC236}">
                <a16:creationId id="{B81E1BA1-4777-4EA6-9795-19A1AE9CECF7}"/>
              </a:ext>
            </a:extLst>
          </p:cNvPr>
          <p:cNvSpPr>
            <a:spLocks noGrp="1"/>
          </p:cNvSpPr>
          <p:nvPr/>
        </p:nvSpPr>
        <p:spPr>
          <a:xfrm>
            <a:off x="7858125" y="1990725"/>
            <a:ext cx="9525" cy="3188494"/>
          </a:xfrm>
          <a:prstGeom prst="rect">
            <a:avLst/>
          </a:prstGeom>
          <a:solidFill>
            <a:srgbClr val="D6DCD9"/>
          </a:solidFill>
          <a:ln w="0">
            <a:solidFill>
              <a:srgbClr val="000000">
                <a:alpha val="0"/>
              </a:srgbClr>
            </a:solidFill>
          </a:ln>
        </p:spPr>
      </p:sp>
      <p:sp>
        <p:nvSpPr>
          <p:cNvPr id="30" name="">
            <a:extLst>
              <a:ext uri="{FF2B5EF4-FFF2-40B4-BE49-F238E27FC236}">
                <a16:creationId id="{10C1D16D-C4AF-4AF0-A62A-8878AE7B677F}"/>
              </a:ext>
            </a:extLst>
          </p:cNvPr>
          <p:cNvSpPr>
            <a:spLocks noGrp="1"/>
          </p:cNvSpPr>
          <p:nvPr/>
        </p:nvSpPr>
        <p:spPr>
          <a:xfrm>
            <a:off x="4324350" y="1990725"/>
            <a:ext cx="668834" cy="257175"/>
          </a:xfrm>
          <a:prstGeom prst="rect">
            <a:avLst/>
          </a:prstGeom>
          <a:solidFill>
            <a:srgbClr val="000000">
              <a:alpha val="0"/>
            </a:srgbClr>
          </a:solidFill>
          <a:ln w="0">
            <a:solidFill>
              <a:srgbClr val="000000">
                <a:alpha val="0"/>
              </a:srgbClr>
            </a:solidFill>
          </a:ln>
        </p:spPr>
        <p:txBody>
          <a:bodyPr lIns="0" tIns="0" rIns="0" bIns="0" anchor="ctr"/>
          <a:lstStyle/>
          <a:p>
            <a:r>
              <a:rPr sz="1365" b="0">
                <a:solidFill>
                  <a:srgbClr val="68727A"/>
                </a:solidFill>
              </a:rPr>
              <a:t>FR-02</a:t>
            </a:r>
          </a:p>
        </p:txBody>
      </p:sp>
      <p:sp>
        <p:nvSpPr>
          <p:cNvPr id="31" name="">
            <a:extLst>
              <a:ext uri="{FF2B5EF4-FFF2-40B4-BE49-F238E27FC236}">
                <a16:creationId id="{AFC71988-8F6B-489C-B70E-496C92324D12}"/>
              </a:ext>
            </a:extLst>
          </p:cNvPr>
          <p:cNvSpPr>
            <a:spLocks noGrp="1"/>
          </p:cNvSpPr>
          <p:nvPr/>
        </p:nvSpPr>
        <p:spPr>
          <a:xfrm>
            <a:off x="4324350" y="2295525"/>
            <a:ext cx="1710333"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Unseen users</a:t>
            </a:r>
          </a:p>
        </p:txBody>
      </p:sp>
      <p:sp>
        <p:nvSpPr>
          <p:cNvPr id="32" name="">
            <a:extLst>
              <a:ext uri="{FF2B5EF4-FFF2-40B4-BE49-F238E27FC236}">
                <a16:creationId id="{BFD89AC9-9C94-44B9-9486-FBEBDD3B88A6}"/>
              </a:ext>
            </a:extLst>
          </p:cNvPr>
          <p:cNvSpPr>
            <a:spLocks noGrp="1"/>
          </p:cNvSpPr>
          <p:nvPr/>
        </p:nvSpPr>
        <p:spPr>
          <a:xfrm>
            <a:off x="4559498" y="2905423"/>
            <a:ext cx="553938" cy="304800"/>
          </a:xfrm>
          <a:prstGeom prst="rect">
            <a:avLst/>
          </a:prstGeom>
          <a:solidFill>
            <a:srgbClr val="E4EFED"/>
          </a:solidFill>
          <a:ln w="0">
            <a:solidFill>
              <a:srgbClr val="000000">
                <a:alpha val="0"/>
              </a:srgbClr>
            </a:solidFill>
          </a:ln>
        </p:spPr>
      </p:sp>
      <p:sp>
        <p:nvSpPr>
          <p:cNvPr id="33" name="">
            <a:extLst>
              <a:ext uri="{FF2B5EF4-FFF2-40B4-BE49-F238E27FC236}">
                <a16:creationId id="{68EA4622-52D2-431A-B9CD-42AEF01F01A7}"/>
              </a:ext>
            </a:extLst>
          </p:cNvPr>
          <p:cNvSpPr>
            <a:spLocks noGrp="1"/>
          </p:cNvSpPr>
          <p:nvPr/>
        </p:nvSpPr>
        <p:spPr>
          <a:xfrm>
            <a:off x="4635698" y="2981623"/>
            <a:ext cx="496788" cy="18097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20272D"/>
                </a:solidFill>
              </a:rPr>
              <a:t>TC-03</a:t>
            </a:r>
          </a:p>
        </p:txBody>
      </p:sp>
      <p:sp>
        <p:nvSpPr>
          <p:cNvPr id="34" name="">
            <a:extLst>
              <a:ext uri="{FF2B5EF4-FFF2-40B4-BE49-F238E27FC236}">
                <a16:creationId id="{3D76E7C0-0588-4AE3-96B2-6BF6EF6BEDA3}"/>
              </a:ext>
            </a:extLst>
          </p:cNvPr>
          <p:cNvSpPr>
            <a:spLocks noGrp="1"/>
          </p:cNvSpPr>
          <p:nvPr/>
        </p:nvSpPr>
        <p:spPr>
          <a:xfrm>
            <a:off x="5265837" y="2942630"/>
            <a:ext cx="1541711"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Held-out Expert E</a:t>
            </a:r>
          </a:p>
        </p:txBody>
      </p:sp>
      <p:sp>
        <p:nvSpPr>
          <p:cNvPr id="35" name="">
            <a:extLst>
              <a:ext uri="{FF2B5EF4-FFF2-40B4-BE49-F238E27FC236}">
                <a16:creationId id="{BDBF55D6-DC7B-4618-A757-B6761E2FF1EB}"/>
              </a:ext>
            </a:extLst>
          </p:cNvPr>
          <p:cNvSpPr>
            <a:spLocks noGrp="1"/>
          </p:cNvSpPr>
          <p:nvPr/>
        </p:nvSpPr>
        <p:spPr>
          <a:xfrm>
            <a:off x="4559498" y="3526482"/>
            <a:ext cx="553938" cy="304800"/>
          </a:xfrm>
          <a:prstGeom prst="rect">
            <a:avLst/>
          </a:prstGeom>
          <a:solidFill>
            <a:srgbClr val="E4EFED"/>
          </a:solidFill>
          <a:ln w="0">
            <a:solidFill>
              <a:srgbClr val="000000">
                <a:alpha val="0"/>
              </a:srgbClr>
            </a:solidFill>
          </a:ln>
        </p:spPr>
      </p:sp>
      <p:sp>
        <p:nvSpPr>
          <p:cNvPr id="36" name="">
            <a:extLst>
              <a:ext uri="{FF2B5EF4-FFF2-40B4-BE49-F238E27FC236}">
                <a16:creationId id="{4016A9E3-ADD9-46EC-86F7-CAFC704BBD2C}"/>
              </a:ext>
            </a:extLst>
          </p:cNvPr>
          <p:cNvSpPr>
            <a:spLocks noGrp="1"/>
          </p:cNvSpPr>
          <p:nvPr/>
        </p:nvSpPr>
        <p:spPr>
          <a:xfrm>
            <a:off x="4635698" y="3602682"/>
            <a:ext cx="496788" cy="18097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20272D"/>
                </a:solidFill>
              </a:rPr>
              <a:t>TC-04</a:t>
            </a:r>
          </a:p>
        </p:txBody>
      </p:sp>
      <p:sp>
        <p:nvSpPr>
          <p:cNvPr id="37" name="">
            <a:extLst>
              <a:ext uri="{FF2B5EF4-FFF2-40B4-BE49-F238E27FC236}">
                <a16:creationId id="{1642676C-B652-4BF0-BEC8-369CC0757608}"/>
              </a:ext>
            </a:extLst>
          </p:cNvPr>
          <p:cNvSpPr>
            <a:spLocks noGrp="1"/>
          </p:cNvSpPr>
          <p:nvPr/>
        </p:nvSpPr>
        <p:spPr>
          <a:xfrm>
            <a:off x="5265837" y="3563689"/>
            <a:ext cx="1288703"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50 PPSD users</a:t>
            </a:r>
          </a:p>
        </p:txBody>
      </p:sp>
      <p:sp>
        <p:nvSpPr>
          <p:cNvPr id="38" name="">
            <a:extLst>
              <a:ext uri="{FF2B5EF4-FFF2-40B4-BE49-F238E27FC236}">
                <a16:creationId id="{9A67BA4A-2FCE-4B55-98B3-BE31073654E6}"/>
              </a:ext>
            </a:extLst>
          </p:cNvPr>
          <p:cNvSpPr>
            <a:spLocks noGrp="1"/>
          </p:cNvSpPr>
          <p:nvPr/>
        </p:nvSpPr>
        <p:spPr>
          <a:xfrm>
            <a:off x="8210550" y="1990725"/>
            <a:ext cx="668834" cy="257175"/>
          </a:xfrm>
          <a:prstGeom prst="rect">
            <a:avLst/>
          </a:prstGeom>
          <a:solidFill>
            <a:srgbClr val="000000">
              <a:alpha val="0"/>
            </a:srgbClr>
          </a:solidFill>
          <a:ln w="0">
            <a:solidFill>
              <a:srgbClr val="000000">
                <a:alpha val="0"/>
              </a:srgbClr>
            </a:solidFill>
          </a:ln>
        </p:spPr>
        <p:txBody>
          <a:bodyPr lIns="0" tIns="0" rIns="0" bIns="0" anchor="ctr"/>
          <a:lstStyle/>
          <a:p>
            <a:r>
              <a:rPr sz="1365" b="0">
                <a:solidFill>
                  <a:srgbClr val="68727A"/>
                </a:solidFill>
              </a:rPr>
              <a:t>FR-03</a:t>
            </a:r>
          </a:p>
        </p:txBody>
      </p:sp>
      <p:sp>
        <p:nvSpPr>
          <p:cNvPr id="39" name="">
            <a:extLst>
              <a:ext uri="{FF2B5EF4-FFF2-40B4-BE49-F238E27FC236}">
                <a16:creationId id="{0D6EE9A9-72BF-4A81-80FE-87DBAA10BDBE}"/>
              </a:ext>
            </a:extLst>
          </p:cNvPr>
          <p:cNvSpPr>
            <a:spLocks noGrp="1"/>
          </p:cNvSpPr>
          <p:nvPr/>
        </p:nvSpPr>
        <p:spPr>
          <a:xfrm>
            <a:off x="8210550" y="2295525"/>
            <a:ext cx="2421731"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Multiple candidates</a:t>
            </a:r>
          </a:p>
        </p:txBody>
      </p:sp>
      <p:sp>
        <p:nvSpPr>
          <p:cNvPr id="40" name="">
            <a:extLst>
              <a:ext uri="{FF2B5EF4-FFF2-40B4-BE49-F238E27FC236}">
                <a16:creationId id="{97E9B1C6-5DEE-4A75-BD1E-24E6EA404A2D}"/>
              </a:ext>
            </a:extLst>
          </p:cNvPr>
          <p:cNvSpPr>
            <a:spLocks noGrp="1"/>
          </p:cNvSpPr>
          <p:nvPr/>
        </p:nvSpPr>
        <p:spPr>
          <a:xfrm>
            <a:off x="8445698" y="2905423"/>
            <a:ext cx="553938" cy="304800"/>
          </a:xfrm>
          <a:prstGeom prst="rect">
            <a:avLst/>
          </a:prstGeom>
          <a:solidFill>
            <a:srgbClr val="E4EFED"/>
          </a:solidFill>
          <a:ln w="0">
            <a:solidFill>
              <a:srgbClr val="000000">
                <a:alpha val="0"/>
              </a:srgbClr>
            </a:solidFill>
          </a:ln>
        </p:spPr>
      </p:sp>
      <p:sp>
        <p:nvSpPr>
          <p:cNvPr id="41" name="">
            <a:extLst>
              <a:ext uri="{FF2B5EF4-FFF2-40B4-BE49-F238E27FC236}">
                <a16:creationId id="{5BB6ED7E-5422-4425-98FE-66C6E1E2E35F}"/>
              </a:ext>
            </a:extLst>
          </p:cNvPr>
          <p:cNvSpPr>
            <a:spLocks noGrp="1"/>
          </p:cNvSpPr>
          <p:nvPr/>
        </p:nvSpPr>
        <p:spPr>
          <a:xfrm>
            <a:off x="8521898" y="2981623"/>
            <a:ext cx="496788" cy="18097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20272D"/>
                </a:solidFill>
              </a:rPr>
              <a:t>TC-07</a:t>
            </a:r>
          </a:p>
        </p:txBody>
      </p:sp>
      <p:sp>
        <p:nvSpPr>
          <p:cNvPr id="42" name="">
            <a:extLst>
              <a:ext uri="{FF2B5EF4-FFF2-40B4-BE49-F238E27FC236}">
                <a16:creationId id="{61D6778E-4BDC-4F52-B0D3-0050EBC37B79}"/>
              </a:ext>
            </a:extLst>
          </p:cNvPr>
          <p:cNvSpPr>
            <a:spLocks noGrp="1"/>
          </p:cNvSpPr>
          <p:nvPr/>
        </p:nvSpPr>
        <p:spPr>
          <a:xfrm>
            <a:off x="9152037" y="2942630"/>
            <a:ext cx="2348805"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History-conditioned density</a:t>
            </a:r>
          </a:p>
        </p:txBody>
      </p:sp>
      <p:sp>
        <p:nvSpPr>
          <p:cNvPr id="43" name="">
            <a:extLst>
              <a:ext uri="{FF2B5EF4-FFF2-40B4-BE49-F238E27FC236}">
                <a16:creationId id="{C75FC58B-D694-412D-B2B3-11BCFB101470}"/>
              </a:ext>
            </a:extLst>
          </p:cNvPr>
          <p:cNvSpPr>
            <a:spLocks noGrp="1"/>
          </p:cNvSpPr>
          <p:nvPr/>
        </p:nvSpPr>
        <p:spPr>
          <a:xfrm>
            <a:off x="8445698" y="3526482"/>
            <a:ext cx="553938" cy="304800"/>
          </a:xfrm>
          <a:prstGeom prst="rect">
            <a:avLst/>
          </a:prstGeom>
          <a:solidFill>
            <a:srgbClr val="E4EFED"/>
          </a:solidFill>
          <a:ln w="0">
            <a:solidFill>
              <a:srgbClr val="000000">
                <a:alpha val="0"/>
              </a:srgbClr>
            </a:solidFill>
          </a:ln>
        </p:spPr>
      </p:sp>
      <p:sp>
        <p:nvSpPr>
          <p:cNvPr id="44" name="">
            <a:extLst>
              <a:ext uri="{FF2B5EF4-FFF2-40B4-BE49-F238E27FC236}">
                <a16:creationId id="{6265CB13-55A5-4546-8B2D-A5FEE930F343}"/>
              </a:ext>
            </a:extLst>
          </p:cNvPr>
          <p:cNvSpPr>
            <a:spLocks noGrp="1"/>
          </p:cNvSpPr>
          <p:nvPr/>
        </p:nvSpPr>
        <p:spPr>
          <a:xfrm>
            <a:off x="8521898" y="3602682"/>
            <a:ext cx="496788" cy="18097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20272D"/>
                </a:solidFill>
              </a:rPr>
              <a:t>TC-08</a:t>
            </a:r>
          </a:p>
        </p:txBody>
      </p:sp>
      <p:sp>
        <p:nvSpPr>
          <p:cNvPr id="45" name="">
            <a:extLst>
              <a:ext uri="{FF2B5EF4-FFF2-40B4-BE49-F238E27FC236}">
                <a16:creationId id="{B0649E88-15C5-44E1-AC24-B890E6F8BA9C}"/>
              </a:ext>
            </a:extLst>
          </p:cNvPr>
          <p:cNvSpPr>
            <a:spLocks noGrp="1"/>
          </p:cNvSpPr>
          <p:nvPr/>
        </p:nvSpPr>
        <p:spPr>
          <a:xfrm>
            <a:off x="9152037" y="3563689"/>
            <a:ext cx="1514921"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Top-1 / Best-of-K</a:t>
            </a:r>
          </a:p>
        </p:txBody>
      </p:sp>
      <p:sp>
        <p:nvSpPr>
          <p:cNvPr id="46" name="">
            <a:extLst>
              <a:ext uri="{FF2B5EF4-FFF2-40B4-BE49-F238E27FC236}">
                <a16:creationId id="{18050F9E-4E94-46F5-B95C-0594475A9DDD}"/>
              </a:ext>
            </a:extLst>
          </p:cNvPr>
          <p:cNvSpPr>
            <a:spLocks noGrp="1"/>
          </p:cNvSpPr>
          <p:nvPr/>
        </p:nvSpPr>
        <p:spPr>
          <a:xfrm>
            <a:off x="8445698" y="4147542"/>
            <a:ext cx="553938" cy="304800"/>
          </a:xfrm>
          <a:prstGeom prst="rect">
            <a:avLst/>
          </a:prstGeom>
          <a:solidFill>
            <a:srgbClr val="E4EFED"/>
          </a:solidFill>
          <a:ln w="0">
            <a:solidFill>
              <a:srgbClr val="000000">
                <a:alpha val="0"/>
              </a:srgbClr>
            </a:solidFill>
          </a:ln>
        </p:spPr>
      </p:sp>
      <p:sp>
        <p:nvSpPr>
          <p:cNvPr id="47" name="">
            <a:extLst>
              <a:ext uri="{FF2B5EF4-FFF2-40B4-BE49-F238E27FC236}">
                <a16:creationId id="{830F0FBB-0EBB-489C-9C98-8D02F3D95671}"/>
              </a:ext>
            </a:extLst>
          </p:cNvPr>
          <p:cNvSpPr>
            <a:spLocks noGrp="1"/>
          </p:cNvSpPr>
          <p:nvPr/>
        </p:nvSpPr>
        <p:spPr>
          <a:xfrm>
            <a:off x="8521898" y="4223742"/>
            <a:ext cx="496788" cy="18097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20272D"/>
                </a:solidFill>
              </a:rPr>
              <a:t>TC-09</a:t>
            </a:r>
          </a:p>
        </p:txBody>
      </p:sp>
      <p:sp>
        <p:nvSpPr>
          <p:cNvPr id="48" name="">
            <a:extLst>
              <a:ext uri="{FF2B5EF4-FFF2-40B4-BE49-F238E27FC236}">
                <a16:creationId id="{88EF6C8C-C8A6-4AEB-96A2-7E190FD52CD8}"/>
              </a:ext>
            </a:extLst>
          </p:cNvPr>
          <p:cNvSpPr>
            <a:spLocks noGrp="1"/>
          </p:cNvSpPr>
          <p:nvPr/>
        </p:nvSpPr>
        <p:spPr>
          <a:xfrm>
            <a:off x="9152037" y="4184749"/>
            <a:ext cx="2006798"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20272D"/>
                </a:solidFill>
              </a:rPr>
              <a:t>Candidate comparisons</a:t>
            </a:r>
          </a:p>
        </p:txBody>
      </p:sp>
      <p:sp>
        <p:nvSpPr>
          <p:cNvPr id="49" name="">
            <a:extLst>
              <a:ext uri="{FF2B5EF4-FFF2-40B4-BE49-F238E27FC236}">
                <a16:creationId id="{1E8EEA52-BC7F-4A1F-AEF7-84CF514E45F2}"/>
              </a:ext>
            </a:extLst>
          </p:cNvPr>
          <p:cNvSpPr>
            <a:spLocks noGrp="1"/>
          </p:cNvSpPr>
          <p:nvPr/>
        </p:nvSpPr>
        <p:spPr>
          <a:xfrm>
            <a:off x="438150" y="5341739"/>
            <a:ext cx="11315700" cy="9525"/>
          </a:xfrm>
          <a:prstGeom prst="rect">
            <a:avLst/>
          </a:prstGeom>
          <a:solidFill>
            <a:srgbClr val="20272D"/>
          </a:solidFill>
          <a:ln w="0">
            <a:solidFill>
              <a:srgbClr val="000000">
                <a:alpha val="0"/>
              </a:srgbClr>
            </a:solidFill>
          </a:ln>
        </p:spPr>
      </p:sp>
      <p:sp>
        <p:nvSpPr>
          <p:cNvPr id="50" name="">
            <a:extLst>
              <a:ext uri="{FF2B5EF4-FFF2-40B4-BE49-F238E27FC236}">
                <a16:creationId id="{DA8FEAF8-EA4C-4F59-8CF2-05813B6C65D0}"/>
              </a:ext>
            </a:extLst>
          </p:cNvPr>
          <p:cNvSpPr>
            <a:spLocks noGrp="1"/>
          </p:cNvSpPr>
          <p:nvPr/>
        </p:nvSpPr>
        <p:spPr>
          <a:xfrm>
            <a:off x="438150" y="5541764"/>
            <a:ext cx="6238726" cy="266700"/>
          </a:xfrm>
          <a:prstGeom prst="rect">
            <a:avLst/>
          </a:prstGeom>
          <a:solidFill>
            <a:srgbClr val="000000">
              <a:alpha val="0"/>
            </a:srgbClr>
          </a:solidFill>
          <a:ln w="0">
            <a:solidFill>
              <a:srgbClr val="000000">
                <a:alpha val="0"/>
              </a:srgbClr>
            </a:solidFill>
          </a:ln>
        </p:spPr>
        <p:txBody>
          <a:bodyPr lIns="0" tIns="0" rIns="0" bIns="0" anchor="ctr"/>
          <a:lstStyle/>
          <a:p>
            <a:r>
              <a:rPr sz="1365" b="0">
                <a:solidFill>
                  <a:srgbClr val="20272D"/>
                </a:solidFill>
              </a:rPr>
              <a:t>Prediction → held-out evaluation → conditioning and candidate analysis</a:t>
            </a:r>
          </a:p>
        </p:txBody>
      </p:sp>
      <p:sp>
        <p:nvSpPr>
          <p:cNvPr id="51" name="">
            <a:extLst>
              <a:ext uri="{FF2B5EF4-FFF2-40B4-BE49-F238E27FC236}">
                <a16:creationId id="{04B98E00-B68C-405D-B0D9-D3255A34E45E}"/>
              </a:ext>
            </a:extLst>
          </p:cNvPr>
          <p:cNvSpPr>
            <a:spLocks noGrp="1"/>
          </p:cNvSpPr>
          <p:nvPr/>
        </p:nvSpPr>
        <p:spPr>
          <a:xfrm>
            <a:off x="438150" y="6037064"/>
            <a:ext cx="6638032"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Nine experimental checks evaluate automatic retouching, unseen-user adaptation and multimodal prediction.</a:t>
            </a:r>
          </a:p>
        </p:txBody>
      </p:sp>
      <p:sp>
        <p:nvSpPr>
          <p:cNvPr id="52" name="">
            <a:extLst>
              <a:ext uri="{FF2B5EF4-FFF2-40B4-BE49-F238E27FC236}">
                <a16:creationId id="{A11D6229-5A3C-41BF-877B-6D893339B44F}"/>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53" name="">
            <a:extLst>
              <a:ext uri="{FF2B5EF4-FFF2-40B4-BE49-F238E27FC236}">
                <a16:creationId id="{661906CE-C571-4EB2-86A5-19E16862BECD}"/>
              </a:ext>
            </a:extLst>
          </p:cNvPr>
          <p:cNvSpPr>
            <a:spLocks noGrp="1"/>
          </p:cNvSpPr>
          <p:nvPr/>
        </p:nvSpPr>
        <p:spPr>
          <a:xfrm>
            <a:off x="438150" y="6480870"/>
            <a:ext cx="908298"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3.3.3</a:t>
            </a:r>
          </a:p>
        </p:txBody>
      </p:sp>
      <p:sp>
        <p:nvSpPr>
          <p:cNvPr id="54" name="">
            <a:extLst>
              <a:ext uri="{FF2B5EF4-FFF2-40B4-BE49-F238E27FC236}">
                <a16:creationId id="{720ADBDE-BD9D-45AE-92B0-84A60B2349C5}"/>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15 / 25</a:t>
            </a:r>
          </a:p>
        </p:txBody>
      </p:sp>
      <p:sp>
        <p:nvSpPr>
          <p:cNvPr id="55" name="">
            <a:extLst>
              <a:ext uri="{FF2B5EF4-FFF2-40B4-BE49-F238E27FC236}">
                <a16:creationId id="{18D6F600-DD26-4D63-854B-01873A1D35EC}"/>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3:creationId val="581126921"/>
      </p:ext>
    </p:extLst>
  </p:cSld>
</p:sld>
</file>

<file path=ppt/slides/slide16.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835848A6-A2A7-4334-8473-B733CBF71868}"/>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F3E16523-0FC5-4272-84ED-47C8D5855C5E}"/>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8876E643-CA5B-40D5-8970-E9507C77FDA1}"/>
              </a:ext>
            </a:extLst>
          </p:cNvPr>
          <p:cNvSpPr>
            <a:spLocks noGrp="1"/>
          </p:cNvSpPr>
          <p:nvPr/>
        </p:nvSpPr>
        <p:spPr>
          <a:xfrm>
            <a:off x="660648" y="328613"/>
            <a:ext cx="372666" cy="342900"/>
          </a:xfrm>
          <a:prstGeom prst="rect">
            <a:avLst/>
          </a:prstGeom>
          <a:solidFill>
            <a:srgbClr val="F3DF4F"/>
          </a:solidFill>
          <a:ln w="0">
            <a:solidFill>
              <a:srgbClr val="000000">
                <a:alpha val="0"/>
              </a:srgbClr>
            </a:solidFill>
          </a:ln>
        </p:spPr>
      </p:sp>
      <p:sp>
        <p:nvSpPr>
          <p:cNvPr id="5" name="">
            <a:extLst>
              <a:ext uri="{FF2B5EF4-FFF2-40B4-BE49-F238E27FC236}">
                <a16:creationId id="{D720DEEA-1AD9-4992-933F-54A3D643CFC5}"/>
              </a:ext>
            </a:extLst>
          </p:cNvPr>
          <p:cNvSpPr>
            <a:spLocks noGrp="1"/>
          </p:cNvSpPr>
          <p:nvPr/>
        </p:nvSpPr>
        <p:spPr>
          <a:xfrm>
            <a:off x="746373" y="347663"/>
            <a:ext cx="296466"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16</a:t>
            </a:r>
          </a:p>
        </p:txBody>
      </p:sp>
      <p:sp>
        <p:nvSpPr>
          <p:cNvPr id="6" name="">
            <a:extLst>
              <a:ext uri="{FF2B5EF4-FFF2-40B4-BE49-F238E27FC236}">
                <a16:creationId id="{CB8A50B4-D8FC-4F2D-9504-3A2EDF3A443D}"/>
              </a:ext>
            </a:extLst>
          </p:cNvPr>
          <p:cNvSpPr>
            <a:spLocks noGrp="1"/>
          </p:cNvSpPr>
          <p:nvPr/>
        </p:nvSpPr>
        <p:spPr>
          <a:xfrm>
            <a:off x="1214289" y="242292"/>
            <a:ext cx="6472238"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Retouching space reconstruction evaluation</a:t>
            </a:r>
          </a:p>
        </p:txBody>
      </p:sp>
      <p:sp>
        <p:nvSpPr>
          <p:cNvPr id="7" name="">
            <a:extLst>
              <a:ext uri="{FF2B5EF4-FFF2-40B4-BE49-F238E27FC236}">
                <a16:creationId id="{BD02DB9C-3E2D-44C3-97C1-66216D36B208}"/>
              </a:ext>
            </a:extLst>
          </p:cNvPr>
          <p:cNvSpPr>
            <a:spLocks noGrp="1"/>
          </p:cNvSpPr>
          <p:nvPr/>
        </p:nvSpPr>
        <p:spPr>
          <a:xfrm>
            <a:off x="438150" y="1057275"/>
            <a:ext cx="3517850" cy="19050"/>
          </a:xfrm>
          <a:prstGeom prst="rect">
            <a:avLst/>
          </a:prstGeom>
          <a:solidFill>
            <a:srgbClr val="20272D"/>
          </a:solidFill>
          <a:ln w="0">
            <a:solidFill>
              <a:srgbClr val="000000">
                <a:alpha val="0"/>
              </a:srgbClr>
            </a:solidFill>
          </a:ln>
        </p:spPr>
      </p:sp>
      <p:sp>
        <p:nvSpPr>
          <p:cNvPr id="8" name="">
            <a:extLst>
              <a:ext uri="{FF2B5EF4-FFF2-40B4-BE49-F238E27FC236}">
                <a16:creationId id="{54E7C34D-88B2-418C-80E0-CEF3F1B7219B}"/>
              </a:ext>
            </a:extLst>
          </p:cNvPr>
          <p:cNvSpPr>
            <a:spLocks noGrp="1"/>
          </p:cNvSpPr>
          <p:nvPr/>
        </p:nvSpPr>
        <p:spPr>
          <a:xfrm>
            <a:off x="438150" y="1085850"/>
            <a:ext cx="1186160" cy="733425"/>
          </a:xfrm>
          <a:prstGeom prst="rect">
            <a:avLst/>
          </a:prstGeom>
          <a:solidFill>
            <a:srgbClr val="000000">
              <a:alpha val="0"/>
            </a:srgbClr>
          </a:solidFill>
          <a:ln w="0">
            <a:solidFill>
              <a:srgbClr val="000000">
                <a:alpha val="0"/>
              </a:srgbClr>
            </a:solidFill>
          </a:ln>
        </p:spPr>
        <p:txBody>
          <a:bodyPr lIns="0" tIns="0" rIns="0" bIns="0" anchor="ctr"/>
          <a:lstStyle/>
          <a:p>
            <a:r>
              <a:rPr sz="3208" b="1">
                <a:solidFill>
                  <a:srgbClr val="20272D"/>
                </a:solidFill>
              </a:rPr>
              <a:t>28.5 </a:t>
            </a:r>
          </a:p>
        </p:txBody>
      </p:sp>
      <p:sp>
        <p:nvSpPr>
          <p:cNvPr id="9" name="">
            <a:extLst>
              <a:ext uri="{FF2B5EF4-FFF2-40B4-BE49-F238E27FC236}">
                <a16:creationId id="{5A2A366C-8B96-4FF2-B5F9-C539531AE5BC}"/>
              </a:ext>
            </a:extLst>
          </p:cNvPr>
          <p:cNvSpPr>
            <a:spLocks noGrp="1"/>
          </p:cNvSpPr>
          <p:nvPr/>
        </p:nvSpPr>
        <p:spPr>
          <a:xfrm>
            <a:off x="1529060" y="1323975"/>
            <a:ext cx="395288" cy="400050"/>
          </a:xfrm>
          <a:prstGeom prst="rect">
            <a:avLst/>
          </a:prstGeom>
          <a:solidFill>
            <a:srgbClr val="000000">
              <a:alpha val="0"/>
            </a:srgbClr>
          </a:solidFill>
          <a:ln w="0">
            <a:solidFill>
              <a:srgbClr val="000000">
                <a:alpha val="0"/>
              </a:srgbClr>
            </a:solidFill>
          </a:ln>
        </p:spPr>
        <p:txBody>
          <a:bodyPr lIns="0" tIns="0" rIns="0" bIns="0" anchor="ctr"/>
          <a:lstStyle/>
          <a:p>
            <a:r>
              <a:rPr sz="1706" b="1">
                <a:solidFill>
                  <a:srgbClr val="20272D"/>
                </a:solidFill>
              </a:rPr>
              <a:t>dB</a:t>
            </a:r>
          </a:p>
        </p:txBody>
      </p:sp>
      <p:sp>
        <p:nvSpPr>
          <p:cNvPr id="10" name="">
            <a:extLst>
              <a:ext uri="{FF2B5EF4-FFF2-40B4-BE49-F238E27FC236}">
                <a16:creationId id="{255D2D1A-D12A-4E0A-8E83-993EFD2E3ABF}"/>
              </a:ext>
            </a:extLst>
          </p:cNvPr>
          <p:cNvSpPr>
            <a:spLocks noGrp="1"/>
          </p:cNvSpPr>
          <p:nvPr/>
        </p:nvSpPr>
        <p:spPr>
          <a:xfrm>
            <a:off x="438150" y="1771650"/>
            <a:ext cx="2155478"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FiveK reconstruction PSNR</a:t>
            </a:r>
          </a:p>
        </p:txBody>
      </p:sp>
      <p:sp>
        <p:nvSpPr>
          <p:cNvPr id="11" name="">
            <a:extLst>
              <a:ext uri="{FF2B5EF4-FFF2-40B4-BE49-F238E27FC236}">
                <a16:creationId id="{A2E0C36E-C9F7-4F44-9E95-C24A4058D3AB}"/>
              </a:ext>
            </a:extLst>
          </p:cNvPr>
          <p:cNvSpPr>
            <a:spLocks noGrp="1"/>
          </p:cNvSpPr>
          <p:nvPr/>
        </p:nvSpPr>
        <p:spPr>
          <a:xfrm>
            <a:off x="4337000" y="1057275"/>
            <a:ext cx="3517850" cy="19050"/>
          </a:xfrm>
          <a:prstGeom prst="rect">
            <a:avLst/>
          </a:prstGeom>
          <a:solidFill>
            <a:srgbClr val="20272D"/>
          </a:solidFill>
          <a:ln w="0">
            <a:solidFill>
              <a:srgbClr val="000000">
                <a:alpha val="0"/>
              </a:srgbClr>
            </a:solidFill>
          </a:ln>
        </p:spPr>
      </p:sp>
      <p:sp>
        <p:nvSpPr>
          <p:cNvPr id="12" name="">
            <a:extLst>
              <a:ext uri="{FF2B5EF4-FFF2-40B4-BE49-F238E27FC236}">
                <a16:creationId id="{C3B80EE2-9331-4745-8DA1-B4B76F6AB64C}"/>
              </a:ext>
            </a:extLst>
          </p:cNvPr>
          <p:cNvSpPr>
            <a:spLocks noGrp="1"/>
          </p:cNvSpPr>
          <p:nvPr/>
        </p:nvSpPr>
        <p:spPr>
          <a:xfrm>
            <a:off x="4337000" y="1085850"/>
            <a:ext cx="1180951" cy="733425"/>
          </a:xfrm>
          <a:prstGeom prst="rect">
            <a:avLst/>
          </a:prstGeom>
          <a:solidFill>
            <a:srgbClr val="000000">
              <a:alpha val="0"/>
            </a:srgbClr>
          </a:solidFill>
          <a:ln w="0">
            <a:solidFill>
              <a:srgbClr val="000000">
                <a:alpha val="0"/>
              </a:srgbClr>
            </a:solidFill>
          </a:ln>
        </p:spPr>
        <p:txBody>
          <a:bodyPr lIns="0" tIns="0" rIns="0" bIns="0" anchor="ctr"/>
          <a:lstStyle/>
          <a:p>
            <a:r>
              <a:rPr sz="3208" b="1">
                <a:solidFill>
                  <a:srgbClr val="20272D"/>
                </a:solidFill>
              </a:rPr>
              <a:t>28.2 </a:t>
            </a:r>
          </a:p>
        </p:txBody>
      </p:sp>
      <p:sp>
        <p:nvSpPr>
          <p:cNvPr id="13" name="">
            <a:extLst>
              <a:ext uri="{FF2B5EF4-FFF2-40B4-BE49-F238E27FC236}">
                <a16:creationId id="{52C1BA9B-D21F-49A2-93F7-5225C5472541}"/>
              </a:ext>
            </a:extLst>
          </p:cNvPr>
          <p:cNvSpPr>
            <a:spLocks noGrp="1"/>
          </p:cNvSpPr>
          <p:nvPr/>
        </p:nvSpPr>
        <p:spPr>
          <a:xfrm>
            <a:off x="5422702" y="1323975"/>
            <a:ext cx="395288" cy="400050"/>
          </a:xfrm>
          <a:prstGeom prst="rect">
            <a:avLst/>
          </a:prstGeom>
          <a:solidFill>
            <a:srgbClr val="000000">
              <a:alpha val="0"/>
            </a:srgbClr>
          </a:solidFill>
          <a:ln w="0">
            <a:solidFill>
              <a:srgbClr val="000000">
                <a:alpha val="0"/>
              </a:srgbClr>
            </a:solidFill>
          </a:ln>
        </p:spPr>
        <p:txBody>
          <a:bodyPr lIns="0" tIns="0" rIns="0" bIns="0" anchor="ctr"/>
          <a:lstStyle/>
          <a:p>
            <a:r>
              <a:rPr sz="1706" b="1">
                <a:solidFill>
                  <a:srgbClr val="20272D"/>
                </a:solidFill>
              </a:rPr>
              <a:t>dB</a:t>
            </a:r>
          </a:p>
        </p:txBody>
      </p:sp>
      <p:sp>
        <p:nvSpPr>
          <p:cNvPr id="14" name="">
            <a:extLst>
              <a:ext uri="{FF2B5EF4-FFF2-40B4-BE49-F238E27FC236}">
                <a16:creationId id="{46E0905A-E548-4304-B55C-DBA3846234C7}"/>
              </a:ext>
            </a:extLst>
          </p:cNvPr>
          <p:cNvSpPr>
            <a:spLocks noGrp="1"/>
          </p:cNvSpPr>
          <p:nvPr/>
        </p:nvSpPr>
        <p:spPr>
          <a:xfrm>
            <a:off x="4337000" y="1771650"/>
            <a:ext cx="2153394"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PPSD reconstruction PSNR</a:t>
            </a:r>
          </a:p>
        </p:txBody>
      </p:sp>
      <p:sp>
        <p:nvSpPr>
          <p:cNvPr id="15" name="">
            <a:extLst>
              <a:ext uri="{FF2B5EF4-FFF2-40B4-BE49-F238E27FC236}">
                <a16:creationId id="{72880DA3-3AE1-425A-88CF-BE6DCA349563}"/>
              </a:ext>
            </a:extLst>
          </p:cNvPr>
          <p:cNvSpPr>
            <a:spLocks noGrp="1"/>
          </p:cNvSpPr>
          <p:nvPr/>
        </p:nvSpPr>
        <p:spPr>
          <a:xfrm>
            <a:off x="8235851" y="1057275"/>
            <a:ext cx="3517999" cy="19050"/>
          </a:xfrm>
          <a:prstGeom prst="rect">
            <a:avLst/>
          </a:prstGeom>
          <a:solidFill>
            <a:srgbClr val="20272D"/>
          </a:solidFill>
          <a:ln w="0">
            <a:solidFill>
              <a:srgbClr val="000000">
                <a:alpha val="0"/>
              </a:srgbClr>
            </a:solidFill>
          </a:ln>
        </p:spPr>
      </p:sp>
      <p:sp>
        <p:nvSpPr>
          <p:cNvPr id="16" name="">
            <a:extLst>
              <a:ext uri="{FF2B5EF4-FFF2-40B4-BE49-F238E27FC236}">
                <a16:creationId id="{645B68DB-497F-4882-9D96-3D6112CCA729}"/>
              </a:ext>
            </a:extLst>
          </p:cNvPr>
          <p:cNvSpPr>
            <a:spLocks noGrp="1"/>
          </p:cNvSpPr>
          <p:nvPr/>
        </p:nvSpPr>
        <p:spPr>
          <a:xfrm>
            <a:off x="8235851" y="1085850"/>
            <a:ext cx="672703" cy="733425"/>
          </a:xfrm>
          <a:prstGeom prst="rect">
            <a:avLst/>
          </a:prstGeom>
          <a:solidFill>
            <a:srgbClr val="000000">
              <a:alpha val="0"/>
            </a:srgbClr>
          </a:solidFill>
          <a:ln w="0">
            <a:solidFill>
              <a:srgbClr val="000000">
                <a:alpha val="0"/>
              </a:srgbClr>
            </a:solidFill>
          </a:ln>
        </p:spPr>
        <p:txBody>
          <a:bodyPr lIns="0" tIns="0" rIns="0" bIns="0" anchor="ctr"/>
          <a:lstStyle/>
          <a:p>
            <a:r>
              <a:rPr sz="3208" b="1">
                <a:solidFill>
                  <a:srgbClr val="20272D"/>
                </a:solidFill>
              </a:rPr>
              <a:t>3D</a:t>
            </a:r>
          </a:p>
        </p:txBody>
      </p:sp>
      <p:sp>
        <p:nvSpPr>
          <p:cNvPr id="17" name="">
            <a:extLst>
              <a:ext uri="{FF2B5EF4-FFF2-40B4-BE49-F238E27FC236}">
                <a16:creationId id="{1533C137-0F20-4DD6-ADAF-02CFB10F474D}"/>
              </a:ext>
            </a:extLst>
          </p:cNvPr>
          <p:cNvSpPr>
            <a:spLocks noGrp="1"/>
          </p:cNvSpPr>
          <p:nvPr/>
        </p:nvSpPr>
        <p:spPr>
          <a:xfrm>
            <a:off x="8235851" y="1771650"/>
            <a:ext cx="2143125"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Compact retouching space</a:t>
            </a:r>
          </a:p>
        </p:txBody>
      </p:sp>
      <p:pic>
        <p:nvPicPr>
          <p:cNvPr id="18" name=""/>
          <p:cNvPicPr>
            <a:picLocks noChangeAspect="1"/>
          </p:cNvPicPr>
          <p:nvPr/>
        </p:nvPicPr>
        <p:blipFill>
          <a:blip r:embed="Rbd83cb67ea1a4712"/>
          <a:stretch/>
        </p:blipFill>
        <p:spPr>
          <a:xfrm>
            <a:off x="1525961" y="2305794"/>
            <a:ext cx="9140078" cy="3143250"/>
          </a:xfrm>
          <a:prstGeom prst="rect">
            <a:avLst/>
          </a:prstGeom>
        </p:spPr>
      </p:pic>
      <p:sp>
        <p:nvSpPr>
          <p:cNvPr id="19" name="">
            <a:extLst>
              <a:ext uri="{FF2B5EF4-FFF2-40B4-BE49-F238E27FC236}">
                <a16:creationId id="{4C887F40-341B-418E-830C-8FD9D5E093EF}"/>
              </a:ext>
            </a:extLst>
          </p:cNvPr>
          <p:cNvSpPr>
            <a:spLocks noGrp="1"/>
          </p:cNvSpPr>
          <p:nvPr/>
        </p:nvSpPr>
        <p:spPr>
          <a:xfrm>
            <a:off x="438150" y="5744170"/>
            <a:ext cx="11315700" cy="9525"/>
          </a:xfrm>
          <a:prstGeom prst="rect">
            <a:avLst/>
          </a:prstGeom>
          <a:solidFill>
            <a:srgbClr val="D6DCD9"/>
          </a:solidFill>
          <a:ln w="0">
            <a:solidFill>
              <a:srgbClr val="000000">
                <a:alpha val="0"/>
              </a:srgbClr>
            </a:solidFill>
          </a:ln>
        </p:spPr>
      </p:sp>
      <p:sp>
        <p:nvSpPr>
          <p:cNvPr id="20" name="">
            <a:extLst>
              <a:ext uri="{FF2B5EF4-FFF2-40B4-BE49-F238E27FC236}">
                <a16:creationId id="{2573927D-1CDB-4CA0-9D29-B0C65FEFA46F}"/>
              </a:ext>
            </a:extLst>
          </p:cNvPr>
          <p:cNvSpPr>
            <a:spLocks noGrp="1"/>
          </p:cNvSpPr>
          <p:nvPr/>
        </p:nvSpPr>
        <p:spPr>
          <a:xfrm>
            <a:off x="438150" y="5915620"/>
            <a:ext cx="5699224" cy="31432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Preserves substantial global colour and tone information.</a:t>
            </a:r>
          </a:p>
        </p:txBody>
      </p:sp>
      <p:sp>
        <p:nvSpPr>
          <p:cNvPr id="21" name="">
            <a:extLst>
              <a:ext uri="{FF2B5EF4-FFF2-40B4-BE49-F238E27FC236}">
                <a16:creationId id="{EB581B00-3EC0-4087-B577-44DBC574C320}"/>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22" name="">
            <a:extLst>
              <a:ext uri="{FF2B5EF4-FFF2-40B4-BE49-F238E27FC236}">
                <a16:creationId id="{34DA01C0-827E-4F99-B2E1-114BE86A8415}"/>
              </a:ext>
            </a:extLst>
          </p:cNvPr>
          <p:cNvSpPr>
            <a:spLocks noGrp="1"/>
          </p:cNvSpPr>
          <p:nvPr/>
        </p:nvSpPr>
        <p:spPr>
          <a:xfrm>
            <a:off x="438150" y="6480870"/>
            <a:ext cx="803821"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3.4</a:t>
            </a:r>
          </a:p>
        </p:txBody>
      </p:sp>
      <p:sp>
        <p:nvSpPr>
          <p:cNvPr id="23" name="">
            <a:extLst>
              <a:ext uri="{FF2B5EF4-FFF2-40B4-BE49-F238E27FC236}">
                <a16:creationId id="{5512C493-BC65-4D14-9A6C-43EF9DD497AA}"/>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16 / 25</a:t>
            </a:r>
          </a:p>
        </p:txBody>
      </p:sp>
      <p:sp>
        <p:nvSpPr>
          <p:cNvPr id="24" name="">
            <a:extLst>
              <a:ext uri="{FF2B5EF4-FFF2-40B4-BE49-F238E27FC236}">
                <a16:creationId id="{9A99CD4B-A552-4537-801E-D67A5E75C056}"/>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4:creationId val="1071095297"/>
      </p:ext>
    </p:extLst>
  </p:cSld>
</p:sld>
</file>

<file path=ppt/slides/slide17.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A32CDC04-5123-4B0E-88E8-9EBCAA7BB950}"/>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FFA72DCD-17B1-4797-B821-5D07769ADF01}"/>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64F4AE50-F7EC-461F-8FB4-CC7372786651}"/>
              </a:ext>
            </a:extLst>
          </p:cNvPr>
          <p:cNvSpPr>
            <a:spLocks noGrp="1"/>
          </p:cNvSpPr>
          <p:nvPr/>
        </p:nvSpPr>
        <p:spPr>
          <a:xfrm>
            <a:off x="660648" y="328613"/>
            <a:ext cx="354806" cy="342900"/>
          </a:xfrm>
          <a:prstGeom prst="rect">
            <a:avLst/>
          </a:prstGeom>
          <a:solidFill>
            <a:srgbClr val="F3DF4F"/>
          </a:solidFill>
          <a:ln w="0">
            <a:solidFill>
              <a:srgbClr val="000000">
                <a:alpha val="0"/>
              </a:srgbClr>
            </a:solidFill>
          </a:ln>
        </p:spPr>
      </p:sp>
      <p:sp>
        <p:nvSpPr>
          <p:cNvPr id="5" name="">
            <a:extLst>
              <a:ext uri="{FF2B5EF4-FFF2-40B4-BE49-F238E27FC236}">
                <a16:creationId id="{D4A1CD93-1E95-4A65-AE12-8EDDB5EB0E27}"/>
              </a:ext>
            </a:extLst>
          </p:cNvPr>
          <p:cNvSpPr>
            <a:spLocks noGrp="1"/>
          </p:cNvSpPr>
          <p:nvPr/>
        </p:nvSpPr>
        <p:spPr>
          <a:xfrm>
            <a:off x="746373" y="347663"/>
            <a:ext cx="278606"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17</a:t>
            </a:r>
          </a:p>
        </p:txBody>
      </p:sp>
      <p:sp>
        <p:nvSpPr>
          <p:cNvPr id="6" name="">
            <a:extLst>
              <a:ext uri="{FF2B5EF4-FFF2-40B4-BE49-F238E27FC236}">
                <a16:creationId id="{0A1151C6-3773-4EB3-8D25-E404430FF8D3}"/>
              </a:ext>
            </a:extLst>
          </p:cNvPr>
          <p:cNvSpPr>
            <a:spLocks noGrp="1"/>
          </p:cNvSpPr>
          <p:nvPr/>
        </p:nvSpPr>
        <p:spPr>
          <a:xfrm>
            <a:off x="1196429" y="242292"/>
            <a:ext cx="4338786"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Quantitative results on FiveK</a:t>
            </a:r>
          </a:p>
        </p:txBody>
      </p:sp>
      <p:pic>
        <p:nvPicPr>
          <p:cNvPr id="7" name=""/>
          <p:cNvPicPr>
            <a:picLocks noChangeAspect="1"/>
          </p:cNvPicPr>
          <p:nvPr/>
        </p:nvPicPr>
        <p:blipFill>
          <a:blip r:embed="R17bdbf88f9ce4ffe"/>
          <a:stretch/>
        </p:blipFill>
        <p:spPr>
          <a:xfrm>
            <a:off x="439264" y="1130201"/>
            <a:ext cx="550222" cy="552450"/>
          </a:xfrm>
          <a:prstGeom prst="rect">
            <a:avLst/>
          </a:prstGeom>
        </p:spPr>
      </p:pic>
      <p:sp>
        <p:nvSpPr>
          <p:cNvPr id="8" name="">
            <a:extLst>
              <a:ext uri="{FF2B5EF4-FFF2-40B4-BE49-F238E27FC236}">
                <a16:creationId id="{7087F742-407D-4015-8C97-0E8848C3B10F}"/>
              </a:ext>
            </a:extLst>
          </p:cNvPr>
          <p:cNvSpPr>
            <a:spLocks noGrp="1"/>
          </p:cNvSpPr>
          <p:nvPr/>
        </p:nvSpPr>
        <p:spPr>
          <a:xfrm>
            <a:off x="1133475" y="1106835"/>
            <a:ext cx="3897213" cy="361950"/>
          </a:xfrm>
          <a:prstGeom prst="rect">
            <a:avLst/>
          </a:prstGeom>
          <a:solidFill>
            <a:srgbClr val="000000">
              <a:alpha val="0"/>
            </a:srgbClr>
          </a:solidFill>
          <a:ln w="0">
            <a:solidFill>
              <a:srgbClr val="000000">
                <a:alpha val="0"/>
              </a:srgbClr>
            </a:solidFill>
          </a:ln>
        </p:spPr>
        <p:txBody>
          <a:bodyPr lIns="0" tIns="0" rIns="0" bIns="0" anchor="ctr"/>
          <a:lstStyle/>
          <a:p>
            <a:r>
              <a:rPr sz="1502" b="1">
                <a:solidFill>
                  <a:srgbClr val="20272D"/>
                </a:solidFill>
              </a:rPr>
              <a:t>Same image · different expert histories</a:t>
            </a:r>
          </a:p>
        </p:txBody>
      </p:sp>
      <p:sp>
        <p:nvSpPr>
          <p:cNvPr id="9" name="">
            <a:extLst>
              <a:ext uri="{FF2B5EF4-FFF2-40B4-BE49-F238E27FC236}">
                <a16:creationId id="{D0E70AC1-0EF1-456D-80E5-9F03C9F6967C}"/>
              </a:ext>
            </a:extLst>
          </p:cNvPr>
          <p:cNvSpPr>
            <a:spLocks noGrp="1"/>
          </p:cNvSpPr>
          <p:nvPr/>
        </p:nvSpPr>
        <p:spPr>
          <a:xfrm>
            <a:off x="1133475" y="1483965"/>
            <a:ext cx="3300413"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Selected training-image diagnostic · not test averages</a:t>
            </a:r>
          </a:p>
        </p:txBody>
      </p:sp>
      <p:sp>
        <p:nvSpPr>
          <p:cNvPr id="10" name="">
            <a:extLst>
              <a:ext uri="{FF2B5EF4-FFF2-40B4-BE49-F238E27FC236}">
                <a16:creationId id="{9464632C-893D-46B7-A65B-B9527F51A326}"/>
              </a:ext>
            </a:extLst>
          </p:cNvPr>
          <p:cNvSpPr>
            <a:spLocks noGrp="1"/>
          </p:cNvSpPr>
          <p:nvPr/>
        </p:nvSpPr>
        <p:spPr>
          <a:xfrm>
            <a:off x="975420" y="1806476"/>
            <a:ext cx="442317"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Target</a:t>
            </a:r>
          </a:p>
        </p:txBody>
      </p:sp>
      <p:sp>
        <p:nvSpPr>
          <p:cNvPr id="11" name="">
            <a:extLst>
              <a:ext uri="{FF2B5EF4-FFF2-40B4-BE49-F238E27FC236}">
                <a16:creationId id="{8E3E9855-D26C-4C77-BF2B-87B160F9A0EA}"/>
              </a:ext>
            </a:extLst>
          </p:cNvPr>
          <p:cNvSpPr>
            <a:spLocks noGrp="1"/>
          </p:cNvSpPr>
          <p:nvPr/>
        </p:nvSpPr>
        <p:spPr>
          <a:xfrm>
            <a:off x="1939379" y="1806476"/>
            <a:ext cx="424160"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Top-1</a:t>
            </a:r>
          </a:p>
        </p:txBody>
      </p:sp>
      <p:sp>
        <p:nvSpPr>
          <p:cNvPr id="12" name="">
            <a:extLst>
              <a:ext uri="{FF2B5EF4-FFF2-40B4-BE49-F238E27FC236}">
                <a16:creationId id="{F8634A7C-9780-411B-ADFD-D911E0D37C0A}"/>
              </a:ext>
            </a:extLst>
          </p:cNvPr>
          <p:cNvSpPr>
            <a:spLocks noGrp="1"/>
          </p:cNvSpPr>
          <p:nvPr/>
        </p:nvSpPr>
        <p:spPr>
          <a:xfrm>
            <a:off x="2844403" y="1806476"/>
            <a:ext cx="524024"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Best-3*</a:t>
            </a:r>
          </a:p>
        </p:txBody>
      </p:sp>
      <p:sp>
        <p:nvSpPr>
          <p:cNvPr id="13" name="">
            <a:extLst>
              <a:ext uri="{FF2B5EF4-FFF2-40B4-BE49-F238E27FC236}">
                <a16:creationId id="{972B6DE5-218F-4463-92B2-05951434478D}"/>
              </a:ext>
            </a:extLst>
          </p:cNvPr>
          <p:cNvSpPr>
            <a:spLocks noGrp="1"/>
          </p:cNvSpPr>
          <p:nvPr/>
        </p:nvSpPr>
        <p:spPr>
          <a:xfrm>
            <a:off x="3799433" y="1806476"/>
            <a:ext cx="524024"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Best-5*</a:t>
            </a:r>
          </a:p>
        </p:txBody>
      </p:sp>
      <p:sp>
        <p:nvSpPr>
          <p:cNvPr id="14" name="">
            <a:extLst>
              <a:ext uri="{FF2B5EF4-FFF2-40B4-BE49-F238E27FC236}">
                <a16:creationId id="{BA354CD4-23BA-4DD1-81CB-6401F9F44A77}"/>
              </a:ext>
            </a:extLst>
          </p:cNvPr>
          <p:cNvSpPr>
            <a:spLocks noGrp="1"/>
          </p:cNvSpPr>
          <p:nvPr/>
        </p:nvSpPr>
        <p:spPr>
          <a:xfrm>
            <a:off x="4728716" y="1806476"/>
            <a:ext cx="575221"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Samples</a:t>
            </a:r>
          </a:p>
        </p:txBody>
      </p:sp>
      <p:sp>
        <p:nvSpPr>
          <p:cNvPr id="15" name="">
            <a:extLst>
              <a:ext uri="{FF2B5EF4-FFF2-40B4-BE49-F238E27FC236}">
                <a16:creationId id="{FC5C75BB-5C52-4A22-8874-37AADDDA30F9}"/>
              </a:ext>
            </a:extLst>
          </p:cNvPr>
          <p:cNvSpPr>
            <a:spLocks noGrp="1"/>
          </p:cNvSpPr>
          <p:nvPr/>
        </p:nvSpPr>
        <p:spPr>
          <a:xfrm>
            <a:off x="5714702" y="1806476"/>
            <a:ext cx="513159"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Density</a:t>
            </a:r>
          </a:p>
        </p:txBody>
      </p:sp>
      <p:sp>
        <p:nvSpPr>
          <p:cNvPr id="16" name="">
            <a:extLst>
              <a:ext uri="{FF2B5EF4-FFF2-40B4-BE49-F238E27FC236}">
                <a16:creationId id="{2AB7F0E8-CB16-40CB-A73E-8105D78D17EA}"/>
              </a:ext>
            </a:extLst>
          </p:cNvPr>
          <p:cNvSpPr>
            <a:spLocks noGrp="1"/>
          </p:cNvSpPr>
          <p:nvPr/>
        </p:nvSpPr>
        <p:spPr>
          <a:xfrm>
            <a:off x="438150" y="2244626"/>
            <a:ext cx="208508"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20272D"/>
                </a:solidFill>
              </a:rPr>
              <a:t>A</a:t>
            </a:r>
          </a:p>
        </p:txBody>
      </p:sp>
      <p:pic>
        <p:nvPicPr>
          <p:cNvPr id="17" name=""/>
          <p:cNvPicPr>
            <a:picLocks noChangeAspect="1"/>
          </p:cNvPicPr>
          <p:nvPr/>
        </p:nvPicPr>
        <p:blipFill>
          <a:blip r:embed="R6c66a470538946be"/>
          <a:stretch/>
        </p:blipFill>
        <p:spPr>
          <a:xfrm>
            <a:off x="846611" y="2049363"/>
            <a:ext cx="604684" cy="609600"/>
          </a:xfrm>
          <a:prstGeom prst="rect">
            <a:avLst/>
          </a:prstGeom>
        </p:spPr>
      </p:pic>
      <p:pic>
        <p:nvPicPr>
          <p:cNvPr id="18" name=""/>
          <p:cNvPicPr>
            <a:picLocks noChangeAspect="1"/>
          </p:cNvPicPr>
          <p:nvPr/>
        </p:nvPicPr>
        <p:blipFill>
          <a:blip r:embed="Rf11d7b5df49346a8"/>
          <a:stretch/>
        </p:blipFill>
        <p:spPr>
          <a:xfrm>
            <a:off x="1801567" y="2049363"/>
            <a:ext cx="604684" cy="609600"/>
          </a:xfrm>
          <a:prstGeom prst="rect">
            <a:avLst/>
          </a:prstGeom>
        </p:spPr>
      </p:pic>
      <p:pic>
        <p:nvPicPr>
          <p:cNvPr id="19" name=""/>
          <p:cNvPicPr>
            <a:picLocks noChangeAspect="1"/>
          </p:cNvPicPr>
          <p:nvPr/>
        </p:nvPicPr>
        <p:blipFill>
          <a:blip r:embed="R51a75120a7a94a7f"/>
          <a:stretch/>
        </p:blipFill>
        <p:spPr>
          <a:xfrm>
            <a:off x="2756523" y="2049363"/>
            <a:ext cx="604684" cy="609600"/>
          </a:xfrm>
          <a:prstGeom prst="rect">
            <a:avLst/>
          </a:prstGeom>
        </p:spPr>
      </p:pic>
      <p:pic>
        <p:nvPicPr>
          <p:cNvPr id="20" name=""/>
          <p:cNvPicPr>
            <a:picLocks noChangeAspect="1"/>
          </p:cNvPicPr>
          <p:nvPr/>
        </p:nvPicPr>
        <p:blipFill>
          <a:blip r:embed="R03563bf5d02f4dff"/>
          <a:stretch/>
        </p:blipFill>
        <p:spPr>
          <a:xfrm>
            <a:off x="3710249" y="2049363"/>
            <a:ext cx="607142" cy="609600"/>
          </a:xfrm>
          <a:prstGeom prst="rect">
            <a:avLst/>
          </a:prstGeom>
        </p:spPr>
      </p:pic>
      <p:pic>
        <p:nvPicPr>
          <p:cNvPr id="21" name=""/>
          <p:cNvPicPr>
            <a:picLocks noChangeAspect="1"/>
          </p:cNvPicPr>
          <p:nvPr/>
        </p:nvPicPr>
        <p:blipFill>
          <a:blip r:embed="R9dd049faa0934dd5"/>
          <a:stretch/>
        </p:blipFill>
        <p:spPr>
          <a:xfrm>
            <a:off x="4515148" y="2065702"/>
            <a:ext cx="907256" cy="576922"/>
          </a:xfrm>
          <a:prstGeom prst="rect">
            <a:avLst/>
          </a:prstGeom>
        </p:spPr>
      </p:pic>
      <p:pic>
        <p:nvPicPr>
          <p:cNvPr id="22" name=""/>
          <p:cNvPicPr>
            <a:picLocks noChangeAspect="1"/>
          </p:cNvPicPr>
          <p:nvPr/>
        </p:nvPicPr>
        <p:blipFill>
          <a:blip r:embed="R90616689aba34eae"/>
          <a:stretch/>
        </p:blipFill>
        <p:spPr>
          <a:xfrm>
            <a:off x="5470029" y="2084981"/>
            <a:ext cx="907405" cy="538365"/>
          </a:xfrm>
          <a:prstGeom prst="rect">
            <a:avLst/>
          </a:prstGeom>
        </p:spPr>
      </p:pic>
      <p:sp>
        <p:nvSpPr>
          <p:cNvPr id="23" name="">
            <a:extLst>
              <a:ext uri="{FF2B5EF4-FFF2-40B4-BE49-F238E27FC236}">
                <a16:creationId id="{EE043F1C-65ED-46F4-8B73-EB5A76F65ED1}"/>
              </a:ext>
            </a:extLst>
          </p:cNvPr>
          <p:cNvSpPr>
            <a:spLocks noGrp="1"/>
          </p:cNvSpPr>
          <p:nvPr/>
        </p:nvSpPr>
        <p:spPr>
          <a:xfrm>
            <a:off x="438150" y="2920901"/>
            <a:ext cx="208359"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20272D"/>
                </a:solidFill>
              </a:rPr>
              <a:t>B</a:t>
            </a:r>
          </a:p>
        </p:txBody>
      </p:sp>
      <p:pic>
        <p:nvPicPr>
          <p:cNvPr id="24" name=""/>
          <p:cNvPicPr>
            <a:picLocks noChangeAspect="1"/>
          </p:cNvPicPr>
          <p:nvPr/>
        </p:nvPicPr>
        <p:blipFill>
          <a:blip r:embed="R1fd6c2bfcec34032"/>
          <a:stretch/>
        </p:blipFill>
        <p:spPr>
          <a:xfrm>
            <a:off x="846611" y="2725638"/>
            <a:ext cx="604684" cy="609600"/>
          </a:xfrm>
          <a:prstGeom prst="rect">
            <a:avLst/>
          </a:prstGeom>
        </p:spPr>
      </p:pic>
      <p:pic>
        <p:nvPicPr>
          <p:cNvPr id="25" name=""/>
          <p:cNvPicPr>
            <a:picLocks noChangeAspect="1"/>
          </p:cNvPicPr>
          <p:nvPr/>
        </p:nvPicPr>
        <p:blipFill>
          <a:blip r:embed="Rb9223a4abf374157"/>
          <a:stretch/>
        </p:blipFill>
        <p:spPr>
          <a:xfrm>
            <a:off x="1801567" y="2725638"/>
            <a:ext cx="604684" cy="609600"/>
          </a:xfrm>
          <a:prstGeom prst="rect">
            <a:avLst/>
          </a:prstGeom>
        </p:spPr>
      </p:pic>
      <p:pic>
        <p:nvPicPr>
          <p:cNvPr id="26" name=""/>
          <p:cNvPicPr>
            <a:picLocks noChangeAspect="1"/>
          </p:cNvPicPr>
          <p:nvPr/>
        </p:nvPicPr>
        <p:blipFill>
          <a:blip r:embed="R61dce9d0cc52407e"/>
          <a:stretch/>
        </p:blipFill>
        <p:spPr>
          <a:xfrm>
            <a:off x="2756523" y="2725638"/>
            <a:ext cx="604684" cy="609600"/>
          </a:xfrm>
          <a:prstGeom prst="rect">
            <a:avLst/>
          </a:prstGeom>
        </p:spPr>
      </p:pic>
      <p:pic>
        <p:nvPicPr>
          <p:cNvPr id="27" name=""/>
          <p:cNvPicPr>
            <a:picLocks noChangeAspect="1"/>
          </p:cNvPicPr>
          <p:nvPr/>
        </p:nvPicPr>
        <p:blipFill>
          <a:blip r:embed="Re1492ff7c54640fa"/>
          <a:stretch/>
        </p:blipFill>
        <p:spPr>
          <a:xfrm>
            <a:off x="3710249" y="2725638"/>
            <a:ext cx="607142" cy="609600"/>
          </a:xfrm>
          <a:prstGeom prst="rect">
            <a:avLst/>
          </a:prstGeom>
        </p:spPr>
      </p:pic>
      <p:pic>
        <p:nvPicPr>
          <p:cNvPr id="28" name=""/>
          <p:cNvPicPr>
            <a:picLocks noChangeAspect="1"/>
          </p:cNvPicPr>
          <p:nvPr/>
        </p:nvPicPr>
        <p:blipFill>
          <a:blip r:embed="R5d5a9764b1e647ee"/>
          <a:stretch/>
        </p:blipFill>
        <p:spPr>
          <a:xfrm>
            <a:off x="4515148" y="2741977"/>
            <a:ext cx="907256" cy="576922"/>
          </a:xfrm>
          <a:prstGeom prst="rect">
            <a:avLst/>
          </a:prstGeom>
        </p:spPr>
      </p:pic>
      <p:pic>
        <p:nvPicPr>
          <p:cNvPr id="29" name=""/>
          <p:cNvPicPr>
            <a:picLocks noChangeAspect="1"/>
          </p:cNvPicPr>
          <p:nvPr/>
        </p:nvPicPr>
        <p:blipFill>
          <a:blip r:embed="R49febefa717847fd"/>
          <a:stretch/>
        </p:blipFill>
        <p:spPr>
          <a:xfrm>
            <a:off x="5470029" y="2761256"/>
            <a:ext cx="907405" cy="538365"/>
          </a:xfrm>
          <a:prstGeom prst="rect">
            <a:avLst/>
          </a:prstGeom>
        </p:spPr>
      </p:pic>
      <p:sp>
        <p:nvSpPr>
          <p:cNvPr id="30" name="">
            <a:extLst>
              <a:ext uri="{FF2B5EF4-FFF2-40B4-BE49-F238E27FC236}">
                <a16:creationId id="{0F37D074-DBBF-45F7-A5C2-7E344BCEC3B6}"/>
              </a:ext>
            </a:extLst>
          </p:cNvPr>
          <p:cNvSpPr>
            <a:spLocks noGrp="1"/>
          </p:cNvSpPr>
          <p:nvPr/>
        </p:nvSpPr>
        <p:spPr>
          <a:xfrm>
            <a:off x="438150" y="3597176"/>
            <a:ext cx="204043"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20272D"/>
                </a:solidFill>
              </a:rPr>
              <a:t>C</a:t>
            </a:r>
          </a:p>
        </p:txBody>
      </p:sp>
      <p:pic>
        <p:nvPicPr>
          <p:cNvPr id="31" name=""/>
          <p:cNvPicPr>
            <a:picLocks noChangeAspect="1"/>
          </p:cNvPicPr>
          <p:nvPr/>
        </p:nvPicPr>
        <p:blipFill>
          <a:blip r:embed="R3f364dd028b84410"/>
          <a:stretch/>
        </p:blipFill>
        <p:spPr>
          <a:xfrm>
            <a:off x="846611" y="3401913"/>
            <a:ext cx="604684" cy="609600"/>
          </a:xfrm>
          <a:prstGeom prst="rect">
            <a:avLst/>
          </a:prstGeom>
        </p:spPr>
      </p:pic>
      <p:pic>
        <p:nvPicPr>
          <p:cNvPr id="32" name=""/>
          <p:cNvPicPr>
            <a:picLocks noChangeAspect="1"/>
          </p:cNvPicPr>
          <p:nvPr/>
        </p:nvPicPr>
        <p:blipFill>
          <a:blip r:embed="R9f7633dd8454401c"/>
          <a:stretch/>
        </p:blipFill>
        <p:spPr>
          <a:xfrm>
            <a:off x="1801567" y="3401913"/>
            <a:ext cx="604684" cy="609600"/>
          </a:xfrm>
          <a:prstGeom prst="rect">
            <a:avLst/>
          </a:prstGeom>
        </p:spPr>
      </p:pic>
      <p:pic>
        <p:nvPicPr>
          <p:cNvPr id="33" name=""/>
          <p:cNvPicPr>
            <a:picLocks noChangeAspect="1"/>
          </p:cNvPicPr>
          <p:nvPr/>
        </p:nvPicPr>
        <p:blipFill>
          <a:blip r:embed="Rb18894bf27514bb8"/>
          <a:stretch/>
        </p:blipFill>
        <p:spPr>
          <a:xfrm>
            <a:off x="2756523" y="3401913"/>
            <a:ext cx="604684" cy="609600"/>
          </a:xfrm>
          <a:prstGeom prst="rect">
            <a:avLst/>
          </a:prstGeom>
        </p:spPr>
      </p:pic>
      <p:pic>
        <p:nvPicPr>
          <p:cNvPr id="34" name=""/>
          <p:cNvPicPr>
            <a:picLocks noChangeAspect="1"/>
          </p:cNvPicPr>
          <p:nvPr/>
        </p:nvPicPr>
        <p:blipFill>
          <a:blip r:embed="Rd7cfe6cd89aa4800"/>
          <a:stretch/>
        </p:blipFill>
        <p:spPr>
          <a:xfrm>
            <a:off x="3710249" y="3401913"/>
            <a:ext cx="607142" cy="609600"/>
          </a:xfrm>
          <a:prstGeom prst="rect">
            <a:avLst/>
          </a:prstGeom>
        </p:spPr>
      </p:pic>
      <p:pic>
        <p:nvPicPr>
          <p:cNvPr id="35" name=""/>
          <p:cNvPicPr>
            <a:picLocks noChangeAspect="1"/>
          </p:cNvPicPr>
          <p:nvPr/>
        </p:nvPicPr>
        <p:blipFill>
          <a:blip r:embed="Re9c92257d20a42f2"/>
          <a:stretch/>
        </p:blipFill>
        <p:spPr>
          <a:xfrm>
            <a:off x="4515148" y="3418252"/>
            <a:ext cx="907256" cy="576922"/>
          </a:xfrm>
          <a:prstGeom prst="rect">
            <a:avLst/>
          </a:prstGeom>
        </p:spPr>
      </p:pic>
      <p:pic>
        <p:nvPicPr>
          <p:cNvPr id="36" name=""/>
          <p:cNvPicPr>
            <a:picLocks noChangeAspect="1"/>
          </p:cNvPicPr>
          <p:nvPr/>
        </p:nvPicPr>
        <p:blipFill>
          <a:blip r:embed="Rb5b6a324b7784758"/>
          <a:stretch/>
        </p:blipFill>
        <p:spPr>
          <a:xfrm>
            <a:off x="5470029" y="3437531"/>
            <a:ext cx="907405" cy="538365"/>
          </a:xfrm>
          <a:prstGeom prst="rect">
            <a:avLst/>
          </a:prstGeom>
        </p:spPr>
      </p:pic>
      <p:sp>
        <p:nvSpPr>
          <p:cNvPr id="37" name="">
            <a:extLst>
              <a:ext uri="{FF2B5EF4-FFF2-40B4-BE49-F238E27FC236}">
                <a16:creationId id="{CC5392E1-4668-4D85-9FA6-FD39E9D634BD}"/>
              </a:ext>
            </a:extLst>
          </p:cNvPr>
          <p:cNvSpPr>
            <a:spLocks noGrp="1"/>
          </p:cNvSpPr>
          <p:nvPr/>
        </p:nvSpPr>
        <p:spPr>
          <a:xfrm>
            <a:off x="438150" y="4273451"/>
            <a:ext cx="212229"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20272D"/>
                </a:solidFill>
              </a:rPr>
              <a:t>D</a:t>
            </a:r>
          </a:p>
        </p:txBody>
      </p:sp>
      <p:pic>
        <p:nvPicPr>
          <p:cNvPr id="38" name=""/>
          <p:cNvPicPr>
            <a:picLocks noChangeAspect="1"/>
          </p:cNvPicPr>
          <p:nvPr/>
        </p:nvPicPr>
        <p:blipFill>
          <a:blip r:embed="Ra1c794842849416d"/>
          <a:stretch/>
        </p:blipFill>
        <p:spPr>
          <a:xfrm>
            <a:off x="846611" y="4078188"/>
            <a:ext cx="604684" cy="609600"/>
          </a:xfrm>
          <a:prstGeom prst="rect">
            <a:avLst/>
          </a:prstGeom>
        </p:spPr>
      </p:pic>
      <p:pic>
        <p:nvPicPr>
          <p:cNvPr id="39" name=""/>
          <p:cNvPicPr>
            <a:picLocks noChangeAspect="1"/>
          </p:cNvPicPr>
          <p:nvPr/>
        </p:nvPicPr>
        <p:blipFill>
          <a:blip r:embed="Ra6dc661b05b34fad"/>
          <a:stretch/>
        </p:blipFill>
        <p:spPr>
          <a:xfrm>
            <a:off x="1801567" y="4078188"/>
            <a:ext cx="604684" cy="609600"/>
          </a:xfrm>
          <a:prstGeom prst="rect">
            <a:avLst/>
          </a:prstGeom>
        </p:spPr>
      </p:pic>
      <p:pic>
        <p:nvPicPr>
          <p:cNvPr id="40" name=""/>
          <p:cNvPicPr>
            <a:picLocks noChangeAspect="1"/>
          </p:cNvPicPr>
          <p:nvPr/>
        </p:nvPicPr>
        <p:blipFill>
          <a:blip r:embed="R257c3fba806c411c"/>
          <a:stretch/>
        </p:blipFill>
        <p:spPr>
          <a:xfrm>
            <a:off x="2756523" y="4078188"/>
            <a:ext cx="604684" cy="609600"/>
          </a:xfrm>
          <a:prstGeom prst="rect">
            <a:avLst/>
          </a:prstGeom>
        </p:spPr>
      </p:pic>
      <p:pic>
        <p:nvPicPr>
          <p:cNvPr id="41" name=""/>
          <p:cNvPicPr>
            <a:picLocks noChangeAspect="1"/>
          </p:cNvPicPr>
          <p:nvPr/>
        </p:nvPicPr>
        <p:blipFill>
          <a:blip r:embed="Ra288449f720a4a9a"/>
          <a:stretch/>
        </p:blipFill>
        <p:spPr>
          <a:xfrm>
            <a:off x="3710249" y="4078188"/>
            <a:ext cx="607142" cy="609600"/>
          </a:xfrm>
          <a:prstGeom prst="rect">
            <a:avLst/>
          </a:prstGeom>
        </p:spPr>
      </p:pic>
      <p:pic>
        <p:nvPicPr>
          <p:cNvPr id="42" name=""/>
          <p:cNvPicPr>
            <a:picLocks noChangeAspect="1"/>
          </p:cNvPicPr>
          <p:nvPr/>
        </p:nvPicPr>
        <p:blipFill>
          <a:blip r:embed="R28a400e379a74667"/>
          <a:stretch/>
        </p:blipFill>
        <p:spPr>
          <a:xfrm>
            <a:off x="4515148" y="4094527"/>
            <a:ext cx="907256" cy="576922"/>
          </a:xfrm>
          <a:prstGeom prst="rect">
            <a:avLst/>
          </a:prstGeom>
        </p:spPr>
      </p:pic>
      <p:pic>
        <p:nvPicPr>
          <p:cNvPr id="43" name=""/>
          <p:cNvPicPr>
            <a:picLocks noChangeAspect="1"/>
          </p:cNvPicPr>
          <p:nvPr/>
        </p:nvPicPr>
        <p:blipFill>
          <a:blip r:embed="Ra0e67c64289b4678"/>
          <a:stretch/>
        </p:blipFill>
        <p:spPr>
          <a:xfrm>
            <a:off x="5470029" y="4113806"/>
            <a:ext cx="907405" cy="538365"/>
          </a:xfrm>
          <a:prstGeom prst="rect">
            <a:avLst/>
          </a:prstGeom>
        </p:spPr>
      </p:pic>
      <p:sp>
        <p:nvSpPr>
          <p:cNvPr id="44" name="">
            <a:extLst>
              <a:ext uri="{FF2B5EF4-FFF2-40B4-BE49-F238E27FC236}">
                <a16:creationId id="{787669B8-63CB-4DB3-98CD-5D747896405D}"/>
              </a:ext>
            </a:extLst>
          </p:cNvPr>
          <p:cNvSpPr>
            <a:spLocks noGrp="1"/>
          </p:cNvSpPr>
          <p:nvPr/>
        </p:nvSpPr>
        <p:spPr>
          <a:xfrm>
            <a:off x="438150" y="4949726"/>
            <a:ext cx="197048"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20272D"/>
                </a:solidFill>
              </a:rPr>
              <a:t>E</a:t>
            </a:r>
          </a:p>
        </p:txBody>
      </p:sp>
      <p:pic>
        <p:nvPicPr>
          <p:cNvPr id="45" name=""/>
          <p:cNvPicPr>
            <a:picLocks noChangeAspect="1"/>
          </p:cNvPicPr>
          <p:nvPr/>
        </p:nvPicPr>
        <p:blipFill>
          <a:blip r:embed="R2e70fc8803224da5"/>
          <a:stretch/>
        </p:blipFill>
        <p:spPr>
          <a:xfrm>
            <a:off x="846611" y="4754463"/>
            <a:ext cx="604684" cy="609600"/>
          </a:xfrm>
          <a:prstGeom prst="rect">
            <a:avLst/>
          </a:prstGeom>
        </p:spPr>
      </p:pic>
      <p:pic>
        <p:nvPicPr>
          <p:cNvPr id="46" name=""/>
          <p:cNvPicPr>
            <a:picLocks noChangeAspect="1"/>
          </p:cNvPicPr>
          <p:nvPr/>
        </p:nvPicPr>
        <p:blipFill>
          <a:blip r:embed="R48ce12e5837d424f"/>
          <a:stretch/>
        </p:blipFill>
        <p:spPr>
          <a:xfrm>
            <a:off x="1801567" y="4754463"/>
            <a:ext cx="604684" cy="609600"/>
          </a:xfrm>
          <a:prstGeom prst="rect">
            <a:avLst/>
          </a:prstGeom>
        </p:spPr>
      </p:pic>
      <p:pic>
        <p:nvPicPr>
          <p:cNvPr id="47" name=""/>
          <p:cNvPicPr>
            <a:picLocks noChangeAspect="1"/>
          </p:cNvPicPr>
          <p:nvPr/>
        </p:nvPicPr>
        <p:blipFill>
          <a:blip r:embed="R3baf83c856cc4e12"/>
          <a:stretch/>
        </p:blipFill>
        <p:spPr>
          <a:xfrm>
            <a:off x="2756523" y="4754463"/>
            <a:ext cx="604684" cy="609600"/>
          </a:xfrm>
          <a:prstGeom prst="rect">
            <a:avLst/>
          </a:prstGeom>
        </p:spPr>
      </p:pic>
      <p:pic>
        <p:nvPicPr>
          <p:cNvPr id="48" name=""/>
          <p:cNvPicPr>
            <a:picLocks noChangeAspect="1"/>
          </p:cNvPicPr>
          <p:nvPr/>
        </p:nvPicPr>
        <p:blipFill>
          <a:blip r:embed="Rc3c6ff3636784895"/>
          <a:stretch/>
        </p:blipFill>
        <p:spPr>
          <a:xfrm>
            <a:off x="3710249" y="4754463"/>
            <a:ext cx="607142" cy="609600"/>
          </a:xfrm>
          <a:prstGeom prst="rect">
            <a:avLst/>
          </a:prstGeom>
        </p:spPr>
      </p:pic>
      <p:pic>
        <p:nvPicPr>
          <p:cNvPr id="49" name=""/>
          <p:cNvPicPr>
            <a:picLocks noChangeAspect="1"/>
          </p:cNvPicPr>
          <p:nvPr/>
        </p:nvPicPr>
        <p:blipFill>
          <a:blip r:embed="R264f0170c98a4dfa"/>
          <a:stretch/>
        </p:blipFill>
        <p:spPr>
          <a:xfrm>
            <a:off x="4515148" y="4770802"/>
            <a:ext cx="907256" cy="576922"/>
          </a:xfrm>
          <a:prstGeom prst="rect">
            <a:avLst/>
          </a:prstGeom>
        </p:spPr>
      </p:pic>
      <p:pic>
        <p:nvPicPr>
          <p:cNvPr id="50" name=""/>
          <p:cNvPicPr>
            <a:picLocks noChangeAspect="1"/>
          </p:cNvPicPr>
          <p:nvPr/>
        </p:nvPicPr>
        <p:blipFill>
          <a:blip r:embed="Rb186ad3149534957"/>
          <a:stretch/>
        </p:blipFill>
        <p:spPr>
          <a:xfrm>
            <a:off x="5470029" y="4790081"/>
            <a:ext cx="907405" cy="538365"/>
          </a:xfrm>
          <a:prstGeom prst="rect">
            <a:avLst/>
          </a:prstGeom>
        </p:spPr>
      </p:pic>
      <p:sp>
        <p:nvSpPr>
          <p:cNvPr id="51" name="">
            <a:extLst>
              <a:ext uri="{FF2B5EF4-FFF2-40B4-BE49-F238E27FC236}">
                <a16:creationId id="{5631660E-4F58-4F94-82BA-CBEB27F8F532}"/>
              </a:ext>
            </a:extLst>
          </p:cNvPr>
          <p:cNvSpPr>
            <a:spLocks noGrp="1"/>
          </p:cNvSpPr>
          <p:nvPr/>
        </p:nvSpPr>
        <p:spPr>
          <a:xfrm>
            <a:off x="6720334" y="1019175"/>
            <a:ext cx="1930598" cy="400050"/>
          </a:xfrm>
          <a:prstGeom prst="rect">
            <a:avLst/>
          </a:prstGeom>
          <a:solidFill>
            <a:srgbClr val="000000">
              <a:alpha val="0"/>
            </a:srgbClr>
          </a:solidFill>
          <a:ln w="0">
            <a:solidFill>
              <a:srgbClr val="000000">
                <a:alpha val="0"/>
              </a:srgbClr>
            </a:solidFill>
          </a:ln>
        </p:spPr>
        <p:txBody>
          <a:bodyPr lIns="0" tIns="0" rIns="0" bIns="0" anchor="ctr"/>
          <a:lstStyle/>
          <a:p>
            <a:r>
              <a:rPr sz="1706" b="1">
                <a:solidFill>
                  <a:srgbClr val="20272D"/>
                </a:solidFill>
              </a:rPr>
              <a:t>FiveK PSNR (dB)</a:t>
            </a:r>
          </a:p>
        </p:txBody>
      </p:sp>
      <p:sp>
        <p:nvSpPr>
          <p:cNvPr id="52" name="">
            <a:extLst>
              <a:ext uri="{FF2B5EF4-FFF2-40B4-BE49-F238E27FC236}">
                <a16:creationId id="{BCC453E9-2D29-4387-9CC4-C346DB53671A}"/>
              </a:ext>
            </a:extLst>
          </p:cNvPr>
          <p:cNvSpPr>
            <a:spLocks noGrp="1"/>
          </p:cNvSpPr>
          <p:nvPr/>
        </p:nvSpPr>
        <p:spPr>
          <a:xfrm>
            <a:off x="6720334" y="1443038"/>
            <a:ext cx="2241500"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Expert E excluded from training</a:t>
            </a:r>
          </a:p>
        </p:txBody>
      </p:sp>
      <p:sp>
        <p:nvSpPr>
          <p:cNvPr id="53" name="">
            <a:extLst>
              <a:ext uri="{FF2B5EF4-FFF2-40B4-BE49-F238E27FC236}">
                <a16:creationId id="{EC969DE8-8C53-4C87-BBC1-768AD23E25AC}"/>
              </a:ext>
            </a:extLst>
          </p:cNvPr>
          <p:cNvSpPr>
            <a:spLocks noGrp="1"/>
          </p:cNvSpPr>
          <p:nvPr/>
        </p:nvSpPr>
        <p:spPr>
          <a:xfrm>
            <a:off x="6720334" y="1799183"/>
            <a:ext cx="5033516" cy="9525"/>
          </a:xfrm>
          <a:prstGeom prst="rect">
            <a:avLst/>
          </a:prstGeom>
          <a:solidFill>
            <a:srgbClr val="20272D"/>
          </a:solidFill>
          <a:ln w="0">
            <a:solidFill>
              <a:srgbClr val="000000">
                <a:alpha val="0"/>
              </a:srgbClr>
            </a:solidFill>
          </a:ln>
        </p:spPr>
      </p:sp>
      <p:sp>
        <p:nvSpPr>
          <p:cNvPr id="54" name="">
            <a:extLst>
              <a:ext uri="{FF2B5EF4-FFF2-40B4-BE49-F238E27FC236}">
                <a16:creationId id="{020F550E-57DF-41A3-84BA-6BB0508144D7}"/>
              </a:ext>
            </a:extLst>
          </p:cNvPr>
          <p:cNvSpPr>
            <a:spLocks noGrp="1"/>
          </p:cNvSpPr>
          <p:nvPr/>
        </p:nvSpPr>
        <p:spPr>
          <a:xfrm>
            <a:off x="6720334" y="4563070"/>
            <a:ext cx="5033516" cy="9525"/>
          </a:xfrm>
          <a:prstGeom prst="rect">
            <a:avLst/>
          </a:prstGeom>
          <a:solidFill>
            <a:srgbClr val="20272D"/>
          </a:solidFill>
          <a:ln w="0">
            <a:solidFill>
              <a:srgbClr val="000000">
                <a:alpha val="0"/>
              </a:srgbClr>
            </a:solidFill>
          </a:ln>
        </p:spPr>
      </p:sp>
      <p:sp>
        <p:nvSpPr>
          <p:cNvPr id="55" name="">
            <a:extLst>
              <a:ext uri="{FF2B5EF4-FFF2-40B4-BE49-F238E27FC236}">
                <a16:creationId id="{769D7890-35FF-458E-BA8C-50B0292EFDA3}"/>
              </a:ext>
            </a:extLst>
          </p:cNvPr>
          <p:cNvSpPr>
            <a:spLocks noGrp="1"/>
          </p:cNvSpPr>
          <p:nvPr/>
        </p:nvSpPr>
        <p:spPr>
          <a:xfrm>
            <a:off x="6734621" y="2161580"/>
            <a:ext cx="5019229" cy="9525"/>
          </a:xfrm>
          <a:prstGeom prst="rect">
            <a:avLst/>
          </a:prstGeom>
          <a:solidFill>
            <a:srgbClr val="9CA3AF"/>
          </a:solidFill>
          <a:ln w="0">
            <a:solidFill>
              <a:srgbClr val="000000">
                <a:alpha val="0"/>
              </a:srgbClr>
            </a:solidFill>
          </a:ln>
        </p:spPr>
      </p:sp>
      <p:sp>
        <p:nvSpPr>
          <p:cNvPr id="56" name="">
            <a:extLst>
              <a:ext uri="{FF2B5EF4-FFF2-40B4-BE49-F238E27FC236}">
                <a16:creationId id="{0E0E63BA-1578-4E25-A820-17900920B80A}"/>
              </a:ext>
            </a:extLst>
          </p:cNvPr>
          <p:cNvSpPr>
            <a:spLocks noGrp="1"/>
          </p:cNvSpPr>
          <p:nvPr/>
        </p:nvSpPr>
        <p:spPr>
          <a:xfrm>
            <a:off x="6734621" y="2161580"/>
            <a:ext cx="1214140" cy="9525"/>
          </a:xfrm>
          <a:prstGeom prst="rect">
            <a:avLst/>
          </a:prstGeom>
          <a:solidFill>
            <a:srgbClr val="20272D"/>
          </a:solidFill>
          <a:ln w="0">
            <a:solidFill>
              <a:srgbClr val="000000">
                <a:alpha val="0"/>
              </a:srgbClr>
            </a:solidFill>
          </a:ln>
        </p:spPr>
      </p:sp>
      <p:sp>
        <p:nvSpPr>
          <p:cNvPr id="57" name="">
            <a:extLst>
              <a:ext uri="{FF2B5EF4-FFF2-40B4-BE49-F238E27FC236}">
                <a16:creationId id="{0042C2CD-8537-49FA-8E27-D93295B5ACEB}"/>
              </a:ext>
            </a:extLst>
          </p:cNvPr>
          <p:cNvSpPr>
            <a:spLocks noGrp="1"/>
          </p:cNvSpPr>
          <p:nvPr/>
        </p:nvSpPr>
        <p:spPr>
          <a:xfrm>
            <a:off x="6810821" y="1884908"/>
            <a:ext cx="611237" cy="2286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EXPERT</a:t>
            </a:r>
          </a:p>
        </p:txBody>
      </p:sp>
      <p:sp>
        <p:nvSpPr>
          <p:cNvPr id="58" name="">
            <a:extLst>
              <a:ext uri="{FF2B5EF4-FFF2-40B4-BE49-F238E27FC236}">
                <a16:creationId id="{DA186BBC-EE5C-42DC-892B-D46F69474FD1}"/>
              </a:ext>
            </a:extLst>
          </p:cNvPr>
          <p:cNvSpPr>
            <a:spLocks noGrp="1"/>
          </p:cNvSpPr>
          <p:nvPr/>
        </p:nvSpPr>
        <p:spPr>
          <a:xfrm>
            <a:off x="7948761" y="2161580"/>
            <a:ext cx="1268313" cy="9525"/>
          </a:xfrm>
          <a:prstGeom prst="rect">
            <a:avLst/>
          </a:prstGeom>
          <a:solidFill>
            <a:srgbClr val="20272D"/>
          </a:solidFill>
          <a:ln w="0">
            <a:solidFill>
              <a:srgbClr val="000000">
                <a:alpha val="0"/>
              </a:srgbClr>
            </a:solidFill>
          </a:ln>
        </p:spPr>
      </p:sp>
      <p:sp>
        <p:nvSpPr>
          <p:cNvPr id="59" name="">
            <a:extLst>
              <a:ext uri="{FF2B5EF4-FFF2-40B4-BE49-F238E27FC236}">
                <a16:creationId id="{6F7F5378-DC3E-4D81-A237-81D5B65B1B1C}"/>
              </a:ext>
            </a:extLst>
          </p:cNvPr>
          <p:cNvSpPr>
            <a:spLocks noGrp="1"/>
          </p:cNvSpPr>
          <p:nvPr/>
        </p:nvSpPr>
        <p:spPr>
          <a:xfrm>
            <a:off x="8740229" y="1884908"/>
            <a:ext cx="495895" cy="2286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TOP-1</a:t>
            </a:r>
          </a:p>
        </p:txBody>
      </p:sp>
      <p:sp>
        <p:nvSpPr>
          <p:cNvPr id="60" name="">
            <a:extLst>
              <a:ext uri="{FF2B5EF4-FFF2-40B4-BE49-F238E27FC236}">
                <a16:creationId id="{4246D3CD-CBED-483C-B6A1-B496F9AEE654}"/>
              </a:ext>
            </a:extLst>
          </p:cNvPr>
          <p:cNvSpPr>
            <a:spLocks noGrp="1"/>
          </p:cNvSpPr>
          <p:nvPr/>
        </p:nvSpPr>
        <p:spPr>
          <a:xfrm>
            <a:off x="9217075" y="2161580"/>
            <a:ext cx="1268313" cy="9525"/>
          </a:xfrm>
          <a:prstGeom prst="rect">
            <a:avLst/>
          </a:prstGeom>
          <a:solidFill>
            <a:srgbClr val="20272D"/>
          </a:solidFill>
          <a:ln w="0">
            <a:solidFill>
              <a:srgbClr val="000000">
                <a:alpha val="0"/>
              </a:srgbClr>
            </a:solidFill>
          </a:ln>
        </p:spPr>
      </p:sp>
      <p:sp>
        <p:nvSpPr>
          <p:cNvPr id="61" name="">
            <a:extLst>
              <a:ext uri="{FF2B5EF4-FFF2-40B4-BE49-F238E27FC236}">
                <a16:creationId id="{BEF32929-DB0C-49E5-9170-37321368B4C9}"/>
              </a:ext>
            </a:extLst>
          </p:cNvPr>
          <p:cNvSpPr>
            <a:spLocks noGrp="1"/>
          </p:cNvSpPr>
          <p:nvPr/>
        </p:nvSpPr>
        <p:spPr>
          <a:xfrm>
            <a:off x="9878318" y="1884908"/>
            <a:ext cx="626120" cy="2286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BEST-3*</a:t>
            </a:r>
          </a:p>
        </p:txBody>
      </p:sp>
      <p:sp>
        <p:nvSpPr>
          <p:cNvPr id="62" name="">
            <a:extLst>
              <a:ext uri="{FF2B5EF4-FFF2-40B4-BE49-F238E27FC236}">
                <a16:creationId id="{B604EE1C-245B-400B-A08F-3C4301B22B67}"/>
              </a:ext>
            </a:extLst>
          </p:cNvPr>
          <p:cNvSpPr>
            <a:spLocks noGrp="1"/>
          </p:cNvSpPr>
          <p:nvPr/>
        </p:nvSpPr>
        <p:spPr>
          <a:xfrm>
            <a:off x="10485388" y="2161580"/>
            <a:ext cx="1268462" cy="9525"/>
          </a:xfrm>
          <a:prstGeom prst="rect">
            <a:avLst/>
          </a:prstGeom>
          <a:solidFill>
            <a:srgbClr val="20272D"/>
          </a:solidFill>
          <a:ln w="0">
            <a:solidFill>
              <a:srgbClr val="000000">
                <a:alpha val="0"/>
              </a:srgbClr>
            </a:solidFill>
          </a:ln>
        </p:spPr>
      </p:sp>
      <p:sp>
        <p:nvSpPr>
          <p:cNvPr id="63" name="">
            <a:extLst>
              <a:ext uri="{FF2B5EF4-FFF2-40B4-BE49-F238E27FC236}">
                <a16:creationId id="{EA46E39C-C254-4987-BDEE-CD37D6008670}"/>
              </a:ext>
            </a:extLst>
          </p:cNvPr>
          <p:cNvSpPr>
            <a:spLocks noGrp="1"/>
          </p:cNvSpPr>
          <p:nvPr/>
        </p:nvSpPr>
        <p:spPr>
          <a:xfrm>
            <a:off x="11146780" y="1884908"/>
            <a:ext cx="626120" cy="2286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BEST-5*</a:t>
            </a:r>
          </a:p>
        </p:txBody>
      </p:sp>
      <p:sp>
        <p:nvSpPr>
          <p:cNvPr id="64" name="">
            <a:extLst>
              <a:ext uri="{FF2B5EF4-FFF2-40B4-BE49-F238E27FC236}">
                <a16:creationId id="{9ECB4BEE-4BBD-40C5-B2CA-BE9BDAD88961}"/>
              </a:ext>
            </a:extLst>
          </p:cNvPr>
          <p:cNvSpPr>
            <a:spLocks noGrp="1"/>
          </p:cNvSpPr>
          <p:nvPr/>
        </p:nvSpPr>
        <p:spPr>
          <a:xfrm>
            <a:off x="6734621" y="2561034"/>
            <a:ext cx="5019229" cy="9525"/>
          </a:xfrm>
          <a:prstGeom prst="rect">
            <a:avLst/>
          </a:prstGeom>
          <a:solidFill>
            <a:srgbClr val="9CA3AF"/>
          </a:solidFill>
          <a:ln w="0">
            <a:solidFill>
              <a:srgbClr val="000000">
                <a:alpha val="0"/>
              </a:srgbClr>
            </a:solidFill>
          </a:ln>
        </p:spPr>
      </p:sp>
      <p:sp>
        <p:nvSpPr>
          <p:cNvPr id="65" name="">
            <a:extLst>
              <a:ext uri="{FF2B5EF4-FFF2-40B4-BE49-F238E27FC236}">
                <a16:creationId id="{8DAA78F2-DD33-43B1-A827-0A312378F985}"/>
              </a:ext>
            </a:extLst>
          </p:cNvPr>
          <p:cNvSpPr>
            <a:spLocks noGrp="1"/>
          </p:cNvSpPr>
          <p:nvPr/>
        </p:nvSpPr>
        <p:spPr>
          <a:xfrm>
            <a:off x="6734621" y="2561034"/>
            <a:ext cx="1214140" cy="9525"/>
          </a:xfrm>
          <a:prstGeom prst="rect">
            <a:avLst/>
          </a:prstGeom>
          <a:solidFill>
            <a:srgbClr val="D6DCD9"/>
          </a:solidFill>
          <a:ln w="0">
            <a:solidFill>
              <a:srgbClr val="000000">
                <a:alpha val="0"/>
              </a:srgbClr>
            </a:solidFill>
          </a:ln>
        </p:spPr>
      </p:sp>
      <p:sp>
        <p:nvSpPr>
          <p:cNvPr id="66" name="">
            <a:extLst>
              <a:ext uri="{FF2B5EF4-FFF2-40B4-BE49-F238E27FC236}">
                <a16:creationId id="{07F267E7-6D3B-44E0-8D16-0F4468B9812A}"/>
              </a:ext>
            </a:extLst>
          </p:cNvPr>
          <p:cNvSpPr>
            <a:spLocks noGrp="1"/>
          </p:cNvSpPr>
          <p:nvPr/>
        </p:nvSpPr>
        <p:spPr>
          <a:xfrm>
            <a:off x="6810821" y="2261592"/>
            <a:ext cx="199132"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A</a:t>
            </a:r>
          </a:p>
        </p:txBody>
      </p:sp>
      <p:sp>
        <p:nvSpPr>
          <p:cNvPr id="67" name="">
            <a:extLst>
              <a:ext uri="{FF2B5EF4-FFF2-40B4-BE49-F238E27FC236}">
                <a16:creationId id="{6BE3D7D3-1AE7-493D-A628-73A18DB03E7B}"/>
              </a:ext>
            </a:extLst>
          </p:cNvPr>
          <p:cNvSpPr>
            <a:spLocks noGrp="1"/>
          </p:cNvSpPr>
          <p:nvPr/>
        </p:nvSpPr>
        <p:spPr>
          <a:xfrm>
            <a:off x="7948761" y="2561034"/>
            <a:ext cx="1268313" cy="9525"/>
          </a:xfrm>
          <a:prstGeom prst="rect">
            <a:avLst/>
          </a:prstGeom>
          <a:solidFill>
            <a:srgbClr val="D6DCD9"/>
          </a:solidFill>
          <a:ln w="0">
            <a:solidFill>
              <a:srgbClr val="000000">
                <a:alpha val="0"/>
              </a:srgbClr>
            </a:solidFill>
          </a:ln>
        </p:spPr>
      </p:sp>
      <p:sp>
        <p:nvSpPr>
          <p:cNvPr id="68" name="">
            <a:extLst>
              <a:ext uri="{FF2B5EF4-FFF2-40B4-BE49-F238E27FC236}">
                <a16:creationId id="{CD59F3CB-7557-4946-90B7-F6DAE2D3639B}"/>
              </a:ext>
            </a:extLst>
          </p:cNvPr>
          <p:cNvSpPr>
            <a:spLocks noGrp="1"/>
          </p:cNvSpPr>
          <p:nvPr/>
        </p:nvSpPr>
        <p:spPr>
          <a:xfrm>
            <a:off x="8596908" y="2261592"/>
            <a:ext cx="63921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23.591</a:t>
            </a:r>
          </a:p>
        </p:txBody>
      </p:sp>
      <p:sp>
        <p:nvSpPr>
          <p:cNvPr id="69" name="">
            <a:extLst>
              <a:ext uri="{FF2B5EF4-FFF2-40B4-BE49-F238E27FC236}">
                <a16:creationId id="{558D9B0A-6B3F-4B70-8F50-BD0EA5293EEF}"/>
              </a:ext>
            </a:extLst>
          </p:cNvPr>
          <p:cNvSpPr>
            <a:spLocks noGrp="1"/>
          </p:cNvSpPr>
          <p:nvPr/>
        </p:nvSpPr>
        <p:spPr>
          <a:xfrm>
            <a:off x="9217075" y="2561034"/>
            <a:ext cx="1268313" cy="9525"/>
          </a:xfrm>
          <a:prstGeom prst="rect">
            <a:avLst/>
          </a:prstGeom>
          <a:solidFill>
            <a:srgbClr val="D6DCD9"/>
          </a:solidFill>
          <a:ln w="0">
            <a:solidFill>
              <a:srgbClr val="000000">
                <a:alpha val="0"/>
              </a:srgbClr>
            </a:solidFill>
          </a:ln>
        </p:spPr>
      </p:sp>
      <p:sp>
        <p:nvSpPr>
          <p:cNvPr id="70" name="">
            <a:extLst>
              <a:ext uri="{FF2B5EF4-FFF2-40B4-BE49-F238E27FC236}">
                <a16:creationId id="{BDC024B4-59DC-4762-B19A-7500E93DF03B}"/>
              </a:ext>
            </a:extLst>
          </p:cNvPr>
          <p:cNvSpPr>
            <a:spLocks noGrp="1"/>
          </p:cNvSpPr>
          <p:nvPr/>
        </p:nvSpPr>
        <p:spPr>
          <a:xfrm>
            <a:off x="9865221" y="2261592"/>
            <a:ext cx="63921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25.721</a:t>
            </a:r>
          </a:p>
        </p:txBody>
      </p:sp>
      <p:sp>
        <p:nvSpPr>
          <p:cNvPr id="71" name="">
            <a:extLst>
              <a:ext uri="{FF2B5EF4-FFF2-40B4-BE49-F238E27FC236}">
                <a16:creationId id="{AA31C89E-79BF-44AD-8804-7C3A4C22473A}"/>
              </a:ext>
            </a:extLst>
          </p:cNvPr>
          <p:cNvSpPr>
            <a:spLocks noGrp="1"/>
          </p:cNvSpPr>
          <p:nvPr/>
        </p:nvSpPr>
        <p:spPr>
          <a:xfrm>
            <a:off x="10485388" y="2561034"/>
            <a:ext cx="1268462" cy="9525"/>
          </a:xfrm>
          <a:prstGeom prst="rect">
            <a:avLst/>
          </a:prstGeom>
          <a:solidFill>
            <a:srgbClr val="D6DCD9"/>
          </a:solidFill>
          <a:ln w="0">
            <a:solidFill>
              <a:srgbClr val="000000">
                <a:alpha val="0"/>
              </a:srgbClr>
            </a:solidFill>
          </a:ln>
        </p:spPr>
      </p:sp>
      <p:sp>
        <p:nvSpPr>
          <p:cNvPr id="72" name="">
            <a:extLst>
              <a:ext uri="{FF2B5EF4-FFF2-40B4-BE49-F238E27FC236}">
                <a16:creationId id="{F18C26A3-F6D2-4D58-8988-C651E79A2510}"/>
              </a:ext>
            </a:extLst>
          </p:cNvPr>
          <p:cNvSpPr>
            <a:spLocks noGrp="1"/>
          </p:cNvSpPr>
          <p:nvPr/>
        </p:nvSpPr>
        <p:spPr>
          <a:xfrm>
            <a:off x="11133683" y="2261592"/>
            <a:ext cx="63921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26.809</a:t>
            </a:r>
          </a:p>
        </p:txBody>
      </p:sp>
      <p:sp>
        <p:nvSpPr>
          <p:cNvPr id="73" name="">
            <a:extLst>
              <a:ext uri="{FF2B5EF4-FFF2-40B4-BE49-F238E27FC236}">
                <a16:creationId id="{105D2375-422C-4BD2-AA99-92A7C97B07CA}"/>
              </a:ext>
            </a:extLst>
          </p:cNvPr>
          <p:cNvSpPr>
            <a:spLocks noGrp="1"/>
          </p:cNvSpPr>
          <p:nvPr/>
        </p:nvSpPr>
        <p:spPr>
          <a:xfrm>
            <a:off x="6734621" y="2960489"/>
            <a:ext cx="5019229" cy="9525"/>
          </a:xfrm>
          <a:prstGeom prst="rect">
            <a:avLst/>
          </a:prstGeom>
          <a:solidFill>
            <a:srgbClr val="9CA3AF"/>
          </a:solidFill>
          <a:ln w="0">
            <a:solidFill>
              <a:srgbClr val="000000">
                <a:alpha val="0"/>
              </a:srgbClr>
            </a:solidFill>
          </a:ln>
        </p:spPr>
      </p:sp>
      <p:sp>
        <p:nvSpPr>
          <p:cNvPr id="74" name="">
            <a:extLst>
              <a:ext uri="{FF2B5EF4-FFF2-40B4-BE49-F238E27FC236}">
                <a16:creationId id="{0F505B16-6879-4361-BF10-161A4538D374}"/>
              </a:ext>
            </a:extLst>
          </p:cNvPr>
          <p:cNvSpPr>
            <a:spLocks noGrp="1"/>
          </p:cNvSpPr>
          <p:nvPr/>
        </p:nvSpPr>
        <p:spPr>
          <a:xfrm>
            <a:off x="6734621" y="2960489"/>
            <a:ext cx="1214140" cy="9525"/>
          </a:xfrm>
          <a:prstGeom prst="rect">
            <a:avLst/>
          </a:prstGeom>
          <a:solidFill>
            <a:srgbClr val="D6DCD9"/>
          </a:solidFill>
          <a:ln w="0">
            <a:solidFill>
              <a:srgbClr val="000000">
                <a:alpha val="0"/>
              </a:srgbClr>
            </a:solidFill>
          </a:ln>
        </p:spPr>
      </p:sp>
      <p:sp>
        <p:nvSpPr>
          <p:cNvPr id="75" name="">
            <a:extLst>
              <a:ext uri="{FF2B5EF4-FFF2-40B4-BE49-F238E27FC236}">
                <a16:creationId id="{48C976E9-1614-4C27-B052-C24BDF024558}"/>
              </a:ext>
            </a:extLst>
          </p:cNvPr>
          <p:cNvSpPr>
            <a:spLocks noGrp="1"/>
          </p:cNvSpPr>
          <p:nvPr/>
        </p:nvSpPr>
        <p:spPr>
          <a:xfrm>
            <a:off x="6810821" y="2661047"/>
            <a:ext cx="20106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B</a:t>
            </a:r>
          </a:p>
        </p:txBody>
      </p:sp>
      <p:sp>
        <p:nvSpPr>
          <p:cNvPr id="76" name="">
            <a:extLst>
              <a:ext uri="{FF2B5EF4-FFF2-40B4-BE49-F238E27FC236}">
                <a16:creationId id="{47266703-B751-49A3-A545-DD4280E3C637}"/>
              </a:ext>
            </a:extLst>
          </p:cNvPr>
          <p:cNvSpPr>
            <a:spLocks noGrp="1"/>
          </p:cNvSpPr>
          <p:nvPr/>
        </p:nvSpPr>
        <p:spPr>
          <a:xfrm>
            <a:off x="7948761" y="2960489"/>
            <a:ext cx="1268313" cy="9525"/>
          </a:xfrm>
          <a:prstGeom prst="rect">
            <a:avLst/>
          </a:prstGeom>
          <a:solidFill>
            <a:srgbClr val="D6DCD9"/>
          </a:solidFill>
          <a:ln w="0">
            <a:solidFill>
              <a:srgbClr val="000000">
                <a:alpha val="0"/>
              </a:srgbClr>
            </a:solidFill>
          </a:ln>
        </p:spPr>
      </p:sp>
      <p:sp>
        <p:nvSpPr>
          <p:cNvPr id="77" name="">
            <a:extLst>
              <a:ext uri="{FF2B5EF4-FFF2-40B4-BE49-F238E27FC236}">
                <a16:creationId id="{3E02CD77-E573-459D-9DD0-FAA9A647F771}"/>
              </a:ext>
            </a:extLst>
          </p:cNvPr>
          <p:cNvSpPr>
            <a:spLocks noGrp="1"/>
          </p:cNvSpPr>
          <p:nvPr/>
        </p:nvSpPr>
        <p:spPr>
          <a:xfrm>
            <a:off x="8596908" y="2661047"/>
            <a:ext cx="63921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25.177</a:t>
            </a:r>
          </a:p>
        </p:txBody>
      </p:sp>
      <p:sp>
        <p:nvSpPr>
          <p:cNvPr id="78" name="">
            <a:extLst>
              <a:ext uri="{FF2B5EF4-FFF2-40B4-BE49-F238E27FC236}">
                <a16:creationId id="{1F7BA2B0-834B-40F4-B146-A590BBBC29D4}"/>
              </a:ext>
            </a:extLst>
          </p:cNvPr>
          <p:cNvSpPr>
            <a:spLocks noGrp="1"/>
          </p:cNvSpPr>
          <p:nvPr/>
        </p:nvSpPr>
        <p:spPr>
          <a:xfrm>
            <a:off x="9217075" y="2960489"/>
            <a:ext cx="1268313" cy="9525"/>
          </a:xfrm>
          <a:prstGeom prst="rect">
            <a:avLst/>
          </a:prstGeom>
          <a:solidFill>
            <a:srgbClr val="D6DCD9"/>
          </a:solidFill>
          <a:ln w="0">
            <a:solidFill>
              <a:srgbClr val="000000">
                <a:alpha val="0"/>
              </a:srgbClr>
            </a:solidFill>
          </a:ln>
        </p:spPr>
      </p:sp>
      <p:sp>
        <p:nvSpPr>
          <p:cNvPr id="79" name="">
            <a:extLst>
              <a:ext uri="{FF2B5EF4-FFF2-40B4-BE49-F238E27FC236}">
                <a16:creationId id="{3181903B-F12A-427A-8260-5BEB0B05557E}"/>
              </a:ext>
            </a:extLst>
          </p:cNvPr>
          <p:cNvSpPr>
            <a:spLocks noGrp="1"/>
          </p:cNvSpPr>
          <p:nvPr/>
        </p:nvSpPr>
        <p:spPr>
          <a:xfrm>
            <a:off x="9865221" y="2661047"/>
            <a:ext cx="63921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26.378</a:t>
            </a:r>
          </a:p>
        </p:txBody>
      </p:sp>
      <p:sp>
        <p:nvSpPr>
          <p:cNvPr id="80" name="">
            <a:extLst>
              <a:ext uri="{FF2B5EF4-FFF2-40B4-BE49-F238E27FC236}">
                <a16:creationId id="{AC1CFE56-55BF-47B1-A822-19F85416572F}"/>
              </a:ext>
            </a:extLst>
          </p:cNvPr>
          <p:cNvSpPr>
            <a:spLocks noGrp="1"/>
          </p:cNvSpPr>
          <p:nvPr/>
        </p:nvSpPr>
        <p:spPr>
          <a:xfrm>
            <a:off x="10485388" y="2960489"/>
            <a:ext cx="1268462" cy="9525"/>
          </a:xfrm>
          <a:prstGeom prst="rect">
            <a:avLst/>
          </a:prstGeom>
          <a:solidFill>
            <a:srgbClr val="D6DCD9"/>
          </a:solidFill>
          <a:ln w="0">
            <a:solidFill>
              <a:srgbClr val="000000">
                <a:alpha val="0"/>
              </a:srgbClr>
            </a:solidFill>
          </a:ln>
        </p:spPr>
      </p:sp>
      <p:sp>
        <p:nvSpPr>
          <p:cNvPr id="81" name="">
            <a:extLst>
              <a:ext uri="{FF2B5EF4-FFF2-40B4-BE49-F238E27FC236}">
                <a16:creationId id="{A13C3EA8-E7DD-457C-A9F8-870FAD989730}"/>
              </a:ext>
            </a:extLst>
          </p:cNvPr>
          <p:cNvSpPr>
            <a:spLocks noGrp="1"/>
          </p:cNvSpPr>
          <p:nvPr/>
        </p:nvSpPr>
        <p:spPr>
          <a:xfrm>
            <a:off x="11133683" y="2661047"/>
            <a:ext cx="63921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27.135</a:t>
            </a:r>
          </a:p>
        </p:txBody>
      </p:sp>
      <p:sp>
        <p:nvSpPr>
          <p:cNvPr id="82" name="">
            <a:extLst>
              <a:ext uri="{FF2B5EF4-FFF2-40B4-BE49-F238E27FC236}">
                <a16:creationId id="{F7A99A51-E3FD-430D-BC82-8EFEF2123C18}"/>
              </a:ext>
            </a:extLst>
          </p:cNvPr>
          <p:cNvSpPr>
            <a:spLocks noGrp="1"/>
          </p:cNvSpPr>
          <p:nvPr/>
        </p:nvSpPr>
        <p:spPr>
          <a:xfrm>
            <a:off x="6734621" y="3359944"/>
            <a:ext cx="5019229" cy="9525"/>
          </a:xfrm>
          <a:prstGeom prst="rect">
            <a:avLst/>
          </a:prstGeom>
          <a:solidFill>
            <a:srgbClr val="9CA3AF"/>
          </a:solidFill>
          <a:ln w="0">
            <a:solidFill>
              <a:srgbClr val="000000">
                <a:alpha val="0"/>
              </a:srgbClr>
            </a:solidFill>
          </a:ln>
        </p:spPr>
      </p:sp>
      <p:sp>
        <p:nvSpPr>
          <p:cNvPr id="83" name="">
            <a:extLst>
              <a:ext uri="{FF2B5EF4-FFF2-40B4-BE49-F238E27FC236}">
                <a16:creationId id="{95FEA3F9-5F91-40C5-A0C7-238B5062596D}"/>
              </a:ext>
            </a:extLst>
          </p:cNvPr>
          <p:cNvSpPr>
            <a:spLocks noGrp="1"/>
          </p:cNvSpPr>
          <p:nvPr/>
        </p:nvSpPr>
        <p:spPr>
          <a:xfrm>
            <a:off x="6734621" y="3359944"/>
            <a:ext cx="1214140" cy="9525"/>
          </a:xfrm>
          <a:prstGeom prst="rect">
            <a:avLst/>
          </a:prstGeom>
          <a:solidFill>
            <a:srgbClr val="D6DCD9"/>
          </a:solidFill>
          <a:ln w="0">
            <a:solidFill>
              <a:srgbClr val="000000">
                <a:alpha val="0"/>
              </a:srgbClr>
            </a:solidFill>
          </a:ln>
        </p:spPr>
      </p:sp>
      <p:sp>
        <p:nvSpPr>
          <p:cNvPr id="84" name="">
            <a:extLst>
              <a:ext uri="{FF2B5EF4-FFF2-40B4-BE49-F238E27FC236}">
                <a16:creationId id="{6EC74212-D0CC-4647-9DB7-8DA250344072}"/>
              </a:ext>
            </a:extLst>
          </p:cNvPr>
          <p:cNvSpPr>
            <a:spLocks noGrp="1"/>
          </p:cNvSpPr>
          <p:nvPr/>
        </p:nvSpPr>
        <p:spPr>
          <a:xfrm>
            <a:off x="6810821" y="3060502"/>
            <a:ext cx="195858"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C</a:t>
            </a:r>
          </a:p>
        </p:txBody>
      </p:sp>
      <p:sp>
        <p:nvSpPr>
          <p:cNvPr id="85" name="">
            <a:extLst>
              <a:ext uri="{FF2B5EF4-FFF2-40B4-BE49-F238E27FC236}">
                <a16:creationId id="{06151FC5-FFBF-4B9F-8E60-E61BB3AC24D3}"/>
              </a:ext>
            </a:extLst>
          </p:cNvPr>
          <p:cNvSpPr>
            <a:spLocks noGrp="1"/>
          </p:cNvSpPr>
          <p:nvPr/>
        </p:nvSpPr>
        <p:spPr>
          <a:xfrm>
            <a:off x="7948761" y="3359944"/>
            <a:ext cx="1268313" cy="9525"/>
          </a:xfrm>
          <a:prstGeom prst="rect">
            <a:avLst/>
          </a:prstGeom>
          <a:solidFill>
            <a:srgbClr val="D6DCD9"/>
          </a:solidFill>
          <a:ln w="0">
            <a:solidFill>
              <a:srgbClr val="000000">
                <a:alpha val="0"/>
              </a:srgbClr>
            </a:solidFill>
          </a:ln>
        </p:spPr>
      </p:sp>
      <p:sp>
        <p:nvSpPr>
          <p:cNvPr id="86" name="">
            <a:extLst>
              <a:ext uri="{FF2B5EF4-FFF2-40B4-BE49-F238E27FC236}">
                <a16:creationId id="{54392F16-3DDD-485C-B241-D099CE7EFF7E}"/>
              </a:ext>
            </a:extLst>
          </p:cNvPr>
          <p:cNvSpPr>
            <a:spLocks noGrp="1"/>
          </p:cNvSpPr>
          <p:nvPr/>
        </p:nvSpPr>
        <p:spPr>
          <a:xfrm>
            <a:off x="8596908" y="3060502"/>
            <a:ext cx="63921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23.595</a:t>
            </a:r>
          </a:p>
        </p:txBody>
      </p:sp>
      <p:sp>
        <p:nvSpPr>
          <p:cNvPr id="87" name="">
            <a:extLst>
              <a:ext uri="{FF2B5EF4-FFF2-40B4-BE49-F238E27FC236}">
                <a16:creationId id="{A0AA9346-A717-4961-915F-57F12BD26AEF}"/>
              </a:ext>
            </a:extLst>
          </p:cNvPr>
          <p:cNvSpPr>
            <a:spLocks noGrp="1"/>
          </p:cNvSpPr>
          <p:nvPr/>
        </p:nvSpPr>
        <p:spPr>
          <a:xfrm>
            <a:off x="9217075" y="3359944"/>
            <a:ext cx="1268313" cy="9525"/>
          </a:xfrm>
          <a:prstGeom prst="rect">
            <a:avLst/>
          </a:prstGeom>
          <a:solidFill>
            <a:srgbClr val="D6DCD9"/>
          </a:solidFill>
          <a:ln w="0">
            <a:solidFill>
              <a:srgbClr val="000000">
                <a:alpha val="0"/>
              </a:srgbClr>
            </a:solidFill>
          </a:ln>
        </p:spPr>
      </p:sp>
      <p:sp>
        <p:nvSpPr>
          <p:cNvPr id="88" name="">
            <a:extLst>
              <a:ext uri="{FF2B5EF4-FFF2-40B4-BE49-F238E27FC236}">
                <a16:creationId id="{D0E4CC55-2352-49AB-9105-F372F83FC955}"/>
              </a:ext>
            </a:extLst>
          </p:cNvPr>
          <p:cNvSpPr>
            <a:spLocks noGrp="1"/>
          </p:cNvSpPr>
          <p:nvPr/>
        </p:nvSpPr>
        <p:spPr>
          <a:xfrm>
            <a:off x="9865221" y="3060502"/>
            <a:ext cx="63921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25.173</a:t>
            </a:r>
          </a:p>
        </p:txBody>
      </p:sp>
      <p:sp>
        <p:nvSpPr>
          <p:cNvPr id="89" name="">
            <a:extLst>
              <a:ext uri="{FF2B5EF4-FFF2-40B4-BE49-F238E27FC236}">
                <a16:creationId id="{6787559D-8A1C-4969-A12D-BDE187F5305C}"/>
              </a:ext>
            </a:extLst>
          </p:cNvPr>
          <p:cNvSpPr>
            <a:spLocks noGrp="1"/>
          </p:cNvSpPr>
          <p:nvPr/>
        </p:nvSpPr>
        <p:spPr>
          <a:xfrm>
            <a:off x="10485388" y="3359944"/>
            <a:ext cx="1268462" cy="9525"/>
          </a:xfrm>
          <a:prstGeom prst="rect">
            <a:avLst/>
          </a:prstGeom>
          <a:solidFill>
            <a:srgbClr val="D6DCD9"/>
          </a:solidFill>
          <a:ln w="0">
            <a:solidFill>
              <a:srgbClr val="000000">
                <a:alpha val="0"/>
              </a:srgbClr>
            </a:solidFill>
          </a:ln>
        </p:spPr>
      </p:sp>
      <p:sp>
        <p:nvSpPr>
          <p:cNvPr id="90" name="">
            <a:extLst>
              <a:ext uri="{FF2B5EF4-FFF2-40B4-BE49-F238E27FC236}">
                <a16:creationId id="{CFEDEDA1-A3FE-4B1D-80C2-18A092D62E74}"/>
              </a:ext>
            </a:extLst>
          </p:cNvPr>
          <p:cNvSpPr>
            <a:spLocks noGrp="1"/>
          </p:cNvSpPr>
          <p:nvPr/>
        </p:nvSpPr>
        <p:spPr>
          <a:xfrm>
            <a:off x="11133683" y="3060502"/>
            <a:ext cx="63921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26.344</a:t>
            </a:r>
          </a:p>
        </p:txBody>
      </p:sp>
      <p:sp>
        <p:nvSpPr>
          <p:cNvPr id="91" name="">
            <a:extLst>
              <a:ext uri="{FF2B5EF4-FFF2-40B4-BE49-F238E27FC236}">
                <a16:creationId id="{CB914047-1F66-4F5B-8B53-7910C88FE63D}"/>
              </a:ext>
            </a:extLst>
          </p:cNvPr>
          <p:cNvSpPr>
            <a:spLocks noGrp="1"/>
          </p:cNvSpPr>
          <p:nvPr/>
        </p:nvSpPr>
        <p:spPr>
          <a:xfrm>
            <a:off x="6734621" y="3759398"/>
            <a:ext cx="5019229" cy="9525"/>
          </a:xfrm>
          <a:prstGeom prst="rect">
            <a:avLst/>
          </a:prstGeom>
          <a:solidFill>
            <a:srgbClr val="9CA3AF"/>
          </a:solidFill>
          <a:ln w="0">
            <a:solidFill>
              <a:srgbClr val="000000">
                <a:alpha val="0"/>
              </a:srgbClr>
            </a:solidFill>
          </a:ln>
        </p:spPr>
      </p:sp>
      <p:sp>
        <p:nvSpPr>
          <p:cNvPr id="92" name="">
            <a:extLst>
              <a:ext uri="{FF2B5EF4-FFF2-40B4-BE49-F238E27FC236}">
                <a16:creationId id="{113F2017-F1FC-48B2-9AE7-7F10E99CAAE6}"/>
              </a:ext>
            </a:extLst>
          </p:cNvPr>
          <p:cNvSpPr>
            <a:spLocks noGrp="1"/>
          </p:cNvSpPr>
          <p:nvPr/>
        </p:nvSpPr>
        <p:spPr>
          <a:xfrm>
            <a:off x="6734621" y="3759398"/>
            <a:ext cx="1214140" cy="9525"/>
          </a:xfrm>
          <a:prstGeom prst="rect">
            <a:avLst/>
          </a:prstGeom>
          <a:solidFill>
            <a:srgbClr val="D6DCD9"/>
          </a:solidFill>
          <a:ln w="0">
            <a:solidFill>
              <a:srgbClr val="000000">
                <a:alpha val="0"/>
              </a:srgbClr>
            </a:solidFill>
          </a:ln>
        </p:spPr>
      </p:sp>
      <p:sp>
        <p:nvSpPr>
          <p:cNvPr id="93" name="">
            <a:extLst>
              <a:ext uri="{FF2B5EF4-FFF2-40B4-BE49-F238E27FC236}">
                <a16:creationId id="{CECD9268-3AE0-48EC-B19C-AD26C7F2A02F}"/>
              </a:ext>
            </a:extLst>
          </p:cNvPr>
          <p:cNvSpPr>
            <a:spLocks noGrp="1"/>
          </p:cNvSpPr>
          <p:nvPr/>
        </p:nvSpPr>
        <p:spPr>
          <a:xfrm>
            <a:off x="6810821" y="3459956"/>
            <a:ext cx="204043"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D</a:t>
            </a:r>
          </a:p>
        </p:txBody>
      </p:sp>
      <p:sp>
        <p:nvSpPr>
          <p:cNvPr id="94" name="">
            <a:extLst>
              <a:ext uri="{FF2B5EF4-FFF2-40B4-BE49-F238E27FC236}">
                <a16:creationId id="{56961AE8-A169-45DD-A528-67A821B9783C}"/>
              </a:ext>
            </a:extLst>
          </p:cNvPr>
          <p:cNvSpPr>
            <a:spLocks noGrp="1"/>
          </p:cNvSpPr>
          <p:nvPr/>
        </p:nvSpPr>
        <p:spPr>
          <a:xfrm>
            <a:off x="7948761" y="3759398"/>
            <a:ext cx="1268313" cy="9525"/>
          </a:xfrm>
          <a:prstGeom prst="rect">
            <a:avLst/>
          </a:prstGeom>
          <a:solidFill>
            <a:srgbClr val="D6DCD9"/>
          </a:solidFill>
          <a:ln w="0">
            <a:solidFill>
              <a:srgbClr val="000000">
                <a:alpha val="0"/>
              </a:srgbClr>
            </a:solidFill>
          </a:ln>
        </p:spPr>
      </p:sp>
      <p:sp>
        <p:nvSpPr>
          <p:cNvPr id="95" name="">
            <a:extLst>
              <a:ext uri="{FF2B5EF4-FFF2-40B4-BE49-F238E27FC236}">
                <a16:creationId id="{F45D8E99-2FFB-4D23-97D5-353083B8D139}"/>
              </a:ext>
            </a:extLst>
          </p:cNvPr>
          <p:cNvSpPr>
            <a:spLocks noGrp="1"/>
          </p:cNvSpPr>
          <p:nvPr/>
        </p:nvSpPr>
        <p:spPr>
          <a:xfrm>
            <a:off x="8596908" y="3459956"/>
            <a:ext cx="63921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22.183</a:t>
            </a:r>
          </a:p>
        </p:txBody>
      </p:sp>
      <p:sp>
        <p:nvSpPr>
          <p:cNvPr id="96" name="">
            <a:extLst>
              <a:ext uri="{FF2B5EF4-FFF2-40B4-BE49-F238E27FC236}">
                <a16:creationId id="{76F2E8E5-EA68-4153-9F85-2FD19E764422}"/>
              </a:ext>
            </a:extLst>
          </p:cNvPr>
          <p:cNvSpPr>
            <a:spLocks noGrp="1"/>
          </p:cNvSpPr>
          <p:nvPr/>
        </p:nvSpPr>
        <p:spPr>
          <a:xfrm>
            <a:off x="9217075" y="3759398"/>
            <a:ext cx="1268313" cy="9525"/>
          </a:xfrm>
          <a:prstGeom prst="rect">
            <a:avLst/>
          </a:prstGeom>
          <a:solidFill>
            <a:srgbClr val="D6DCD9"/>
          </a:solidFill>
          <a:ln w="0">
            <a:solidFill>
              <a:srgbClr val="000000">
                <a:alpha val="0"/>
              </a:srgbClr>
            </a:solidFill>
          </a:ln>
        </p:spPr>
      </p:sp>
      <p:sp>
        <p:nvSpPr>
          <p:cNvPr id="97" name="">
            <a:extLst>
              <a:ext uri="{FF2B5EF4-FFF2-40B4-BE49-F238E27FC236}">
                <a16:creationId id="{DB699BFF-F760-4330-8ADB-383E70EBD926}"/>
              </a:ext>
            </a:extLst>
          </p:cNvPr>
          <p:cNvSpPr>
            <a:spLocks noGrp="1"/>
          </p:cNvSpPr>
          <p:nvPr/>
        </p:nvSpPr>
        <p:spPr>
          <a:xfrm>
            <a:off x="9865221" y="3459956"/>
            <a:ext cx="63921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23.735</a:t>
            </a:r>
          </a:p>
        </p:txBody>
      </p:sp>
      <p:sp>
        <p:nvSpPr>
          <p:cNvPr id="98" name="">
            <a:extLst>
              <a:ext uri="{FF2B5EF4-FFF2-40B4-BE49-F238E27FC236}">
                <a16:creationId id="{E302E782-119E-41AF-95A3-95B75DA66177}"/>
              </a:ext>
            </a:extLst>
          </p:cNvPr>
          <p:cNvSpPr>
            <a:spLocks noGrp="1"/>
          </p:cNvSpPr>
          <p:nvPr/>
        </p:nvSpPr>
        <p:spPr>
          <a:xfrm>
            <a:off x="10485388" y="3759398"/>
            <a:ext cx="1268462" cy="9525"/>
          </a:xfrm>
          <a:prstGeom prst="rect">
            <a:avLst/>
          </a:prstGeom>
          <a:solidFill>
            <a:srgbClr val="D6DCD9"/>
          </a:solidFill>
          <a:ln w="0">
            <a:solidFill>
              <a:srgbClr val="000000">
                <a:alpha val="0"/>
              </a:srgbClr>
            </a:solidFill>
          </a:ln>
        </p:spPr>
      </p:sp>
      <p:sp>
        <p:nvSpPr>
          <p:cNvPr id="99" name="">
            <a:extLst>
              <a:ext uri="{FF2B5EF4-FFF2-40B4-BE49-F238E27FC236}">
                <a16:creationId id="{D096BDDC-7B1D-459E-BD83-EEA1B4A21C98}"/>
              </a:ext>
            </a:extLst>
          </p:cNvPr>
          <p:cNvSpPr>
            <a:spLocks noGrp="1"/>
          </p:cNvSpPr>
          <p:nvPr/>
        </p:nvSpPr>
        <p:spPr>
          <a:xfrm>
            <a:off x="11133683" y="3459956"/>
            <a:ext cx="63921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25.167</a:t>
            </a:r>
          </a:p>
        </p:txBody>
      </p:sp>
      <p:sp>
        <p:nvSpPr>
          <p:cNvPr id="100" name="">
            <a:extLst>
              <a:ext uri="{FF2B5EF4-FFF2-40B4-BE49-F238E27FC236}">
                <a16:creationId id="{A4A6C8D7-3294-45B9-BCE4-7CABD87F6542}"/>
              </a:ext>
            </a:extLst>
          </p:cNvPr>
          <p:cNvSpPr>
            <a:spLocks noGrp="1"/>
          </p:cNvSpPr>
          <p:nvPr/>
        </p:nvSpPr>
        <p:spPr>
          <a:xfrm>
            <a:off x="6734621" y="4158853"/>
            <a:ext cx="5019229" cy="9525"/>
          </a:xfrm>
          <a:prstGeom prst="rect">
            <a:avLst/>
          </a:prstGeom>
          <a:solidFill>
            <a:srgbClr val="9CA3AF"/>
          </a:solidFill>
          <a:ln w="0">
            <a:solidFill>
              <a:srgbClr val="000000">
                <a:alpha val="0"/>
              </a:srgbClr>
            </a:solidFill>
          </a:ln>
        </p:spPr>
      </p:sp>
      <p:sp>
        <p:nvSpPr>
          <p:cNvPr id="101" name="">
            <a:extLst>
              <a:ext uri="{FF2B5EF4-FFF2-40B4-BE49-F238E27FC236}">
                <a16:creationId id="{2C332BFF-0E45-466D-B858-DFDFCBD5BF8E}"/>
              </a:ext>
            </a:extLst>
          </p:cNvPr>
          <p:cNvSpPr>
            <a:spLocks noGrp="1"/>
          </p:cNvSpPr>
          <p:nvPr/>
        </p:nvSpPr>
        <p:spPr>
          <a:xfrm>
            <a:off x="6734621" y="4158853"/>
            <a:ext cx="1214140" cy="9525"/>
          </a:xfrm>
          <a:prstGeom prst="rect">
            <a:avLst/>
          </a:prstGeom>
          <a:solidFill>
            <a:srgbClr val="D6DCD9"/>
          </a:solidFill>
          <a:ln w="0">
            <a:solidFill>
              <a:srgbClr val="000000">
                <a:alpha val="0"/>
              </a:srgbClr>
            </a:solidFill>
          </a:ln>
        </p:spPr>
      </p:sp>
      <p:sp>
        <p:nvSpPr>
          <p:cNvPr id="102" name="">
            <a:extLst>
              <a:ext uri="{FF2B5EF4-FFF2-40B4-BE49-F238E27FC236}">
                <a16:creationId id="{757D936E-A855-475E-8748-F7F37ED6337F}"/>
              </a:ext>
            </a:extLst>
          </p:cNvPr>
          <p:cNvSpPr>
            <a:spLocks noGrp="1"/>
          </p:cNvSpPr>
          <p:nvPr/>
        </p:nvSpPr>
        <p:spPr>
          <a:xfrm>
            <a:off x="6810821" y="3859411"/>
            <a:ext cx="189756"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E</a:t>
            </a:r>
          </a:p>
        </p:txBody>
      </p:sp>
      <p:sp>
        <p:nvSpPr>
          <p:cNvPr id="103" name="">
            <a:extLst>
              <a:ext uri="{FF2B5EF4-FFF2-40B4-BE49-F238E27FC236}">
                <a16:creationId id="{2066C489-06C4-4F58-A690-351FE5A0351B}"/>
              </a:ext>
            </a:extLst>
          </p:cNvPr>
          <p:cNvSpPr>
            <a:spLocks noGrp="1"/>
          </p:cNvSpPr>
          <p:nvPr/>
        </p:nvSpPr>
        <p:spPr>
          <a:xfrm>
            <a:off x="7948761" y="4158853"/>
            <a:ext cx="1268313" cy="9525"/>
          </a:xfrm>
          <a:prstGeom prst="rect">
            <a:avLst/>
          </a:prstGeom>
          <a:solidFill>
            <a:srgbClr val="D6DCD9"/>
          </a:solidFill>
          <a:ln w="0">
            <a:solidFill>
              <a:srgbClr val="000000">
                <a:alpha val="0"/>
              </a:srgbClr>
            </a:solidFill>
          </a:ln>
        </p:spPr>
      </p:sp>
      <p:sp>
        <p:nvSpPr>
          <p:cNvPr id="104" name="">
            <a:extLst>
              <a:ext uri="{FF2B5EF4-FFF2-40B4-BE49-F238E27FC236}">
                <a16:creationId id="{8F32E02E-6B58-48CD-8C59-9FE26B3CEE85}"/>
              </a:ext>
            </a:extLst>
          </p:cNvPr>
          <p:cNvSpPr>
            <a:spLocks noGrp="1"/>
          </p:cNvSpPr>
          <p:nvPr/>
        </p:nvSpPr>
        <p:spPr>
          <a:xfrm>
            <a:off x="8596908" y="3859411"/>
            <a:ext cx="63921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23.263</a:t>
            </a:r>
          </a:p>
        </p:txBody>
      </p:sp>
      <p:sp>
        <p:nvSpPr>
          <p:cNvPr id="105" name="">
            <a:extLst>
              <a:ext uri="{FF2B5EF4-FFF2-40B4-BE49-F238E27FC236}">
                <a16:creationId id="{B53454ED-EBD1-49C6-BA07-260B9DBE36CE}"/>
              </a:ext>
            </a:extLst>
          </p:cNvPr>
          <p:cNvSpPr>
            <a:spLocks noGrp="1"/>
          </p:cNvSpPr>
          <p:nvPr/>
        </p:nvSpPr>
        <p:spPr>
          <a:xfrm>
            <a:off x="9217075" y="4158853"/>
            <a:ext cx="1268313" cy="9525"/>
          </a:xfrm>
          <a:prstGeom prst="rect">
            <a:avLst/>
          </a:prstGeom>
          <a:solidFill>
            <a:srgbClr val="D6DCD9"/>
          </a:solidFill>
          <a:ln w="0">
            <a:solidFill>
              <a:srgbClr val="000000">
                <a:alpha val="0"/>
              </a:srgbClr>
            </a:solidFill>
          </a:ln>
        </p:spPr>
      </p:sp>
      <p:sp>
        <p:nvSpPr>
          <p:cNvPr id="106" name="">
            <a:extLst>
              <a:ext uri="{FF2B5EF4-FFF2-40B4-BE49-F238E27FC236}">
                <a16:creationId id="{CE7D4BC6-0BFA-49D3-80B5-17E2025EBDDB}"/>
              </a:ext>
            </a:extLst>
          </p:cNvPr>
          <p:cNvSpPr>
            <a:spLocks noGrp="1"/>
          </p:cNvSpPr>
          <p:nvPr/>
        </p:nvSpPr>
        <p:spPr>
          <a:xfrm>
            <a:off x="9865221" y="3859411"/>
            <a:ext cx="63921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24.947</a:t>
            </a:r>
          </a:p>
        </p:txBody>
      </p:sp>
      <p:sp>
        <p:nvSpPr>
          <p:cNvPr id="107" name="">
            <a:extLst>
              <a:ext uri="{FF2B5EF4-FFF2-40B4-BE49-F238E27FC236}">
                <a16:creationId id="{5BE92597-809B-4DC3-96AC-7381798A9F2A}"/>
              </a:ext>
            </a:extLst>
          </p:cNvPr>
          <p:cNvSpPr>
            <a:spLocks noGrp="1"/>
          </p:cNvSpPr>
          <p:nvPr/>
        </p:nvSpPr>
        <p:spPr>
          <a:xfrm>
            <a:off x="10485388" y="4158853"/>
            <a:ext cx="1268462" cy="9525"/>
          </a:xfrm>
          <a:prstGeom prst="rect">
            <a:avLst/>
          </a:prstGeom>
          <a:solidFill>
            <a:srgbClr val="D6DCD9"/>
          </a:solidFill>
          <a:ln w="0">
            <a:solidFill>
              <a:srgbClr val="000000">
                <a:alpha val="0"/>
              </a:srgbClr>
            </a:solidFill>
          </a:ln>
        </p:spPr>
      </p:sp>
      <p:sp>
        <p:nvSpPr>
          <p:cNvPr id="108" name="">
            <a:extLst>
              <a:ext uri="{FF2B5EF4-FFF2-40B4-BE49-F238E27FC236}">
                <a16:creationId id="{5BC68A53-ABB9-4729-A034-306A051DFBCB}"/>
              </a:ext>
            </a:extLst>
          </p:cNvPr>
          <p:cNvSpPr>
            <a:spLocks noGrp="1"/>
          </p:cNvSpPr>
          <p:nvPr/>
        </p:nvSpPr>
        <p:spPr>
          <a:xfrm>
            <a:off x="11133683" y="3859411"/>
            <a:ext cx="639217"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20272D"/>
                </a:solidFill>
              </a:rPr>
              <a:t>25.617</a:t>
            </a:r>
          </a:p>
        </p:txBody>
      </p:sp>
      <p:sp>
        <p:nvSpPr>
          <p:cNvPr id="109" name="">
            <a:extLst>
              <a:ext uri="{FF2B5EF4-FFF2-40B4-BE49-F238E27FC236}">
                <a16:creationId id="{86DDC9F2-94E4-403F-B325-ECDFB3B1E0A9}"/>
              </a:ext>
            </a:extLst>
          </p:cNvPr>
          <p:cNvSpPr>
            <a:spLocks noGrp="1"/>
          </p:cNvSpPr>
          <p:nvPr/>
        </p:nvSpPr>
        <p:spPr>
          <a:xfrm>
            <a:off x="6734621" y="4558308"/>
            <a:ext cx="5019229" cy="9525"/>
          </a:xfrm>
          <a:prstGeom prst="rect">
            <a:avLst/>
          </a:prstGeom>
          <a:solidFill>
            <a:srgbClr val="9CA3AF"/>
          </a:solidFill>
          <a:ln w="0">
            <a:solidFill>
              <a:srgbClr val="000000">
                <a:alpha val="0"/>
              </a:srgbClr>
            </a:solidFill>
          </a:ln>
        </p:spPr>
      </p:sp>
      <p:sp>
        <p:nvSpPr>
          <p:cNvPr id="110" name="">
            <a:extLst>
              <a:ext uri="{FF2B5EF4-FFF2-40B4-BE49-F238E27FC236}">
                <a16:creationId id="{1E958B50-B3C1-4E0A-8C9F-BA7937C97ECC}"/>
              </a:ext>
            </a:extLst>
          </p:cNvPr>
          <p:cNvSpPr>
            <a:spLocks noGrp="1"/>
          </p:cNvSpPr>
          <p:nvPr/>
        </p:nvSpPr>
        <p:spPr>
          <a:xfrm>
            <a:off x="6734621" y="4168378"/>
            <a:ext cx="1214140" cy="399455"/>
          </a:xfrm>
          <a:prstGeom prst="rect">
            <a:avLst/>
          </a:prstGeom>
          <a:solidFill>
            <a:srgbClr val="E4EFED"/>
          </a:solidFill>
          <a:ln w="0">
            <a:solidFill>
              <a:srgbClr val="000000">
                <a:alpha val="0"/>
              </a:srgbClr>
            </a:solidFill>
          </a:ln>
        </p:spPr>
      </p:sp>
      <p:sp>
        <p:nvSpPr>
          <p:cNvPr id="111" name="">
            <a:extLst>
              <a:ext uri="{FF2B5EF4-FFF2-40B4-BE49-F238E27FC236}">
                <a16:creationId id="{FB447D7D-AC77-4F28-A5F6-D423C551BFA4}"/>
              </a:ext>
            </a:extLst>
          </p:cNvPr>
          <p:cNvSpPr>
            <a:spLocks noGrp="1"/>
          </p:cNvSpPr>
          <p:nvPr/>
        </p:nvSpPr>
        <p:spPr>
          <a:xfrm>
            <a:off x="6734621" y="4168378"/>
            <a:ext cx="28575" cy="399455"/>
          </a:xfrm>
          <a:prstGeom prst="rect">
            <a:avLst/>
          </a:prstGeom>
          <a:solidFill>
            <a:srgbClr val="20272D"/>
          </a:solidFill>
          <a:ln w="0">
            <a:solidFill>
              <a:srgbClr val="000000">
                <a:alpha val="0"/>
              </a:srgbClr>
            </a:solidFill>
          </a:ln>
        </p:spPr>
      </p:sp>
      <p:sp>
        <p:nvSpPr>
          <p:cNvPr id="112" name="">
            <a:extLst>
              <a:ext uri="{FF2B5EF4-FFF2-40B4-BE49-F238E27FC236}">
                <a16:creationId id="{9003B2C8-4063-4BA4-8524-76C16951CD0D}"/>
              </a:ext>
            </a:extLst>
          </p:cNvPr>
          <p:cNvSpPr>
            <a:spLocks noGrp="1"/>
          </p:cNvSpPr>
          <p:nvPr/>
        </p:nvSpPr>
        <p:spPr>
          <a:xfrm>
            <a:off x="6825109" y="4258866"/>
            <a:ext cx="503634" cy="238125"/>
          </a:xfrm>
          <a:prstGeom prst="rect">
            <a:avLst/>
          </a:prstGeom>
          <a:solidFill>
            <a:srgbClr val="000000">
              <a:alpha val="0"/>
            </a:srgbClr>
          </a:solidFill>
          <a:ln w="0">
            <a:solidFill>
              <a:srgbClr val="000000">
                <a:alpha val="0"/>
              </a:srgbClr>
            </a:solidFill>
          </a:ln>
        </p:spPr>
        <p:txBody>
          <a:bodyPr lIns="0" tIns="0" rIns="0" bIns="0" anchor="ctr"/>
          <a:lstStyle/>
          <a:p>
            <a:r>
              <a:rPr sz="1160" b="1">
                <a:solidFill>
                  <a:srgbClr val="20272D"/>
                </a:solidFill>
              </a:rPr>
              <a:t>Mean</a:t>
            </a:r>
          </a:p>
        </p:txBody>
      </p:sp>
      <p:sp>
        <p:nvSpPr>
          <p:cNvPr id="113" name="">
            <a:extLst>
              <a:ext uri="{FF2B5EF4-FFF2-40B4-BE49-F238E27FC236}">
                <a16:creationId id="{850E1DB8-41D8-4B52-8BA3-69AE0DDD3469}"/>
              </a:ext>
            </a:extLst>
          </p:cNvPr>
          <p:cNvSpPr>
            <a:spLocks noGrp="1"/>
          </p:cNvSpPr>
          <p:nvPr/>
        </p:nvSpPr>
        <p:spPr>
          <a:xfrm>
            <a:off x="7948761" y="4168378"/>
            <a:ext cx="1268313" cy="399455"/>
          </a:xfrm>
          <a:prstGeom prst="rect">
            <a:avLst/>
          </a:prstGeom>
          <a:solidFill>
            <a:srgbClr val="E4EFED"/>
          </a:solidFill>
          <a:ln w="0">
            <a:solidFill>
              <a:srgbClr val="000000">
                <a:alpha val="0"/>
              </a:srgbClr>
            </a:solidFill>
          </a:ln>
        </p:spPr>
      </p:sp>
      <p:sp>
        <p:nvSpPr>
          <p:cNvPr id="114" name="">
            <a:extLst>
              <a:ext uri="{FF2B5EF4-FFF2-40B4-BE49-F238E27FC236}">
                <a16:creationId id="{53074D48-0F7C-4630-89E9-29A8594DBDC1}"/>
              </a:ext>
            </a:extLst>
          </p:cNvPr>
          <p:cNvSpPr>
            <a:spLocks noGrp="1"/>
          </p:cNvSpPr>
          <p:nvPr/>
        </p:nvSpPr>
        <p:spPr>
          <a:xfrm>
            <a:off x="8595122" y="4258866"/>
            <a:ext cx="641003" cy="238125"/>
          </a:xfrm>
          <a:prstGeom prst="rect">
            <a:avLst/>
          </a:prstGeom>
          <a:solidFill>
            <a:srgbClr val="000000">
              <a:alpha val="0"/>
            </a:srgbClr>
          </a:solidFill>
          <a:ln w="0">
            <a:solidFill>
              <a:srgbClr val="000000">
                <a:alpha val="0"/>
              </a:srgbClr>
            </a:solidFill>
          </a:ln>
        </p:spPr>
        <p:txBody>
          <a:bodyPr lIns="0" tIns="0" rIns="0" bIns="0" anchor="ctr"/>
          <a:lstStyle/>
          <a:p>
            <a:r>
              <a:rPr sz="1160" b="1">
                <a:solidFill>
                  <a:srgbClr val="20272D"/>
                </a:solidFill>
              </a:rPr>
              <a:t>23.562</a:t>
            </a:r>
          </a:p>
        </p:txBody>
      </p:sp>
      <p:sp>
        <p:nvSpPr>
          <p:cNvPr id="115" name="">
            <a:extLst>
              <a:ext uri="{FF2B5EF4-FFF2-40B4-BE49-F238E27FC236}">
                <a16:creationId id="{DA126BB2-0DD4-4653-9B6D-86B21A31ED74}"/>
              </a:ext>
            </a:extLst>
          </p:cNvPr>
          <p:cNvSpPr>
            <a:spLocks noGrp="1"/>
          </p:cNvSpPr>
          <p:nvPr/>
        </p:nvSpPr>
        <p:spPr>
          <a:xfrm>
            <a:off x="9217075" y="4168378"/>
            <a:ext cx="1268313" cy="399455"/>
          </a:xfrm>
          <a:prstGeom prst="rect">
            <a:avLst/>
          </a:prstGeom>
          <a:solidFill>
            <a:srgbClr val="E4EFED"/>
          </a:solidFill>
          <a:ln w="0">
            <a:solidFill>
              <a:srgbClr val="000000">
                <a:alpha val="0"/>
              </a:srgbClr>
            </a:solidFill>
          </a:ln>
        </p:spPr>
      </p:sp>
      <p:sp>
        <p:nvSpPr>
          <p:cNvPr id="116" name="">
            <a:extLst>
              <a:ext uri="{FF2B5EF4-FFF2-40B4-BE49-F238E27FC236}">
                <a16:creationId id="{C2DCCB84-0A7B-4077-BA0D-28E9A5B09BC3}"/>
              </a:ext>
            </a:extLst>
          </p:cNvPr>
          <p:cNvSpPr>
            <a:spLocks noGrp="1"/>
          </p:cNvSpPr>
          <p:nvPr/>
        </p:nvSpPr>
        <p:spPr>
          <a:xfrm>
            <a:off x="9863435" y="4258866"/>
            <a:ext cx="641003" cy="238125"/>
          </a:xfrm>
          <a:prstGeom prst="rect">
            <a:avLst/>
          </a:prstGeom>
          <a:solidFill>
            <a:srgbClr val="000000">
              <a:alpha val="0"/>
            </a:srgbClr>
          </a:solidFill>
          <a:ln w="0">
            <a:solidFill>
              <a:srgbClr val="000000">
                <a:alpha val="0"/>
              </a:srgbClr>
            </a:solidFill>
          </a:ln>
        </p:spPr>
        <p:txBody>
          <a:bodyPr lIns="0" tIns="0" rIns="0" bIns="0" anchor="ctr"/>
          <a:lstStyle/>
          <a:p>
            <a:r>
              <a:rPr sz="1160" b="1">
                <a:solidFill>
                  <a:srgbClr val="20272D"/>
                </a:solidFill>
              </a:rPr>
              <a:t>25.191</a:t>
            </a:r>
          </a:p>
        </p:txBody>
      </p:sp>
      <p:sp>
        <p:nvSpPr>
          <p:cNvPr id="117" name="">
            <a:extLst>
              <a:ext uri="{FF2B5EF4-FFF2-40B4-BE49-F238E27FC236}">
                <a16:creationId id="{17CB5852-3ED5-450B-BD17-DCF54182DC02}"/>
              </a:ext>
            </a:extLst>
          </p:cNvPr>
          <p:cNvSpPr>
            <a:spLocks noGrp="1"/>
          </p:cNvSpPr>
          <p:nvPr/>
        </p:nvSpPr>
        <p:spPr>
          <a:xfrm>
            <a:off x="10485388" y="4168378"/>
            <a:ext cx="1268462" cy="399455"/>
          </a:xfrm>
          <a:prstGeom prst="rect">
            <a:avLst/>
          </a:prstGeom>
          <a:solidFill>
            <a:srgbClr val="E4EFED"/>
          </a:solidFill>
          <a:ln w="0">
            <a:solidFill>
              <a:srgbClr val="000000">
                <a:alpha val="0"/>
              </a:srgbClr>
            </a:solidFill>
          </a:ln>
        </p:spPr>
      </p:sp>
      <p:sp>
        <p:nvSpPr>
          <p:cNvPr id="118" name="">
            <a:extLst>
              <a:ext uri="{FF2B5EF4-FFF2-40B4-BE49-F238E27FC236}">
                <a16:creationId id="{11777547-D936-4D58-9E74-C9BF0B289287}"/>
              </a:ext>
            </a:extLst>
          </p:cNvPr>
          <p:cNvSpPr>
            <a:spLocks noGrp="1"/>
          </p:cNvSpPr>
          <p:nvPr/>
        </p:nvSpPr>
        <p:spPr>
          <a:xfrm>
            <a:off x="11131897" y="4258866"/>
            <a:ext cx="641003" cy="238125"/>
          </a:xfrm>
          <a:prstGeom prst="rect">
            <a:avLst/>
          </a:prstGeom>
          <a:solidFill>
            <a:srgbClr val="000000">
              <a:alpha val="0"/>
            </a:srgbClr>
          </a:solidFill>
          <a:ln w="0">
            <a:solidFill>
              <a:srgbClr val="000000">
                <a:alpha val="0"/>
              </a:srgbClr>
            </a:solidFill>
          </a:ln>
        </p:spPr>
        <p:txBody>
          <a:bodyPr lIns="0" tIns="0" rIns="0" bIns="0" anchor="ctr"/>
          <a:lstStyle/>
          <a:p>
            <a:r>
              <a:rPr sz="1160" b="1">
                <a:solidFill>
                  <a:srgbClr val="20272D"/>
                </a:solidFill>
              </a:rPr>
              <a:t>26.214</a:t>
            </a:r>
          </a:p>
        </p:txBody>
      </p:sp>
      <p:sp>
        <p:nvSpPr>
          <p:cNvPr id="119" name="">
            <a:extLst>
              <a:ext uri="{FF2B5EF4-FFF2-40B4-BE49-F238E27FC236}">
                <a16:creationId id="{08A7A294-4E4D-40FF-AB0E-E43C600A1987}"/>
              </a:ext>
            </a:extLst>
          </p:cNvPr>
          <p:cNvSpPr>
            <a:spLocks noGrp="1"/>
          </p:cNvSpPr>
          <p:nvPr/>
        </p:nvSpPr>
        <p:spPr>
          <a:xfrm>
            <a:off x="6720334" y="4744045"/>
            <a:ext cx="1443186" cy="466725"/>
          </a:xfrm>
          <a:prstGeom prst="rect">
            <a:avLst/>
          </a:prstGeom>
          <a:solidFill>
            <a:srgbClr val="000000">
              <a:alpha val="0"/>
            </a:srgbClr>
          </a:solidFill>
          <a:ln w="0">
            <a:solidFill>
              <a:srgbClr val="000000">
                <a:alpha val="0"/>
              </a:srgbClr>
            </a:solidFill>
          </a:ln>
        </p:spPr>
        <p:txBody>
          <a:bodyPr lIns="0" tIns="0" rIns="0" bIns="0" anchor="ctr"/>
          <a:lstStyle/>
          <a:p>
            <a:r>
              <a:rPr sz="1979" b="1">
                <a:solidFill>
                  <a:srgbClr val="20272D"/>
                </a:solidFill>
              </a:rPr>
              <a:t>23.263 dB</a:t>
            </a:r>
          </a:p>
        </p:txBody>
      </p:sp>
      <p:sp>
        <p:nvSpPr>
          <p:cNvPr id="120" name="">
            <a:extLst>
              <a:ext uri="{FF2B5EF4-FFF2-40B4-BE49-F238E27FC236}">
                <a16:creationId id="{375AE2B9-DF46-4F8B-8A5F-7E4137F85DC9}"/>
              </a:ext>
            </a:extLst>
          </p:cNvPr>
          <p:cNvSpPr>
            <a:spLocks noGrp="1"/>
          </p:cNvSpPr>
          <p:nvPr/>
        </p:nvSpPr>
        <p:spPr>
          <a:xfrm>
            <a:off x="6720334" y="5239345"/>
            <a:ext cx="1645444"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Unseen Expert E · Top-1</a:t>
            </a:r>
          </a:p>
        </p:txBody>
      </p:sp>
      <p:sp>
        <p:nvSpPr>
          <p:cNvPr id="121" name="">
            <a:extLst>
              <a:ext uri="{FF2B5EF4-FFF2-40B4-BE49-F238E27FC236}">
                <a16:creationId id="{D8FF55F6-4CB0-419F-981C-7355903EA8AE}"/>
              </a:ext>
            </a:extLst>
          </p:cNvPr>
          <p:cNvSpPr>
            <a:spLocks noGrp="1"/>
          </p:cNvSpPr>
          <p:nvPr/>
        </p:nvSpPr>
        <p:spPr>
          <a:xfrm>
            <a:off x="9322743" y="4744045"/>
            <a:ext cx="1072604" cy="466725"/>
          </a:xfrm>
          <a:prstGeom prst="rect">
            <a:avLst/>
          </a:prstGeom>
          <a:solidFill>
            <a:srgbClr val="000000">
              <a:alpha val="0"/>
            </a:srgbClr>
          </a:solidFill>
          <a:ln w="0">
            <a:solidFill>
              <a:srgbClr val="000000">
                <a:alpha val="0"/>
              </a:srgbClr>
            </a:solidFill>
          </a:ln>
        </p:spPr>
        <p:txBody>
          <a:bodyPr lIns="0" tIns="0" rIns="0" bIns="0" anchor="ctr"/>
          <a:lstStyle/>
          <a:p>
            <a:r>
              <a:rPr sz="1979" b="1">
                <a:solidFill>
                  <a:srgbClr val="20272D"/>
                </a:solidFill>
              </a:rPr>
              <a:t>0.8852</a:t>
            </a:r>
          </a:p>
        </p:txBody>
      </p:sp>
      <p:sp>
        <p:nvSpPr>
          <p:cNvPr id="122" name="">
            <a:extLst>
              <a:ext uri="{FF2B5EF4-FFF2-40B4-BE49-F238E27FC236}">
                <a16:creationId id="{07512441-2B06-433E-808F-C8F6A2C398A6}"/>
              </a:ext>
            </a:extLst>
          </p:cNvPr>
          <p:cNvSpPr>
            <a:spLocks noGrp="1"/>
          </p:cNvSpPr>
          <p:nvPr/>
        </p:nvSpPr>
        <p:spPr>
          <a:xfrm>
            <a:off x="9322743" y="5239345"/>
            <a:ext cx="1231850"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Mean Top-1 SSIM</a:t>
            </a:r>
          </a:p>
        </p:txBody>
      </p:sp>
      <p:sp>
        <p:nvSpPr>
          <p:cNvPr id="123" name="">
            <a:extLst>
              <a:ext uri="{FF2B5EF4-FFF2-40B4-BE49-F238E27FC236}">
                <a16:creationId id="{6A1A0984-B29D-4726-B84C-C01206FF0061}"/>
              </a:ext>
            </a:extLst>
          </p:cNvPr>
          <p:cNvSpPr>
            <a:spLocks noGrp="1"/>
          </p:cNvSpPr>
          <p:nvPr/>
        </p:nvSpPr>
        <p:spPr>
          <a:xfrm>
            <a:off x="438150" y="5578971"/>
            <a:ext cx="11315700" cy="9525"/>
          </a:xfrm>
          <a:prstGeom prst="rect">
            <a:avLst/>
          </a:prstGeom>
          <a:solidFill>
            <a:srgbClr val="20272D"/>
          </a:solidFill>
          <a:ln w="0">
            <a:solidFill>
              <a:srgbClr val="000000">
                <a:alpha val="0"/>
              </a:srgbClr>
            </a:solidFill>
          </a:ln>
        </p:spPr>
      </p:sp>
      <p:sp>
        <p:nvSpPr>
          <p:cNvPr id="124" name="">
            <a:extLst>
              <a:ext uri="{FF2B5EF4-FFF2-40B4-BE49-F238E27FC236}">
                <a16:creationId id="{C3AD6819-CADE-4623-9FAD-95D63CD7DB49}"/>
              </a:ext>
            </a:extLst>
          </p:cNvPr>
          <p:cNvSpPr>
            <a:spLocks noGrp="1"/>
          </p:cNvSpPr>
          <p:nvPr/>
        </p:nvSpPr>
        <p:spPr>
          <a:xfrm>
            <a:off x="438150" y="5731371"/>
            <a:ext cx="2739479"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20272D"/>
                </a:solidFill>
              </a:rPr>
              <a:t>*Best-of-K uses the target offline.</a:t>
            </a:r>
          </a:p>
        </p:txBody>
      </p:sp>
      <p:sp>
        <p:nvSpPr>
          <p:cNvPr id="125" name="">
            <a:extLst>
              <a:ext uri="{FF2B5EF4-FFF2-40B4-BE49-F238E27FC236}">
                <a16:creationId id="{ED1EF72E-AB5F-4C31-9E02-30EEA3C53B7E}"/>
              </a:ext>
            </a:extLst>
          </p:cNvPr>
          <p:cNvSpPr>
            <a:spLocks noGrp="1"/>
          </p:cNvSpPr>
          <p:nvPr/>
        </p:nvSpPr>
        <p:spPr>
          <a:xfrm>
            <a:off x="3082379" y="5731371"/>
            <a:ext cx="5855940"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20272D"/>
                </a:solidFill>
              </a:rPr>
              <a:t> Higher scores show candidate coverage, not automatic best-edit selection.</a:t>
            </a:r>
          </a:p>
        </p:txBody>
      </p:sp>
      <p:sp>
        <p:nvSpPr>
          <p:cNvPr id="126" name="">
            <a:extLst>
              <a:ext uri="{FF2B5EF4-FFF2-40B4-BE49-F238E27FC236}">
                <a16:creationId id="{E8DFA7DA-80E1-4F69-9180-562F94B643F9}"/>
              </a:ext>
            </a:extLst>
          </p:cNvPr>
          <p:cNvSpPr>
            <a:spLocks noGrp="1"/>
          </p:cNvSpPr>
          <p:nvPr/>
        </p:nvSpPr>
        <p:spPr>
          <a:xfrm>
            <a:off x="438150" y="6037064"/>
            <a:ext cx="6828532"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Thin rays: sampled z vectors; thick rays: representatives; black: target. Direction density is normalised per image.</a:t>
            </a:r>
          </a:p>
        </p:txBody>
      </p:sp>
      <p:sp>
        <p:nvSpPr>
          <p:cNvPr id="127" name="">
            <a:extLst>
              <a:ext uri="{FF2B5EF4-FFF2-40B4-BE49-F238E27FC236}">
                <a16:creationId id="{4161AEC6-2C5D-4032-A938-A98E2AAE5C7A}"/>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128" name="">
            <a:extLst>
              <a:ext uri="{FF2B5EF4-FFF2-40B4-BE49-F238E27FC236}">
                <a16:creationId id="{17F1C73B-1FFE-4584-B8ED-5C1DBC03D9C8}"/>
              </a:ext>
            </a:extLst>
          </p:cNvPr>
          <p:cNvSpPr>
            <a:spLocks noGrp="1"/>
          </p:cNvSpPr>
          <p:nvPr/>
        </p:nvSpPr>
        <p:spPr>
          <a:xfrm>
            <a:off x="438150" y="6480870"/>
            <a:ext cx="884783"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3.5.1</a:t>
            </a:r>
          </a:p>
        </p:txBody>
      </p:sp>
      <p:sp>
        <p:nvSpPr>
          <p:cNvPr id="129" name="">
            <a:extLst>
              <a:ext uri="{FF2B5EF4-FFF2-40B4-BE49-F238E27FC236}">
                <a16:creationId id="{5C431C90-8A8F-4E49-9C28-77FFDF20D948}"/>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17 / 25</a:t>
            </a:r>
          </a:p>
        </p:txBody>
      </p:sp>
      <p:sp>
        <p:nvSpPr>
          <p:cNvPr id="130" name="">
            <a:extLst>
              <a:ext uri="{FF2B5EF4-FFF2-40B4-BE49-F238E27FC236}">
                <a16:creationId id="{8622A36C-8FFC-4520-A3B6-4AD684E36997}"/>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4:creationId val="1044426190"/>
      </p:ext>
    </p:extLst>
  </p:cSld>
</p:sld>
</file>

<file path=ppt/slides/slide18.xml><?xml version="1.0" encoding="utf-8"?>
<p:sld xmlns:a="http://schemas.openxmlformats.org/drawingml/2006/main" xmlns:a16="http://schemas.microsoft.com/office/drawing/2014/main" xmlns:ns4="http://schemas.openxmlformats.org/drawingml/2006/chart" xmlns:ns5="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1D6A6419-A56F-430C-94FD-BBF77C991390}"/>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6883E9B6-5E23-4D19-8288-E9AFDD18847B}"/>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42459573-AEA4-4D38-A33A-7F962B049855}"/>
              </a:ext>
            </a:extLst>
          </p:cNvPr>
          <p:cNvSpPr>
            <a:spLocks noGrp="1"/>
          </p:cNvSpPr>
          <p:nvPr/>
        </p:nvSpPr>
        <p:spPr>
          <a:xfrm>
            <a:off x="660648" y="328613"/>
            <a:ext cx="375940" cy="342900"/>
          </a:xfrm>
          <a:prstGeom prst="rect">
            <a:avLst/>
          </a:prstGeom>
          <a:solidFill>
            <a:srgbClr val="F3DF4F"/>
          </a:solidFill>
          <a:ln w="0">
            <a:solidFill>
              <a:srgbClr val="000000">
                <a:alpha val="0"/>
              </a:srgbClr>
            </a:solidFill>
          </a:ln>
        </p:spPr>
      </p:sp>
      <p:sp>
        <p:nvSpPr>
          <p:cNvPr id="5" name="">
            <a:extLst>
              <a:ext uri="{FF2B5EF4-FFF2-40B4-BE49-F238E27FC236}">
                <a16:creationId id="{BC651E49-6157-44DB-806B-59DBCC010CB7}"/>
              </a:ext>
            </a:extLst>
          </p:cNvPr>
          <p:cNvSpPr>
            <a:spLocks noGrp="1"/>
          </p:cNvSpPr>
          <p:nvPr/>
        </p:nvSpPr>
        <p:spPr>
          <a:xfrm>
            <a:off x="746373" y="347663"/>
            <a:ext cx="299740"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18</a:t>
            </a:r>
          </a:p>
        </p:txBody>
      </p:sp>
      <p:sp>
        <p:nvSpPr>
          <p:cNvPr id="6" name="">
            <a:extLst>
              <a:ext uri="{FF2B5EF4-FFF2-40B4-BE49-F238E27FC236}">
                <a16:creationId id="{64CEB81F-8343-4437-B464-7628FCE21A7D}"/>
              </a:ext>
            </a:extLst>
          </p:cNvPr>
          <p:cNvSpPr>
            <a:spLocks noGrp="1"/>
          </p:cNvSpPr>
          <p:nvPr/>
        </p:nvSpPr>
        <p:spPr>
          <a:xfrm>
            <a:off x="1217563" y="242292"/>
            <a:ext cx="5157341"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Comparison with existing methods</a:t>
            </a:r>
          </a:p>
        </p:txBody>
      </p:sp>
      <p:sp>
        <p:nvSpPr>
          <p:cNvPr id="7" name="">
            <a:extLst>
              <a:ext uri="{FF2B5EF4-FFF2-40B4-BE49-F238E27FC236}">
                <a16:creationId id="{CD053679-88EF-4116-90F1-2A76662D627F}"/>
              </a:ext>
            </a:extLst>
          </p:cNvPr>
          <p:cNvSpPr>
            <a:spLocks noGrp="1"/>
          </p:cNvSpPr>
          <p:nvPr/>
        </p:nvSpPr>
        <p:spPr>
          <a:xfrm>
            <a:off x="438150" y="1144191"/>
            <a:ext cx="2585145" cy="390525"/>
          </a:xfrm>
          <a:prstGeom prst="rect">
            <a:avLst/>
          </a:prstGeom>
          <a:solidFill>
            <a:srgbClr val="000000">
              <a:alpha val="0"/>
            </a:srgbClr>
          </a:solidFill>
          <a:ln w="0">
            <a:solidFill>
              <a:srgbClr val="000000">
                <a:alpha val="0"/>
              </a:srgbClr>
            </a:solidFill>
          </a:ln>
        </p:spPr>
        <p:txBody>
          <a:bodyPr lIns="0" tIns="0" rIns="0" bIns="0" anchor="ctr"/>
          <a:lstStyle/>
          <a:p>
            <a:r>
              <a:rPr sz="1638" b="1">
                <a:solidFill>
                  <a:srgbClr val="20272D"/>
                </a:solidFill>
              </a:rPr>
              <a:t>FiveK · Top-1 PSNR (dB)</a:t>
            </a:r>
          </a:p>
        </p:txBody>
      </p:sp>
      <p:sp>
        <p:nvSpPr>
          <p:cNvPr id="8" name="">
            <a:extLst>
              <a:ext uri="{FF2B5EF4-FFF2-40B4-BE49-F238E27FC236}">
                <a16:creationId id="{5BC64DE3-EF05-434E-B459-CD7B868DEF43}"/>
              </a:ext>
            </a:extLst>
          </p:cNvPr>
          <p:cNvSpPr>
            <a:spLocks noGrp="1"/>
          </p:cNvSpPr>
          <p:nvPr/>
        </p:nvSpPr>
        <p:spPr>
          <a:xfrm>
            <a:off x="438150" y="3593902"/>
            <a:ext cx="5467350" cy="9525"/>
          </a:xfrm>
          <a:prstGeom prst="rect">
            <a:avLst/>
          </a:prstGeom>
          <a:solidFill>
            <a:srgbClr val="20272D"/>
          </a:solidFill>
          <a:ln w="0">
            <a:solidFill>
              <a:srgbClr val="000000">
                <a:alpha val="0"/>
              </a:srgbClr>
            </a:solidFill>
          </a:ln>
        </p:spPr>
      </p:sp>
      <p:sp>
        <p:nvSpPr>
          <p:cNvPr id="9" name="">
            <a:extLst>
              <a:ext uri="{FF2B5EF4-FFF2-40B4-BE49-F238E27FC236}">
                <a16:creationId id="{BB582E1A-7DC3-4D15-B009-1C5C1AA569B5}"/>
              </a:ext>
            </a:extLst>
          </p:cNvPr>
          <p:cNvSpPr>
            <a:spLocks noGrp="1"/>
          </p:cNvSpPr>
          <p:nvPr/>
        </p:nvSpPr>
        <p:spPr>
          <a:xfrm>
            <a:off x="438150" y="5025777"/>
            <a:ext cx="5467350" cy="9525"/>
          </a:xfrm>
          <a:prstGeom prst="rect">
            <a:avLst/>
          </a:prstGeom>
          <a:solidFill>
            <a:srgbClr val="20272D"/>
          </a:solidFill>
          <a:ln w="0">
            <a:solidFill>
              <a:srgbClr val="000000">
                <a:alpha val="0"/>
              </a:srgbClr>
            </a:solidFill>
          </a:ln>
        </p:spPr>
      </p:sp>
      <p:sp>
        <p:nvSpPr>
          <p:cNvPr id="10" name="">
            <a:extLst>
              <a:ext uri="{FF2B5EF4-FFF2-40B4-BE49-F238E27FC236}">
                <a16:creationId id="{89222CBB-B93B-421C-8D6F-9002F6D74266}"/>
              </a:ext>
            </a:extLst>
          </p:cNvPr>
          <p:cNvSpPr>
            <a:spLocks noGrp="1"/>
          </p:cNvSpPr>
          <p:nvPr/>
        </p:nvSpPr>
        <p:spPr>
          <a:xfrm>
            <a:off x="438150" y="3918198"/>
            <a:ext cx="5467350" cy="9525"/>
          </a:xfrm>
          <a:prstGeom prst="rect">
            <a:avLst/>
          </a:prstGeom>
          <a:solidFill>
            <a:srgbClr val="9CA3AF"/>
          </a:solidFill>
          <a:ln w="0">
            <a:solidFill>
              <a:srgbClr val="000000">
                <a:alpha val="0"/>
              </a:srgbClr>
            </a:solidFill>
          </a:ln>
        </p:spPr>
      </p:sp>
      <p:sp>
        <p:nvSpPr>
          <p:cNvPr id="11" name="">
            <a:extLst>
              <a:ext uri="{FF2B5EF4-FFF2-40B4-BE49-F238E27FC236}">
                <a16:creationId id="{335775B7-D719-4B4C-BAA1-977D2398BD07}"/>
              </a:ext>
            </a:extLst>
          </p:cNvPr>
          <p:cNvSpPr>
            <a:spLocks noGrp="1"/>
          </p:cNvSpPr>
          <p:nvPr/>
        </p:nvSpPr>
        <p:spPr>
          <a:xfrm>
            <a:off x="438150" y="3918198"/>
            <a:ext cx="1847106" cy="9525"/>
          </a:xfrm>
          <a:prstGeom prst="rect">
            <a:avLst/>
          </a:prstGeom>
          <a:solidFill>
            <a:srgbClr val="20272D"/>
          </a:solidFill>
          <a:ln w="0">
            <a:solidFill>
              <a:srgbClr val="000000">
                <a:alpha val="0"/>
              </a:srgbClr>
            </a:solidFill>
          </a:ln>
        </p:spPr>
      </p:sp>
      <p:sp>
        <p:nvSpPr>
          <p:cNvPr id="12" name="">
            <a:extLst>
              <a:ext uri="{FF2B5EF4-FFF2-40B4-BE49-F238E27FC236}">
                <a16:creationId id="{37EFA3F0-9CCB-4FAF-A31E-3FD27919D6E8}"/>
              </a:ext>
            </a:extLst>
          </p:cNvPr>
          <p:cNvSpPr>
            <a:spLocks noGrp="1"/>
          </p:cNvSpPr>
          <p:nvPr/>
        </p:nvSpPr>
        <p:spPr>
          <a:xfrm>
            <a:off x="514350" y="3660577"/>
            <a:ext cx="662732" cy="2286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METHOD</a:t>
            </a:r>
          </a:p>
        </p:txBody>
      </p:sp>
      <p:sp>
        <p:nvSpPr>
          <p:cNvPr id="13" name="">
            <a:extLst>
              <a:ext uri="{FF2B5EF4-FFF2-40B4-BE49-F238E27FC236}">
                <a16:creationId id="{F64E4136-060D-48C1-89C9-A5BD7B273ED1}"/>
              </a:ext>
            </a:extLst>
          </p:cNvPr>
          <p:cNvSpPr>
            <a:spLocks noGrp="1"/>
          </p:cNvSpPr>
          <p:nvPr/>
        </p:nvSpPr>
        <p:spPr>
          <a:xfrm>
            <a:off x="2285256" y="3918198"/>
            <a:ext cx="1295995" cy="9525"/>
          </a:xfrm>
          <a:prstGeom prst="rect">
            <a:avLst/>
          </a:prstGeom>
          <a:solidFill>
            <a:srgbClr val="20272D"/>
          </a:solidFill>
          <a:ln w="0">
            <a:solidFill>
              <a:srgbClr val="000000">
                <a:alpha val="0"/>
              </a:srgbClr>
            </a:solidFill>
          </a:ln>
        </p:spPr>
      </p:sp>
      <p:sp>
        <p:nvSpPr>
          <p:cNvPr id="14" name="">
            <a:extLst>
              <a:ext uri="{FF2B5EF4-FFF2-40B4-BE49-F238E27FC236}">
                <a16:creationId id="{2B5A79D5-5A7C-4B0E-B9AE-FA34DBABD438}"/>
              </a:ext>
            </a:extLst>
          </p:cNvPr>
          <p:cNvSpPr>
            <a:spLocks noGrp="1"/>
          </p:cNvSpPr>
          <p:nvPr/>
        </p:nvSpPr>
        <p:spPr>
          <a:xfrm>
            <a:off x="3171676" y="3660577"/>
            <a:ext cx="428625" cy="2286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SSIM</a:t>
            </a:r>
          </a:p>
        </p:txBody>
      </p:sp>
      <p:sp>
        <p:nvSpPr>
          <p:cNvPr id="15" name="">
            <a:extLst>
              <a:ext uri="{FF2B5EF4-FFF2-40B4-BE49-F238E27FC236}">
                <a16:creationId id="{7754967D-9C72-474A-864A-8BB5E88625B6}"/>
              </a:ext>
            </a:extLst>
          </p:cNvPr>
          <p:cNvSpPr>
            <a:spLocks noGrp="1"/>
          </p:cNvSpPr>
          <p:nvPr/>
        </p:nvSpPr>
        <p:spPr>
          <a:xfrm>
            <a:off x="3581251" y="3918198"/>
            <a:ext cx="2324249" cy="9525"/>
          </a:xfrm>
          <a:prstGeom prst="rect">
            <a:avLst/>
          </a:prstGeom>
          <a:solidFill>
            <a:srgbClr val="20272D"/>
          </a:solidFill>
          <a:ln w="0">
            <a:solidFill>
              <a:srgbClr val="000000">
                <a:alpha val="0"/>
              </a:srgbClr>
            </a:solidFill>
          </a:ln>
        </p:spPr>
      </p:sp>
      <p:sp>
        <p:nvSpPr>
          <p:cNvPr id="16" name="">
            <a:extLst>
              <a:ext uri="{FF2B5EF4-FFF2-40B4-BE49-F238E27FC236}">
                <a16:creationId id="{F9A90955-73DA-4AFB-BE5D-58C2D994C4CF}"/>
              </a:ext>
            </a:extLst>
          </p:cNvPr>
          <p:cNvSpPr>
            <a:spLocks noGrp="1"/>
          </p:cNvSpPr>
          <p:nvPr/>
        </p:nvSpPr>
        <p:spPr>
          <a:xfrm>
            <a:off x="4789289" y="3660577"/>
            <a:ext cx="1135261" cy="2286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HISTORY / REFS</a:t>
            </a:r>
          </a:p>
        </p:txBody>
      </p:sp>
      <p:sp>
        <p:nvSpPr>
          <p:cNvPr id="17" name="">
            <a:extLst>
              <a:ext uri="{FF2B5EF4-FFF2-40B4-BE49-F238E27FC236}">
                <a16:creationId id="{54FF5EE6-4043-4E24-8D40-6AE076F9A47B}"/>
              </a:ext>
            </a:extLst>
          </p:cNvPr>
          <p:cNvSpPr>
            <a:spLocks noGrp="1"/>
          </p:cNvSpPr>
          <p:nvPr/>
        </p:nvSpPr>
        <p:spPr>
          <a:xfrm>
            <a:off x="438150" y="4285804"/>
            <a:ext cx="5467350" cy="9525"/>
          </a:xfrm>
          <a:prstGeom prst="rect">
            <a:avLst/>
          </a:prstGeom>
          <a:solidFill>
            <a:srgbClr val="9CA3AF"/>
          </a:solidFill>
          <a:ln w="0">
            <a:solidFill>
              <a:srgbClr val="000000">
                <a:alpha val="0"/>
              </a:srgbClr>
            </a:solidFill>
          </a:ln>
        </p:spPr>
      </p:sp>
      <p:sp>
        <p:nvSpPr>
          <p:cNvPr id="18" name="">
            <a:extLst>
              <a:ext uri="{FF2B5EF4-FFF2-40B4-BE49-F238E27FC236}">
                <a16:creationId id="{DD3835A9-5280-4F04-9060-E4A9854598AD}"/>
              </a:ext>
            </a:extLst>
          </p:cNvPr>
          <p:cNvSpPr>
            <a:spLocks noGrp="1"/>
          </p:cNvSpPr>
          <p:nvPr/>
        </p:nvSpPr>
        <p:spPr>
          <a:xfrm>
            <a:off x="438150" y="4285804"/>
            <a:ext cx="1847106" cy="9525"/>
          </a:xfrm>
          <a:prstGeom prst="rect">
            <a:avLst/>
          </a:prstGeom>
          <a:solidFill>
            <a:srgbClr val="D6DCD9"/>
          </a:solidFill>
          <a:ln w="0">
            <a:solidFill>
              <a:srgbClr val="000000">
                <a:alpha val="0"/>
              </a:srgbClr>
            </a:solidFill>
          </a:ln>
        </p:spPr>
      </p:sp>
      <p:sp>
        <p:nvSpPr>
          <p:cNvPr id="19" name="">
            <a:extLst>
              <a:ext uri="{FF2B5EF4-FFF2-40B4-BE49-F238E27FC236}">
                <a16:creationId id="{9B28DE39-FEDF-416D-9BB4-DDBDFA4E0798}"/>
              </a:ext>
            </a:extLst>
          </p:cNvPr>
          <p:cNvSpPr>
            <a:spLocks noGrp="1"/>
          </p:cNvSpPr>
          <p:nvPr/>
        </p:nvSpPr>
        <p:spPr>
          <a:xfrm>
            <a:off x="514350" y="4008686"/>
            <a:ext cx="554385"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PieNet</a:t>
            </a:r>
          </a:p>
        </p:txBody>
      </p:sp>
      <p:sp>
        <p:nvSpPr>
          <p:cNvPr id="20" name="">
            <a:extLst>
              <a:ext uri="{FF2B5EF4-FFF2-40B4-BE49-F238E27FC236}">
                <a16:creationId id="{497017B8-3E9A-41A6-BF6E-C5212D068566}"/>
              </a:ext>
            </a:extLst>
          </p:cNvPr>
          <p:cNvSpPr>
            <a:spLocks noGrp="1"/>
          </p:cNvSpPr>
          <p:nvPr/>
        </p:nvSpPr>
        <p:spPr>
          <a:xfrm>
            <a:off x="2285256" y="4285804"/>
            <a:ext cx="1295995" cy="9525"/>
          </a:xfrm>
          <a:prstGeom prst="rect">
            <a:avLst/>
          </a:prstGeom>
          <a:solidFill>
            <a:srgbClr val="D6DCD9"/>
          </a:solidFill>
          <a:ln w="0">
            <a:solidFill>
              <a:srgbClr val="000000">
                <a:alpha val="0"/>
              </a:srgbClr>
            </a:solidFill>
          </a:ln>
        </p:spPr>
      </p:sp>
      <p:sp>
        <p:nvSpPr>
          <p:cNvPr id="21" name="">
            <a:extLst>
              <a:ext uri="{FF2B5EF4-FFF2-40B4-BE49-F238E27FC236}">
                <a16:creationId id="{8F843D4A-3B0D-4EE8-973C-B7A031BA9830}"/>
              </a:ext>
            </a:extLst>
          </p:cNvPr>
          <p:cNvSpPr>
            <a:spLocks noGrp="1"/>
          </p:cNvSpPr>
          <p:nvPr/>
        </p:nvSpPr>
        <p:spPr>
          <a:xfrm>
            <a:off x="3085802" y="4008686"/>
            <a:ext cx="514499"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0.851</a:t>
            </a:r>
          </a:p>
        </p:txBody>
      </p:sp>
      <p:sp>
        <p:nvSpPr>
          <p:cNvPr id="22" name="">
            <a:extLst>
              <a:ext uri="{FF2B5EF4-FFF2-40B4-BE49-F238E27FC236}">
                <a16:creationId id="{27A960DC-C370-4F86-A03F-DB8D1E3C97FF}"/>
              </a:ext>
            </a:extLst>
          </p:cNvPr>
          <p:cNvSpPr>
            <a:spLocks noGrp="1"/>
          </p:cNvSpPr>
          <p:nvPr/>
        </p:nvSpPr>
        <p:spPr>
          <a:xfrm>
            <a:off x="3581251" y="4285804"/>
            <a:ext cx="2324249" cy="9525"/>
          </a:xfrm>
          <a:prstGeom prst="rect">
            <a:avLst/>
          </a:prstGeom>
          <a:solidFill>
            <a:srgbClr val="D6DCD9"/>
          </a:solidFill>
          <a:ln w="0">
            <a:solidFill>
              <a:srgbClr val="000000">
                <a:alpha val="0"/>
              </a:srgbClr>
            </a:solidFill>
          </a:ln>
        </p:spPr>
      </p:sp>
      <p:sp>
        <p:nvSpPr>
          <p:cNvPr id="23" name="">
            <a:extLst>
              <a:ext uri="{FF2B5EF4-FFF2-40B4-BE49-F238E27FC236}">
                <a16:creationId id="{D0DD3DBF-3C10-4268-9528-6B9FF6616F05}"/>
              </a:ext>
            </a:extLst>
          </p:cNvPr>
          <p:cNvSpPr>
            <a:spLocks noGrp="1"/>
          </p:cNvSpPr>
          <p:nvPr/>
        </p:nvSpPr>
        <p:spPr>
          <a:xfrm>
            <a:off x="5549205" y="4008686"/>
            <a:ext cx="375345"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100</a:t>
            </a:r>
          </a:p>
        </p:txBody>
      </p:sp>
      <p:sp>
        <p:nvSpPr>
          <p:cNvPr id="24" name="">
            <a:extLst>
              <a:ext uri="{FF2B5EF4-FFF2-40B4-BE49-F238E27FC236}">
                <a16:creationId id="{BA6519CA-FBF6-459A-A850-0B0A06C849FF}"/>
              </a:ext>
            </a:extLst>
          </p:cNvPr>
          <p:cNvSpPr>
            <a:spLocks noGrp="1"/>
          </p:cNvSpPr>
          <p:nvPr/>
        </p:nvSpPr>
        <p:spPr>
          <a:xfrm>
            <a:off x="438150" y="4653409"/>
            <a:ext cx="5467350" cy="9525"/>
          </a:xfrm>
          <a:prstGeom prst="rect">
            <a:avLst/>
          </a:prstGeom>
          <a:solidFill>
            <a:srgbClr val="9CA3AF"/>
          </a:solidFill>
          <a:ln w="0">
            <a:solidFill>
              <a:srgbClr val="000000">
                <a:alpha val="0"/>
              </a:srgbClr>
            </a:solidFill>
          </a:ln>
        </p:spPr>
      </p:sp>
      <p:sp>
        <p:nvSpPr>
          <p:cNvPr id="25" name="">
            <a:extLst>
              <a:ext uri="{FF2B5EF4-FFF2-40B4-BE49-F238E27FC236}">
                <a16:creationId id="{2C17B027-E71A-42E6-85E4-74F420169575}"/>
              </a:ext>
            </a:extLst>
          </p:cNvPr>
          <p:cNvSpPr>
            <a:spLocks noGrp="1"/>
          </p:cNvSpPr>
          <p:nvPr/>
        </p:nvSpPr>
        <p:spPr>
          <a:xfrm>
            <a:off x="438150" y="4653409"/>
            <a:ext cx="1847106" cy="9525"/>
          </a:xfrm>
          <a:prstGeom prst="rect">
            <a:avLst/>
          </a:prstGeom>
          <a:solidFill>
            <a:srgbClr val="D6DCD9"/>
          </a:solidFill>
          <a:ln w="0">
            <a:solidFill>
              <a:srgbClr val="000000">
                <a:alpha val="0"/>
              </a:srgbClr>
            </a:solidFill>
          </a:ln>
        </p:spPr>
      </p:sp>
      <p:sp>
        <p:nvSpPr>
          <p:cNvPr id="26" name="">
            <a:extLst>
              <a:ext uri="{FF2B5EF4-FFF2-40B4-BE49-F238E27FC236}">
                <a16:creationId id="{CC6A3C58-3BC0-4847-B361-E1011E734D96}"/>
              </a:ext>
            </a:extLst>
          </p:cNvPr>
          <p:cNvSpPr>
            <a:spLocks noGrp="1"/>
          </p:cNvSpPr>
          <p:nvPr/>
        </p:nvSpPr>
        <p:spPr>
          <a:xfrm>
            <a:off x="514350" y="4376291"/>
            <a:ext cx="890588"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RefRetouch</a:t>
            </a:r>
          </a:p>
        </p:txBody>
      </p:sp>
      <p:sp>
        <p:nvSpPr>
          <p:cNvPr id="27" name="">
            <a:extLst>
              <a:ext uri="{FF2B5EF4-FFF2-40B4-BE49-F238E27FC236}">
                <a16:creationId id="{B3B7C9FD-5642-4F12-A24F-47A6C873F1FC}"/>
              </a:ext>
            </a:extLst>
          </p:cNvPr>
          <p:cNvSpPr>
            <a:spLocks noGrp="1"/>
          </p:cNvSpPr>
          <p:nvPr/>
        </p:nvSpPr>
        <p:spPr>
          <a:xfrm>
            <a:off x="2285256" y="4653409"/>
            <a:ext cx="1295995" cy="9525"/>
          </a:xfrm>
          <a:prstGeom prst="rect">
            <a:avLst/>
          </a:prstGeom>
          <a:solidFill>
            <a:srgbClr val="D6DCD9"/>
          </a:solidFill>
          <a:ln w="0">
            <a:solidFill>
              <a:srgbClr val="000000">
                <a:alpha val="0"/>
              </a:srgbClr>
            </a:solidFill>
          </a:ln>
        </p:spPr>
      </p:sp>
      <p:sp>
        <p:nvSpPr>
          <p:cNvPr id="28" name="">
            <a:extLst>
              <a:ext uri="{FF2B5EF4-FFF2-40B4-BE49-F238E27FC236}">
                <a16:creationId id="{B390BEC2-8730-4905-B763-4AC8374E7D01}"/>
              </a:ext>
            </a:extLst>
          </p:cNvPr>
          <p:cNvSpPr>
            <a:spLocks noGrp="1"/>
          </p:cNvSpPr>
          <p:nvPr/>
        </p:nvSpPr>
        <p:spPr>
          <a:xfrm>
            <a:off x="3272433" y="4376291"/>
            <a:ext cx="327868"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0.9</a:t>
            </a:r>
          </a:p>
        </p:txBody>
      </p:sp>
      <p:sp>
        <p:nvSpPr>
          <p:cNvPr id="29" name="">
            <a:extLst>
              <a:ext uri="{FF2B5EF4-FFF2-40B4-BE49-F238E27FC236}">
                <a16:creationId id="{0E9200CF-0572-4849-9D73-624A317E2DF4}"/>
              </a:ext>
            </a:extLst>
          </p:cNvPr>
          <p:cNvSpPr>
            <a:spLocks noGrp="1"/>
          </p:cNvSpPr>
          <p:nvPr/>
        </p:nvSpPr>
        <p:spPr>
          <a:xfrm>
            <a:off x="3581251" y="4653409"/>
            <a:ext cx="2324249" cy="9525"/>
          </a:xfrm>
          <a:prstGeom prst="rect">
            <a:avLst/>
          </a:prstGeom>
          <a:solidFill>
            <a:srgbClr val="D6DCD9"/>
          </a:solidFill>
          <a:ln w="0">
            <a:solidFill>
              <a:srgbClr val="000000">
                <a:alpha val="0"/>
              </a:srgbClr>
            </a:solidFill>
          </a:ln>
        </p:spPr>
      </p:sp>
      <p:sp>
        <p:nvSpPr>
          <p:cNvPr id="30" name="">
            <a:extLst>
              <a:ext uri="{FF2B5EF4-FFF2-40B4-BE49-F238E27FC236}">
                <a16:creationId id="{9D021CA0-D183-4236-8231-10D191D9BB93}"/>
              </a:ext>
            </a:extLst>
          </p:cNvPr>
          <p:cNvSpPr>
            <a:spLocks noGrp="1"/>
          </p:cNvSpPr>
          <p:nvPr/>
        </p:nvSpPr>
        <p:spPr>
          <a:xfrm>
            <a:off x="5549205" y="4376291"/>
            <a:ext cx="375345"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100</a:t>
            </a:r>
          </a:p>
        </p:txBody>
      </p:sp>
      <p:sp>
        <p:nvSpPr>
          <p:cNvPr id="31" name="">
            <a:extLst>
              <a:ext uri="{FF2B5EF4-FFF2-40B4-BE49-F238E27FC236}">
                <a16:creationId id="{4C29F944-EA01-4FE5-8CF7-8649366FE45E}"/>
              </a:ext>
            </a:extLst>
          </p:cNvPr>
          <p:cNvSpPr>
            <a:spLocks noGrp="1"/>
          </p:cNvSpPr>
          <p:nvPr/>
        </p:nvSpPr>
        <p:spPr>
          <a:xfrm>
            <a:off x="438150" y="5021014"/>
            <a:ext cx="5467350" cy="9525"/>
          </a:xfrm>
          <a:prstGeom prst="rect">
            <a:avLst/>
          </a:prstGeom>
          <a:solidFill>
            <a:srgbClr val="9CA3AF"/>
          </a:solidFill>
          <a:ln w="0">
            <a:solidFill>
              <a:srgbClr val="000000">
                <a:alpha val="0"/>
              </a:srgbClr>
            </a:solidFill>
          </a:ln>
        </p:spPr>
      </p:sp>
      <p:sp>
        <p:nvSpPr>
          <p:cNvPr id="32" name="">
            <a:extLst>
              <a:ext uri="{FF2B5EF4-FFF2-40B4-BE49-F238E27FC236}">
                <a16:creationId id="{BCD54306-1CAB-492A-912E-7A5AA4818AC4}"/>
              </a:ext>
            </a:extLst>
          </p:cNvPr>
          <p:cNvSpPr>
            <a:spLocks noGrp="1"/>
          </p:cNvSpPr>
          <p:nvPr/>
        </p:nvSpPr>
        <p:spPr>
          <a:xfrm>
            <a:off x="514350" y="4743896"/>
            <a:ext cx="813643"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Our model</a:t>
            </a:r>
          </a:p>
        </p:txBody>
      </p:sp>
      <p:sp>
        <p:nvSpPr>
          <p:cNvPr id="33" name="">
            <a:extLst>
              <a:ext uri="{FF2B5EF4-FFF2-40B4-BE49-F238E27FC236}">
                <a16:creationId id="{932DE200-827E-4539-9391-A71D987FB89B}"/>
              </a:ext>
            </a:extLst>
          </p:cNvPr>
          <p:cNvSpPr>
            <a:spLocks noGrp="1"/>
          </p:cNvSpPr>
          <p:nvPr/>
        </p:nvSpPr>
        <p:spPr>
          <a:xfrm>
            <a:off x="2992487" y="4743896"/>
            <a:ext cx="607814"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0.8852</a:t>
            </a:r>
          </a:p>
        </p:txBody>
      </p:sp>
      <p:sp>
        <p:nvSpPr>
          <p:cNvPr id="34" name="">
            <a:extLst>
              <a:ext uri="{FF2B5EF4-FFF2-40B4-BE49-F238E27FC236}">
                <a16:creationId id="{9A9ED189-A16D-4E3E-9E14-1518DF58E092}"/>
              </a:ext>
            </a:extLst>
          </p:cNvPr>
          <p:cNvSpPr>
            <a:spLocks noGrp="1"/>
          </p:cNvSpPr>
          <p:nvPr/>
        </p:nvSpPr>
        <p:spPr>
          <a:xfrm>
            <a:off x="5735836" y="4743896"/>
            <a:ext cx="188714"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20272D"/>
                </a:solidFill>
              </a:rPr>
              <a:t>8</a:t>
            </a:r>
          </a:p>
        </p:txBody>
      </p:sp>
      <p:sp>
        <p:nvSpPr>
          <p:cNvPr id="35" name="">
            <a:extLst>
              <a:ext uri="{FF2B5EF4-FFF2-40B4-BE49-F238E27FC236}">
                <a16:creationId id="{6C16D855-CDED-45B6-BE05-9E5B3B42CB7E}"/>
              </a:ext>
            </a:extLst>
          </p:cNvPr>
          <p:cNvSpPr>
            <a:spLocks noGrp="1"/>
          </p:cNvSpPr>
          <p:nvPr/>
        </p:nvSpPr>
        <p:spPr>
          <a:xfrm>
            <a:off x="438150" y="5197227"/>
            <a:ext cx="1774180" cy="419100"/>
          </a:xfrm>
          <a:prstGeom prst="rect">
            <a:avLst/>
          </a:prstGeom>
          <a:solidFill>
            <a:srgbClr val="000000">
              <a:alpha val="0"/>
            </a:srgbClr>
          </a:solidFill>
          <a:ln w="0">
            <a:solidFill>
              <a:srgbClr val="000000">
                <a:alpha val="0"/>
              </a:srgbClr>
            </a:solidFill>
          </a:ln>
        </p:spPr>
        <p:txBody>
          <a:bodyPr lIns="0" tIns="0" rIns="0" bIns="0" anchor="ctr"/>
          <a:lstStyle/>
          <a:p>
            <a:r>
              <a:rPr sz="1775" b="1">
                <a:solidFill>
                  <a:srgbClr val="20272D"/>
                </a:solidFill>
              </a:rPr>
              <a:t>PPSD: 24.5 dB</a:t>
            </a:r>
          </a:p>
        </p:txBody>
      </p:sp>
      <p:sp>
        <p:nvSpPr>
          <p:cNvPr id="36" name="">
            <a:extLst>
              <a:ext uri="{FF2B5EF4-FFF2-40B4-BE49-F238E27FC236}">
                <a16:creationId id="{00F73CAC-D6F2-46A6-9589-094E9677E5BB}"/>
              </a:ext>
            </a:extLst>
          </p:cNvPr>
          <p:cNvSpPr>
            <a:spLocks noGrp="1"/>
          </p:cNvSpPr>
          <p:nvPr/>
        </p:nvSpPr>
        <p:spPr>
          <a:xfrm>
            <a:off x="2307580" y="5298430"/>
            <a:ext cx="2635300"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PrefLUT: 22.094 dB · differing protocols</a:t>
            </a:r>
          </a:p>
        </p:txBody>
      </p:sp>
      <p:sp>
        <p:nvSpPr>
          <p:cNvPr id="37" name="">
            <a:extLst>
              <a:ext uri="{FF2B5EF4-FFF2-40B4-BE49-F238E27FC236}">
                <a16:creationId id="{5132C647-222C-4B76-8739-9EE1344D2AB4}"/>
              </a:ext>
            </a:extLst>
          </p:cNvPr>
          <p:cNvSpPr>
            <a:spLocks noGrp="1"/>
          </p:cNvSpPr>
          <p:nvPr/>
        </p:nvSpPr>
        <p:spPr>
          <a:xfrm>
            <a:off x="6286500" y="1019175"/>
            <a:ext cx="2867323" cy="390525"/>
          </a:xfrm>
          <a:prstGeom prst="rect">
            <a:avLst/>
          </a:prstGeom>
          <a:solidFill>
            <a:srgbClr val="000000">
              <a:alpha val="0"/>
            </a:srgbClr>
          </a:solidFill>
          <a:ln w="0">
            <a:solidFill>
              <a:srgbClr val="000000">
                <a:alpha val="0"/>
              </a:srgbClr>
            </a:solidFill>
          </a:ln>
        </p:spPr>
        <p:txBody>
          <a:bodyPr lIns="0" tIns="0" rIns="0" bIns="0" anchor="ctr"/>
          <a:lstStyle/>
          <a:p>
            <a:r>
              <a:rPr sz="1638" b="1">
                <a:solidFill>
                  <a:srgbClr val="20272D"/>
                </a:solidFill>
              </a:rPr>
              <a:t>PPSD candidate examples</a:t>
            </a:r>
          </a:p>
        </p:txBody>
      </p:sp>
      <p:sp>
        <p:nvSpPr>
          <p:cNvPr id="38" name="">
            <a:extLst>
              <a:ext uri="{FF2B5EF4-FFF2-40B4-BE49-F238E27FC236}">
                <a16:creationId id="{7D2E5A69-2510-4A6F-B94B-0BF5BB3F6656}"/>
              </a:ext>
            </a:extLst>
          </p:cNvPr>
          <p:cNvSpPr>
            <a:spLocks noGrp="1"/>
          </p:cNvSpPr>
          <p:nvPr/>
        </p:nvSpPr>
        <p:spPr>
          <a:xfrm>
            <a:off x="6286500" y="1430536"/>
            <a:ext cx="2691854"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Selected examples from the supplied figure</a:t>
            </a:r>
          </a:p>
        </p:txBody>
      </p:sp>
      <p:sp>
        <p:nvSpPr>
          <p:cNvPr id="39" name="">
            <a:extLst>
              <a:ext uri="{FF2B5EF4-FFF2-40B4-BE49-F238E27FC236}">
                <a16:creationId id="{5A40CB0E-0837-4D00-8410-AAFE69C3BCD9}"/>
              </a:ext>
            </a:extLst>
          </p:cNvPr>
          <p:cNvSpPr>
            <a:spLocks noGrp="1"/>
          </p:cNvSpPr>
          <p:nvPr/>
        </p:nvSpPr>
        <p:spPr>
          <a:xfrm>
            <a:off x="6847731" y="1709589"/>
            <a:ext cx="424309"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Input</a:t>
            </a:r>
          </a:p>
        </p:txBody>
      </p:sp>
      <p:sp>
        <p:nvSpPr>
          <p:cNvPr id="40" name="">
            <a:extLst>
              <a:ext uri="{FF2B5EF4-FFF2-40B4-BE49-F238E27FC236}">
                <a16:creationId id="{C47866CC-F021-43BB-8054-0A3AD5235479}"/>
              </a:ext>
            </a:extLst>
          </p:cNvPr>
          <p:cNvSpPr>
            <a:spLocks noGrp="1"/>
          </p:cNvSpPr>
          <p:nvPr/>
        </p:nvSpPr>
        <p:spPr>
          <a:xfrm>
            <a:off x="7886402" y="1709589"/>
            <a:ext cx="468957"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Target</a:t>
            </a:r>
          </a:p>
        </p:txBody>
      </p:sp>
      <p:sp>
        <p:nvSpPr>
          <p:cNvPr id="41" name="">
            <a:extLst>
              <a:ext uri="{FF2B5EF4-FFF2-40B4-BE49-F238E27FC236}">
                <a16:creationId id="{54AE1450-AE0D-4D84-A590-C1060AF95670}"/>
              </a:ext>
            </a:extLst>
          </p:cNvPr>
          <p:cNvSpPr>
            <a:spLocks noGrp="1"/>
          </p:cNvSpPr>
          <p:nvPr/>
        </p:nvSpPr>
        <p:spPr>
          <a:xfrm>
            <a:off x="9046815" y="1709589"/>
            <a:ext cx="270421"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#1</a:t>
            </a:r>
          </a:p>
        </p:txBody>
      </p:sp>
      <p:sp>
        <p:nvSpPr>
          <p:cNvPr id="42" name="">
            <a:extLst>
              <a:ext uri="{FF2B5EF4-FFF2-40B4-BE49-F238E27FC236}">
                <a16:creationId id="{9BC88728-CBCD-405A-B6D4-9244AB68DD6E}"/>
              </a:ext>
            </a:extLst>
          </p:cNvPr>
          <p:cNvSpPr>
            <a:spLocks noGrp="1"/>
          </p:cNvSpPr>
          <p:nvPr/>
        </p:nvSpPr>
        <p:spPr>
          <a:xfrm>
            <a:off x="10107811" y="1709589"/>
            <a:ext cx="270421"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#2</a:t>
            </a:r>
          </a:p>
        </p:txBody>
      </p:sp>
      <p:sp>
        <p:nvSpPr>
          <p:cNvPr id="43" name="">
            <a:extLst>
              <a:ext uri="{FF2B5EF4-FFF2-40B4-BE49-F238E27FC236}">
                <a16:creationId id="{4EAB3496-87FB-42BE-87D7-DAEB19A74E08}"/>
              </a:ext>
            </a:extLst>
          </p:cNvPr>
          <p:cNvSpPr>
            <a:spLocks noGrp="1"/>
          </p:cNvSpPr>
          <p:nvPr/>
        </p:nvSpPr>
        <p:spPr>
          <a:xfrm>
            <a:off x="11168955" y="1709589"/>
            <a:ext cx="270421"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#3</a:t>
            </a:r>
          </a:p>
        </p:txBody>
      </p:sp>
      <p:sp>
        <p:nvSpPr>
          <p:cNvPr id="44" name="">
            <a:extLst>
              <a:ext uri="{FF2B5EF4-FFF2-40B4-BE49-F238E27FC236}">
                <a16:creationId id="{C75351E5-A954-44C3-9FB8-2DE50B9A8F0C}"/>
              </a:ext>
            </a:extLst>
          </p:cNvPr>
          <p:cNvSpPr>
            <a:spLocks noGrp="1"/>
          </p:cNvSpPr>
          <p:nvPr/>
        </p:nvSpPr>
        <p:spPr>
          <a:xfrm>
            <a:off x="6286500" y="2116782"/>
            <a:ext cx="180975"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1</a:t>
            </a:r>
          </a:p>
        </p:txBody>
      </p:sp>
      <p:pic>
        <p:nvPicPr>
          <p:cNvPr id="45" name=""/>
          <p:cNvPicPr>
            <a:picLocks noChangeAspect="1"/>
          </p:cNvPicPr>
          <p:nvPr/>
        </p:nvPicPr>
        <p:blipFill>
          <a:blip r:embed="R91418166fe4e4fc9"/>
          <a:stretch/>
        </p:blipFill>
        <p:spPr>
          <a:xfrm>
            <a:off x="6797948" y="1938189"/>
            <a:ext cx="428625" cy="428625"/>
          </a:xfrm>
          <a:prstGeom prst="rect">
            <a:avLst/>
          </a:prstGeom>
        </p:spPr>
      </p:pic>
      <p:pic>
        <p:nvPicPr>
          <p:cNvPr id="46" name=""/>
          <p:cNvPicPr>
            <a:picLocks noChangeAspect="1"/>
          </p:cNvPicPr>
          <p:nvPr/>
        </p:nvPicPr>
        <p:blipFill>
          <a:blip r:embed="R48d3205aa14745f5"/>
          <a:stretch/>
        </p:blipFill>
        <p:spPr>
          <a:xfrm>
            <a:off x="7857847" y="1938189"/>
            <a:ext cx="430967" cy="428625"/>
          </a:xfrm>
          <a:prstGeom prst="rect">
            <a:avLst/>
          </a:prstGeom>
        </p:spPr>
      </p:pic>
      <p:pic>
        <p:nvPicPr>
          <p:cNvPr id="47" name=""/>
          <p:cNvPicPr>
            <a:picLocks noChangeAspect="1"/>
          </p:cNvPicPr>
          <p:nvPr/>
        </p:nvPicPr>
        <p:blipFill>
          <a:blip r:embed="R3da159990d7e4e69"/>
          <a:stretch/>
        </p:blipFill>
        <p:spPr>
          <a:xfrm>
            <a:off x="8920088" y="1938189"/>
            <a:ext cx="428625" cy="428625"/>
          </a:xfrm>
          <a:prstGeom prst="rect">
            <a:avLst/>
          </a:prstGeom>
        </p:spPr>
      </p:pic>
      <p:sp>
        <p:nvSpPr>
          <p:cNvPr id="48" name="">
            <a:extLst>
              <a:ext uri="{FF2B5EF4-FFF2-40B4-BE49-F238E27FC236}">
                <a16:creationId id="{B2345DF2-C89E-4BE3-AD75-13D5D49C20AE}"/>
              </a:ext>
            </a:extLst>
          </p:cNvPr>
          <p:cNvSpPr>
            <a:spLocks noGrp="1"/>
          </p:cNvSpPr>
          <p:nvPr/>
        </p:nvSpPr>
        <p:spPr>
          <a:xfrm>
            <a:off x="8981629" y="235728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30.03</a:t>
            </a:r>
          </a:p>
        </p:txBody>
      </p:sp>
      <p:pic>
        <p:nvPicPr>
          <p:cNvPr id="49" name=""/>
          <p:cNvPicPr>
            <a:picLocks noChangeAspect="1"/>
          </p:cNvPicPr>
          <p:nvPr/>
        </p:nvPicPr>
        <p:blipFill>
          <a:blip r:embed="Rbd9288ceb8aa4b04"/>
          <a:stretch/>
        </p:blipFill>
        <p:spPr>
          <a:xfrm>
            <a:off x="9981158" y="1938189"/>
            <a:ext cx="428625" cy="428625"/>
          </a:xfrm>
          <a:prstGeom prst="rect">
            <a:avLst/>
          </a:prstGeom>
        </p:spPr>
      </p:pic>
      <p:sp>
        <p:nvSpPr>
          <p:cNvPr id="50" name="">
            <a:extLst>
              <a:ext uri="{FF2B5EF4-FFF2-40B4-BE49-F238E27FC236}">
                <a16:creationId id="{6DE7C725-256F-4FCC-9FF7-739F054871B6}"/>
              </a:ext>
            </a:extLst>
          </p:cNvPr>
          <p:cNvSpPr>
            <a:spLocks noGrp="1"/>
          </p:cNvSpPr>
          <p:nvPr/>
        </p:nvSpPr>
        <p:spPr>
          <a:xfrm>
            <a:off x="10042624" y="235728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28.45</a:t>
            </a:r>
          </a:p>
        </p:txBody>
      </p:sp>
      <p:pic>
        <p:nvPicPr>
          <p:cNvPr id="51" name=""/>
          <p:cNvPicPr>
            <a:picLocks noChangeAspect="1"/>
          </p:cNvPicPr>
          <p:nvPr/>
        </p:nvPicPr>
        <p:blipFill>
          <a:blip r:embed="Rc15d4017e85e4021"/>
          <a:stretch/>
        </p:blipFill>
        <p:spPr>
          <a:xfrm>
            <a:off x="11042303" y="1938189"/>
            <a:ext cx="428625" cy="428625"/>
          </a:xfrm>
          <a:prstGeom prst="rect">
            <a:avLst/>
          </a:prstGeom>
        </p:spPr>
      </p:pic>
      <p:sp>
        <p:nvSpPr>
          <p:cNvPr id="52" name="">
            <a:extLst>
              <a:ext uri="{FF2B5EF4-FFF2-40B4-BE49-F238E27FC236}">
                <a16:creationId id="{7E39177E-FD48-400D-A6D7-3322E56C35A9}"/>
              </a:ext>
            </a:extLst>
          </p:cNvPr>
          <p:cNvSpPr>
            <a:spLocks noGrp="1"/>
          </p:cNvSpPr>
          <p:nvPr/>
        </p:nvSpPr>
        <p:spPr>
          <a:xfrm>
            <a:off x="11103769" y="235728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31.51</a:t>
            </a:r>
          </a:p>
        </p:txBody>
      </p:sp>
      <p:sp>
        <p:nvSpPr>
          <p:cNvPr id="53" name="">
            <a:extLst>
              <a:ext uri="{FF2B5EF4-FFF2-40B4-BE49-F238E27FC236}">
                <a16:creationId id="{B497925C-A3C0-4E63-9D4A-6A9A71D0D98B}"/>
              </a:ext>
            </a:extLst>
          </p:cNvPr>
          <p:cNvSpPr>
            <a:spLocks noGrp="1"/>
          </p:cNvSpPr>
          <p:nvPr/>
        </p:nvSpPr>
        <p:spPr>
          <a:xfrm>
            <a:off x="6286500" y="2707332"/>
            <a:ext cx="180975"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2</a:t>
            </a:r>
          </a:p>
        </p:txBody>
      </p:sp>
      <p:pic>
        <p:nvPicPr>
          <p:cNvPr id="54" name=""/>
          <p:cNvPicPr>
            <a:picLocks noChangeAspect="1"/>
          </p:cNvPicPr>
          <p:nvPr/>
        </p:nvPicPr>
        <p:blipFill>
          <a:blip r:embed="R99bfbc385eca4340"/>
          <a:stretch/>
        </p:blipFill>
        <p:spPr>
          <a:xfrm>
            <a:off x="6797948" y="2528739"/>
            <a:ext cx="428625" cy="428625"/>
          </a:xfrm>
          <a:prstGeom prst="rect">
            <a:avLst/>
          </a:prstGeom>
        </p:spPr>
      </p:pic>
      <p:pic>
        <p:nvPicPr>
          <p:cNvPr id="55" name=""/>
          <p:cNvPicPr>
            <a:picLocks noChangeAspect="1"/>
          </p:cNvPicPr>
          <p:nvPr/>
        </p:nvPicPr>
        <p:blipFill>
          <a:blip r:embed="Rf215731be38141b1"/>
          <a:stretch/>
        </p:blipFill>
        <p:spPr>
          <a:xfrm>
            <a:off x="7859018" y="2528739"/>
            <a:ext cx="428625" cy="428625"/>
          </a:xfrm>
          <a:prstGeom prst="rect">
            <a:avLst/>
          </a:prstGeom>
        </p:spPr>
      </p:pic>
      <p:pic>
        <p:nvPicPr>
          <p:cNvPr id="56" name=""/>
          <p:cNvPicPr>
            <a:picLocks noChangeAspect="1"/>
          </p:cNvPicPr>
          <p:nvPr/>
        </p:nvPicPr>
        <p:blipFill>
          <a:blip r:embed="Rf60d30474afe4544"/>
          <a:stretch/>
        </p:blipFill>
        <p:spPr>
          <a:xfrm>
            <a:off x="8918917" y="2528739"/>
            <a:ext cx="430967" cy="428625"/>
          </a:xfrm>
          <a:prstGeom prst="rect">
            <a:avLst/>
          </a:prstGeom>
        </p:spPr>
      </p:pic>
      <p:sp>
        <p:nvSpPr>
          <p:cNvPr id="57" name="">
            <a:extLst>
              <a:ext uri="{FF2B5EF4-FFF2-40B4-BE49-F238E27FC236}">
                <a16:creationId id="{0146192E-F9ED-40E0-994C-881EB915396E}"/>
              </a:ext>
            </a:extLst>
          </p:cNvPr>
          <p:cNvSpPr>
            <a:spLocks noGrp="1"/>
          </p:cNvSpPr>
          <p:nvPr/>
        </p:nvSpPr>
        <p:spPr>
          <a:xfrm>
            <a:off x="8981629" y="294783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31.87</a:t>
            </a:r>
          </a:p>
        </p:txBody>
      </p:sp>
      <p:pic>
        <p:nvPicPr>
          <p:cNvPr id="58" name=""/>
          <p:cNvPicPr>
            <a:picLocks noChangeAspect="1"/>
          </p:cNvPicPr>
          <p:nvPr/>
        </p:nvPicPr>
        <p:blipFill>
          <a:blip r:embed="R976c7826cece4dd0"/>
          <a:stretch/>
        </p:blipFill>
        <p:spPr>
          <a:xfrm>
            <a:off x="9981158" y="2528739"/>
            <a:ext cx="428625" cy="428625"/>
          </a:xfrm>
          <a:prstGeom prst="rect">
            <a:avLst/>
          </a:prstGeom>
        </p:spPr>
      </p:pic>
      <p:sp>
        <p:nvSpPr>
          <p:cNvPr id="59" name="">
            <a:extLst>
              <a:ext uri="{FF2B5EF4-FFF2-40B4-BE49-F238E27FC236}">
                <a16:creationId id="{32E3F052-29FB-4327-93EE-658DA1573B45}"/>
              </a:ext>
            </a:extLst>
          </p:cNvPr>
          <p:cNvSpPr>
            <a:spLocks noGrp="1"/>
          </p:cNvSpPr>
          <p:nvPr/>
        </p:nvSpPr>
        <p:spPr>
          <a:xfrm>
            <a:off x="10042624" y="294783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29.23</a:t>
            </a:r>
          </a:p>
        </p:txBody>
      </p:sp>
      <p:pic>
        <p:nvPicPr>
          <p:cNvPr id="60" name=""/>
          <p:cNvPicPr>
            <a:picLocks noChangeAspect="1"/>
          </p:cNvPicPr>
          <p:nvPr/>
        </p:nvPicPr>
        <p:blipFill>
          <a:blip r:embed="R18c1bd4301474b51"/>
          <a:stretch/>
        </p:blipFill>
        <p:spPr>
          <a:xfrm>
            <a:off x="11041132" y="2528739"/>
            <a:ext cx="430967" cy="428625"/>
          </a:xfrm>
          <a:prstGeom prst="rect">
            <a:avLst/>
          </a:prstGeom>
        </p:spPr>
      </p:pic>
      <p:sp>
        <p:nvSpPr>
          <p:cNvPr id="61" name="">
            <a:extLst>
              <a:ext uri="{FF2B5EF4-FFF2-40B4-BE49-F238E27FC236}">
                <a16:creationId id="{0ECA00E6-096C-46D7-A4C1-315C288137EE}"/>
              </a:ext>
            </a:extLst>
          </p:cNvPr>
          <p:cNvSpPr>
            <a:spLocks noGrp="1"/>
          </p:cNvSpPr>
          <p:nvPr/>
        </p:nvSpPr>
        <p:spPr>
          <a:xfrm>
            <a:off x="11103769" y="294783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31.36</a:t>
            </a:r>
          </a:p>
        </p:txBody>
      </p:sp>
      <p:sp>
        <p:nvSpPr>
          <p:cNvPr id="62" name="">
            <a:extLst>
              <a:ext uri="{FF2B5EF4-FFF2-40B4-BE49-F238E27FC236}">
                <a16:creationId id="{15A11B32-F564-42C5-A080-EECA85FAF211}"/>
              </a:ext>
            </a:extLst>
          </p:cNvPr>
          <p:cNvSpPr>
            <a:spLocks noGrp="1"/>
          </p:cNvSpPr>
          <p:nvPr/>
        </p:nvSpPr>
        <p:spPr>
          <a:xfrm>
            <a:off x="6286500" y="3297882"/>
            <a:ext cx="180975"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3</a:t>
            </a:r>
          </a:p>
        </p:txBody>
      </p:sp>
      <p:pic>
        <p:nvPicPr>
          <p:cNvPr id="63" name=""/>
          <p:cNvPicPr>
            <a:picLocks noChangeAspect="1"/>
          </p:cNvPicPr>
          <p:nvPr/>
        </p:nvPicPr>
        <p:blipFill>
          <a:blip r:embed="R1302c78ff9e14f6c"/>
          <a:stretch/>
        </p:blipFill>
        <p:spPr>
          <a:xfrm>
            <a:off x="6797948" y="3119289"/>
            <a:ext cx="428625" cy="428625"/>
          </a:xfrm>
          <a:prstGeom prst="rect">
            <a:avLst/>
          </a:prstGeom>
        </p:spPr>
      </p:pic>
      <p:pic>
        <p:nvPicPr>
          <p:cNvPr id="64" name=""/>
          <p:cNvPicPr>
            <a:picLocks noChangeAspect="1"/>
          </p:cNvPicPr>
          <p:nvPr/>
        </p:nvPicPr>
        <p:blipFill>
          <a:blip r:embed="R9ddd36520c9946fe"/>
          <a:stretch/>
        </p:blipFill>
        <p:spPr>
          <a:xfrm>
            <a:off x="7857847" y="3119289"/>
            <a:ext cx="430967" cy="428625"/>
          </a:xfrm>
          <a:prstGeom prst="rect">
            <a:avLst/>
          </a:prstGeom>
        </p:spPr>
      </p:pic>
      <p:pic>
        <p:nvPicPr>
          <p:cNvPr id="65" name=""/>
          <p:cNvPicPr>
            <a:picLocks noChangeAspect="1"/>
          </p:cNvPicPr>
          <p:nvPr/>
        </p:nvPicPr>
        <p:blipFill>
          <a:blip r:embed="R021792e18f1c4b2c"/>
          <a:stretch/>
        </p:blipFill>
        <p:spPr>
          <a:xfrm>
            <a:off x="8920088" y="3119289"/>
            <a:ext cx="428625" cy="428625"/>
          </a:xfrm>
          <a:prstGeom prst="rect">
            <a:avLst/>
          </a:prstGeom>
        </p:spPr>
      </p:pic>
      <p:sp>
        <p:nvSpPr>
          <p:cNvPr id="66" name="">
            <a:extLst>
              <a:ext uri="{FF2B5EF4-FFF2-40B4-BE49-F238E27FC236}">
                <a16:creationId id="{D691C6B4-22D9-4141-ACCB-EE936068E626}"/>
              </a:ext>
            </a:extLst>
          </p:cNvPr>
          <p:cNvSpPr>
            <a:spLocks noGrp="1"/>
          </p:cNvSpPr>
          <p:nvPr/>
        </p:nvSpPr>
        <p:spPr>
          <a:xfrm>
            <a:off x="8981629" y="353838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31.94</a:t>
            </a:r>
          </a:p>
        </p:txBody>
      </p:sp>
      <p:pic>
        <p:nvPicPr>
          <p:cNvPr id="67" name=""/>
          <p:cNvPicPr>
            <a:picLocks noChangeAspect="1"/>
          </p:cNvPicPr>
          <p:nvPr/>
        </p:nvPicPr>
        <p:blipFill>
          <a:blip r:embed="Rc8a129d8b2e844ec"/>
          <a:stretch/>
        </p:blipFill>
        <p:spPr>
          <a:xfrm>
            <a:off x="9981158" y="3119289"/>
            <a:ext cx="428625" cy="428625"/>
          </a:xfrm>
          <a:prstGeom prst="rect">
            <a:avLst/>
          </a:prstGeom>
        </p:spPr>
      </p:pic>
      <p:sp>
        <p:nvSpPr>
          <p:cNvPr id="68" name="">
            <a:extLst>
              <a:ext uri="{FF2B5EF4-FFF2-40B4-BE49-F238E27FC236}">
                <a16:creationId id="{05D7D054-C2EB-4894-9F88-C7715A7DA785}"/>
              </a:ext>
            </a:extLst>
          </p:cNvPr>
          <p:cNvSpPr>
            <a:spLocks noGrp="1"/>
          </p:cNvSpPr>
          <p:nvPr/>
        </p:nvSpPr>
        <p:spPr>
          <a:xfrm>
            <a:off x="10042624" y="353838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36.63</a:t>
            </a:r>
          </a:p>
        </p:txBody>
      </p:sp>
      <p:pic>
        <p:nvPicPr>
          <p:cNvPr id="69" name=""/>
          <p:cNvPicPr>
            <a:picLocks noChangeAspect="1"/>
          </p:cNvPicPr>
          <p:nvPr/>
        </p:nvPicPr>
        <p:blipFill>
          <a:blip r:embed="R6784625632bb454a"/>
          <a:stretch/>
        </p:blipFill>
        <p:spPr>
          <a:xfrm>
            <a:off x="11042303" y="3119289"/>
            <a:ext cx="428625" cy="428625"/>
          </a:xfrm>
          <a:prstGeom prst="rect">
            <a:avLst/>
          </a:prstGeom>
        </p:spPr>
      </p:pic>
      <p:sp>
        <p:nvSpPr>
          <p:cNvPr id="70" name="">
            <a:extLst>
              <a:ext uri="{FF2B5EF4-FFF2-40B4-BE49-F238E27FC236}">
                <a16:creationId id="{FE0C7F9C-B2B6-4328-ADFF-28BA8FD2350E}"/>
              </a:ext>
            </a:extLst>
          </p:cNvPr>
          <p:cNvSpPr>
            <a:spLocks noGrp="1"/>
          </p:cNvSpPr>
          <p:nvPr/>
        </p:nvSpPr>
        <p:spPr>
          <a:xfrm>
            <a:off x="11103769" y="353838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18.55</a:t>
            </a:r>
          </a:p>
        </p:txBody>
      </p:sp>
      <p:sp>
        <p:nvSpPr>
          <p:cNvPr id="71" name="">
            <a:extLst>
              <a:ext uri="{FF2B5EF4-FFF2-40B4-BE49-F238E27FC236}">
                <a16:creationId id="{9F65CA27-9488-4CBB-998D-6B1296D781ED}"/>
              </a:ext>
            </a:extLst>
          </p:cNvPr>
          <p:cNvSpPr>
            <a:spLocks noGrp="1"/>
          </p:cNvSpPr>
          <p:nvPr/>
        </p:nvSpPr>
        <p:spPr>
          <a:xfrm>
            <a:off x="6286500" y="3888432"/>
            <a:ext cx="180975"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4</a:t>
            </a:r>
          </a:p>
        </p:txBody>
      </p:sp>
      <p:pic>
        <p:nvPicPr>
          <p:cNvPr id="72" name=""/>
          <p:cNvPicPr>
            <a:picLocks noChangeAspect="1"/>
          </p:cNvPicPr>
          <p:nvPr/>
        </p:nvPicPr>
        <p:blipFill>
          <a:blip r:embed="R41db960b76f74ae4"/>
          <a:stretch/>
        </p:blipFill>
        <p:spPr>
          <a:xfrm>
            <a:off x="6797948" y="3709839"/>
            <a:ext cx="428625" cy="428625"/>
          </a:xfrm>
          <a:prstGeom prst="rect">
            <a:avLst/>
          </a:prstGeom>
        </p:spPr>
      </p:pic>
      <p:pic>
        <p:nvPicPr>
          <p:cNvPr id="73" name=""/>
          <p:cNvPicPr>
            <a:picLocks noChangeAspect="1"/>
          </p:cNvPicPr>
          <p:nvPr/>
        </p:nvPicPr>
        <p:blipFill>
          <a:blip r:embed="R2be2f09eda7145d1"/>
          <a:stretch/>
        </p:blipFill>
        <p:spPr>
          <a:xfrm>
            <a:off x="7859018" y="3709839"/>
            <a:ext cx="428625" cy="428625"/>
          </a:xfrm>
          <a:prstGeom prst="rect">
            <a:avLst/>
          </a:prstGeom>
        </p:spPr>
      </p:pic>
      <p:pic>
        <p:nvPicPr>
          <p:cNvPr id="74" name=""/>
          <p:cNvPicPr>
            <a:picLocks noChangeAspect="1"/>
          </p:cNvPicPr>
          <p:nvPr/>
        </p:nvPicPr>
        <p:blipFill>
          <a:blip r:embed="R5c27a9ffbedd42ec"/>
          <a:stretch/>
        </p:blipFill>
        <p:spPr>
          <a:xfrm>
            <a:off x="8918917" y="3709839"/>
            <a:ext cx="430967" cy="428625"/>
          </a:xfrm>
          <a:prstGeom prst="rect">
            <a:avLst/>
          </a:prstGeom>
        </p:spPr>
      </p:pic>
      <p:sp>
        <p:nvSpPr>
          <p:cNvPr id="75" name="">
            <a:extLst>
              <a:ext uri="{FF2B5EF4-FFF2-40B4-BE49-F238E27FC236}">
                <a16:creationId id="{AD3BC2E5-D0C3-4712-9D12-E28CA376683C}"/>
              </a:ext>
            </a:extLst>
          </p:cNvPr>
          <p:cNvSpPr>
            <a:spLocks noGrp="1"/>
          </p:cNvSpPr>
          <p:nvPr/>
        </p:nvSpPr>
        <p:spPr>
          <a:xfrm>
            <a:off x="8981629" y="412893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33.50</a:t>
            </a:r>
          </a:p>
        </p:txBody>
      </p:sp>
      <p:pic>
        <p:nvPicPr>
          <p:cNvPr id="76" name=""/>
          <p:cNvPicPr>
            <a:picLocks noChangeAspect="1"/>
          </p:cNvPicPr>
          <p:nvPr/>
        </p:nvPicPr>
        <p:blipFill>
          <a:blip r:embed="R5b9644406f704206"/>
          <a:stretch/>
        </p:blipFill>
        <p:spPr>
          <a:xfrm>
            <a:off x="9981158" y="3709839"/>
            <a:ext cx="428625" cy="428625"/>
          </a:xfrm>
          <a:prstGeom prst="rect">
            <a:avLst/>
          </a:prstGeom>
        </p:spPr>
      </p:pic>
      <p:sp>
        <p:nvSpPr>
          <p:cNvPr id="77" name="">
            <a:extLst>
              <a:ext uri="{FF2B5EF4-FFF2-40B4-BE49-F238E27FC236}">
                <a16:creationId id="{04E70FE6-C13A-40C0-80A4-50C3BF57CA01}"/>
              </a:ext>
            </a:extLst>
          </p:cNvPr>
          <p:cNvSpPr>
            <a:spLocks noGrp="1"/>
          </p:cNvSpPr>
          <p:nvPr/>
        </p:nvSpPr>
        <p:spPr>
          <a:xfrm>
            <a:off x="10042624" y="412893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34.84</a:t>
            </a:r>
          </a:p>
        </p:txBody>
      </p:sp>
      <p:pic>
        <p:nvPicPr>
          <p:cNvPr id="78" name=""/>
          <p:cNvPicPr>
            <a:picLocks noChangeAspect="1"/>
          </p:cNvPicPr>
          <p:nvPr/>
        </p:nvPicPr>
        <p:blipFill>
          <a:blip r:embed="R598d46c060ff4fb7"/>
          <a:stretch/>
        </p:blipFill>
        <p:spPr>
          <a:xfrm>
            <a:off x="11041132" y="3709839"/>
            <a:ext cx="430967" cy="428625"/>
          </a:xfrm>
          <a:prstGeom prst="rect">
            <a:avLst/>
          </a:prstGeom>
        </p:spPr>
      </p:pic>
      <p:sp>
        <p:nvSpPr>
          <p:cNvPr id="79" name="">
            <a:extLst>
              <a:ext uri="{FF2B5EF4-FFF2-40B4-BE49-F238E27FC236}">
                <a16:creationId id="{3CEB2DAE-365F-4A2A-8280-84EACC89935B}"/>
              </a:ext>
            </a:extLst>
          </p:cNvPr>
          <p:cNvSpPr>
            <a:spLocks noGrp="1"/>
          </p:cNvSpPr>
          <p:nvPr/>
        </p:nvSpPr>
        <p:spPr>
          <a:xfrm>
            <a:off x="11103769" y="412893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20.90</a:t>
            </a:r>
          </a:p>
        </p:txBody>
      </p:sp>
      <p:sp>
        <p:nvSpPr>
          <p:cNvPr id="80" name="">
            <a:extLst>
              <a:ext uri="{FF2B5EF4-FFF2-40B4-BE49-F238E27FC236}">
                <a16:creationId id="{2633BF2A-2155-449E-847F-DAAC78253D05}"/>
              </a:ext>
            </a:extLst>
          </p:cNvPr>
          <p:cNvSpPr>
            <a:spLocks noGrp="1"/>
          </p:cNvSpPr>
          <p:nvPr/>
        </p:nvSpPr>
        <p:spPr>
          <a:xfrm>
            <a:off x="6286500" y="4478982"/>
            <a:ext cx="180975"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5</a:t>
            </a:r>
          </a:p>
        </p:txBody>
      </p:sp>
      <p:pic>
        <p:nvPicPr>
          <p:cNvPr id="81" name=""/>
          <p:cNvPicPr>
            <a:picLocks noChangeAspect="1"/>
          </p:cNvPicPr>
          <p:nvPr/>
        </p:nvPicPr>
        <p:blipFill>
          <a:blip r:embed="R8bc24ee87e05427c"/>
          <a:stretch/>
        </p:blipFill>
        <p:spPr>
          <a:xfrm>
            <a:off x="6797948" y="4300389"/>
            <a:ext cx="428625" cy="428625"/>
          </a:xfrm>
          <a:prstGeom prst="rect">
            <a:avLst/>
          </a:prstGeom>
        </p:spPr>
      </p:pic>
      <p:pic>
        <p:nvPicPr>
          <p:cNvPr id="82" name=""/>
          <p:cNvPicPr>
            <a:picLocks noChangeAspect="1"/>
          </p:cNvPicPr>
          <p:nvPr/>
        </p:nvPicPr>
        <p:blipFill>
          <a:blip r:embed="R29d9c281c0bb45d6"/>
          <a:stretch/>
        </p:blipFill>
        <p:spPr>
          <a:xfrm>
            <a:off x="7857847" y="4300389"/>
            <a:ext cx="430967" cy="428625"/>
          </a:xfrm>
          <a:prstGeom prst="rect">
            <a:avLst/>
          </a:prstGeom>
        </p:spPr>
      </p:pic>
      <p:pic>
        <p:nvPicPr>
          <p:cNvPr id="83" name=""/>
          <p:cNvPicPr>
            <a:picLocks noChangeAspect="1"/>
          </p:cNvPicPr>
          <p:nvPr/>
        </p:nvPicPr>
        <p:blipFill>
          <a:blip r:embed="R68f6ee66349849a4"/>
          <a:stretch/>
        </p:blipFill>
        <p:spPr>
          <a:xfrm>
            <a:off x="8920088" y="4300389"/>
            <a:ext cx="428625" cy="428625"/>
          </a:xfrm>
          <a:prstGeom prst="rect">
            <a:avLst/>
          </a:prstGeom>
        </p:spPr>
      </p:pic>
      <p:sp>
        <p:nvSpPr>
          <p:cNvPr id="84" name="">
            <a:extLst>
              <a:ext uri="{FF2B5EF4-FFF2-40B4-BE49-F238E27FC236}">
                <a16:creationId id="{4B87EB5A-3219-4DE7-8014-78F99D556853}"/>
              </a:ext>
            </a:extLst>
          </p:cNvPr>
          <p:cNvSpPr>
            <a:spLocks noGrp="1"/>
          </p:cNvSpPr>
          <p:nvPr/>
        </p:nvSpPr>
        <p:spPr>
          <a:xfrm>
            <a:off x="8981629" y="471948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32.50</a:t>
            </a:r>
          </a:p>
        </p:txBody>
      </p:sp>
      <p:pic>
        <p:nvPicPr>
          <p:cNvPr id="85" name=""/>
          <p:cNvPicPr>
            <a:picLocks noChangeAspect="1"/>
          </p:cNvPicPr>
          <p:nvPr/>
        </p:nvPicPr>
        <p:blipFill>
          <a:blip r:embed="R016c90a777404b36"/>
          <a:stretch/>
        </p:blipFill>
        <p:spPr>
          <a:xfrm>
            <a:off x="9981158" y="4300389"/>
            <a:ext cx="428625" cy="428625"/>
          </a:xfrm>
          <a:prstGeom prst="rect">
            <a:avLst/>
          </a:prstGeom>
        </p:spPr>
      </p:pic>
      <p:sp>
        <p:nvSpPr>
          <p:cNvPr id="86" name="">
            <a:extLst>
              <a:ext uri="{FF2B5EF4-FFF2-40B4-BE49-F238E27FC236}">
                <a16:creationId id="{A5F6FE17-1EA5-4D8E-A0AD-533AA2C61BC0}"/>
              </a:ext>
            </a:extLst>
          </p:cNvPr>
          <p:cNvSpPr>
            <a:spLocks noGrp="1"/>
          </p:cNvSpPr>
          <p:nvPr/>
        </p:nvSpPr>
        <p:spPr>
          <a:xfrm>
            <a:off x="10042624" y="471948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27.46</a:t>
            </a:r>
          </a:p>
        </p:txBody>
      </p:sp>
      <p:pic>
        <p:nvPicPr>
          <p:cNvPr id="87" name=""/>
          <p:cNvPicPr>
            <a:picLocks noChangeAspect="1"/>
          </p:cNvPicPr>
          <p:nvPr/>
        </p:nvPicPr>
        <p:blipFill>
          <a:blip r:embed="R8400e81965744ad2"/>
          <a:stretch/>
        </p:blipFill>
        <p:spPr>
          <a:xfrm>
            <a:off x="11042303" y="4300389"/>
            <a:ext cx="428625" cy="428625"/>
          </a:xfrm>
          <a:prstGeom prst="rect">
            <a:avLst/>
          </a:prstGeom>
        </p:spPr>
      </p:pic>
      <p:sp>
        <p:nvSpPr>
          <p:cNvPr id="88" name="">
            <a:extLst>
              <a:ext uri="{FF2B5EF4-FFF2-40B4-BE49-F238E27FC236}">
                <a16:creationId id="{381658BF-6867-41C2-8FD3-B7598BBB8EF7}"/>
              </a:ext>
            </a:extLst>
          </p:cNvPr>
          <p:cNvSpPr>
            <a:spLocks noGrp="1"/>
          </p:cNvSpPr>
          <p:nvPr/>
        </p:nvSpPr>
        <p:spPr>
          <a:xfrm>
            <a:off x="11103769" y="471948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27.23</a:t>
            </a:r>
          </a:p>
        </p:txBody>
      </p:sp>
      <p:sp>
        <p:nvSpPr>
          <p:cNvPr id="89" name="">
            <a:extLst>
              <a:ext uri="{FF2B5EF4-FFF2-40B4-BE49-F238E27FC236}">
                <a16:creationId id="{1A1C2DF3-2F6A-43CF-89E4-0CDEAF189E86}"/>
              </a:ext>
            </a:extLst>
          </p:cNvPr>
          <p:cNvSpPr>
            <a:spLocks noGrp="1"/>
          </p:cNvSpPr>
          <p:nvPr/>
        </p:nvSpPr>
        <p:spPr>
          <a:xfrm>
            <a:off x="6286500" y="5069532"/>
            <a:ext cx="180975"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6</a:t>
            </a:r>
          </a:p>
        </p:txBody>
      </p:sp>
      <p:pic>
        <p:nvPicPr>
          <p:cNvPr id="90" name=""/>
          <p:cNvPicPr>
            <a:picLocks noChangeAspect="1"/>
          </p:cNvPicPr>
          <p:nvPr/>
        </p:nvPicPr>
        <p:blipFill>
          <a:blip r:embed="Rca5ee9ea1467422c"/>
          <a:stretch/>
        </p:blipFill>
        <p:spPr>
          <a:xfrm>
            <a:off x="6797948" y="4890939"/>
            <a:ext cx="428625" cy="428625"/>
          </a:xfrm>
          <a:prstGeom prst="rect">
            <a:avLst/>
          </a:prstGeom>
        </p:spPr>
      </p:pic>
      <p:pic>
        <p:nvPicPr>
          <p:cNvPr id="91" name=""/>
          <p:cNvPicPr>
            <a:picLocks noChangeAspect="1"/>
          </p:cNvPicPr>
          <p:nvPr/>
        </p:nvPicPr>
        <p:blipFill>
          <a:blip r:embed="R3d6f2cec58114ef1"/>
          <a:stretch/>
        </p:blipFill>
        <p:spPr>
          <a:xfrm>
            <a:off x="7859018" y="4890939"/>
            <a:ext cx="428625" cy="428625"/>
          </a:xfrm>
          <a:prstGeom prst="rect">
            <a:avLst/>
          </a:prstGeom>
        </p:spPr>
      </p:pic>
      <p:pic>
        <p:nvPicPr>
          <p:cNvPr id="92" name=""/>
          <p:cNvPicPr>
            <a:picLocks noChangeAspect="1"/>
          </p:cNvPicPr>
          <p:nvPr/>
        </p:nvPicPr>
        <p:blipFill>
          <a:blip r:embed="R2194a1b58b714b26"/>
          <a:stretch/>
        </p:blipFill>
        <p:spPr>
          <a:xfrm>
            <a:off x="8918917" y="4890939"/>
            <a:ext cx="430967" cy="428625"/>
          </a:xfrm>
          <a:prstGeom prst="rect">
            <a:avLst/>
          </a:prstGeom>
        </p:spPr>
      </p:pic>
      <p:sp>
        <p:nvSpPr>
          <p:cNvPr id="93" name="">
            <a:extLst>
              <a:ext uri="{FF2B5EF4-FFF2-40B4-BE49-F238E27FC236}">
                <a16:creationId id="{8437CAEA-3E1E-4F32-B0D8-4D80AB862342}"/>
              </a:ext>
            </a:extLst>
          </p:cNvPr>
          <p:cNvSpPr>
            <a:spLocks noGrp="1"/>
          </p:cNvSpPr>
          <p:nvPr/>
        </p:nvSpPr>
        <p:spPr>
          <a:xfrm>
            <a:off x="8981629" y="531003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31.64</a:t>
            </a:r>
          </a:p>
        </p:txBody>
      </p:sp>
      <p:pic>
        <p:nvPicPr>
          <p:cNvPr id="94" name=""/>
          <p:cNvPicPr>
            <a:picLocks noChangeAspect="1"/>
          </p:cNvPicPr>
          <p:nvPr/>
        </p:nvPicPr>
        <p:blipFill>
          <a:blip r:embed="Rc038f7bef31f438d"/>
          <a:stretch/>
        </p:blipFill>
        <p:spPr>
          <a:xfrm>
            <a:off x="9981158" y="4890939"/>
            <a:ext cx="428625" cy="428625"/>
          </a:xfrm>
          <a:prstGeom prst="rect">
            <a:avLst/>
          </a:prstGeom>
        </p:spPr>
      </p:pic>
      <p:sp>
        <p:nvSpPr>
          <p:cNvPr id="95" name="">
            <a:extLst>
              <a:ext uri="{FF2B5EF4-FFF2-40B4-BE49-F238E27FC236}">
                <a16:creationId id="{694434B3-FACF-4042-B520-E802131608FE}"/>
              </a:ext>
            </a:extLst>
          </p:cNvPr>
          <p:cNvSpPr>
            <a:spLocks noGrp="1"/>
          </p:cNvSpPr>
          <p:nvPr/>
        </p:nvSpPr>
        <p:spPr>
          <a:xfrm>
            <a:off x="10042624" y="531003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35.53</a:t>
            </a:r>
          </a:p>
        </p:txBody>
      </p:sp>
      <p:pic>
        <p:nvPicPr>
          <p:cNvPr id="96" name=""/>
          <p:cNvPicPr>
            <a:picLocks noChangeAspect="1"/>
          </p:cNvPicPr>
          <p:nvPr/>
        </p:nvPicPr>
        <p:blipFill>
          <a:blip r:embed="Rd75bff6a5310472f"/>
          <a:stretch/>
        </p:blipFill>
        <p:spPr>
          <a:xfrm>
            <a:off x="11041132" y="4890939"/>
            <a:ext cx="430967" cy="428625"/>
          </a:xfrm>
          <a:prstGeom prst="rect">
            <a:avLst/>
          </a:prstGeom>
        </p:spPr>
      </p:pic>
      <p:sp>
        <p:nvSpPr>
          <p:cNvPr id="97" name="">
            <a:extLst>
              <a:ext uri="{FF2B5EF4-FFF2-40B4-BE49-F238E27FC236}">
                <a16:creationId id="{985270BE-33A3-402E-901A-5A07A5CEC6EA}"/>
              </a:ext>
            </a:extLst>
          </p:cNvPr>
          <p:cNvSpPr>
            <a:spLocks noGrp="1"/>
          </p:cNvSpPr>
          <p:nvPr/>
        </p:nvSpPr>
        <p:spPr>
          <a:xfrm>
            <a:off x="11103769" y="5310039"/>
            <a:ext cx="400794" cy="1714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17.36</a:t>
            </a:r>
          </a:p>
        </p:txBody>
      </p:sp>
      <p:sp>
        <p:nvSpPr>
          <p:cNvPr id="98" name="">
            <a:extLst>
              <a:ext uri="{FF2B5EF4-FFF2-40B4-BE49-F238E27FC236}">
                <a16:creationId id="{F6F5F64A-D757-47A6-A965-AF49290D314B}"/>
              </a:ext>
            </a:extLst>
          </p:cNvPr>
          <p:cNvSpPr>
            <a:spLocks noGrp="1"/>
          </p:cNvSpPr>
          <p:nvPr/>
        </p:nvSpPr>
        <p:spPr>
          <a:xfrm>
            <a:off x="6286500" y="5529114"/>
            <a:ext cx="3867596"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Candidate PSNR (dB) · model order; #1 need not score highest.</a:t>
            </a:r>
          </a:p>
        </p:txBody>
      </p:sp>
      <p:sp>
        <p:nvSpPr>
          <p:cNvPr id="99" name="">
            <a:extLst>
              <a:ext uri="{FF2B5EF4-FFF2-40B4-BE49-F238E27FC236}">
                <a16:creationId id="{41EB587E-B381-4ED8-A1AA-953ABD729AC0}"/>
              </a:ext>
            </a:extLst>
          </p:cNvPr>
          <p:cNvSpPr>
            <a:spLocks noGrp="1"/>
          </p:cNvSpPr>
          <p:nvPr/>
        </p:nvSpPr>
        <p:spPr>
          <a:xfrm>
            <a:off x="438150" y="5822752"/>
            <a:ext cx="11315700" cy="9525"/>
          </a:xfrm>
          <a:prstGeom prst="rect">
            <a:avLst/>
          </a:prstGeom>
          <a:solidFill>
            <a:srgbClr val="20272D"/>
          </a:solidFill>
          <a:ln w="0">
            <a:solidFill>
              <a:srgbClr val="000000">
                <a:alpha val="0"/>
              </a:srgbClr>
            </a:solidFill>
          </a:ln>
        </p:spPr>
      </p:sp>
      <p:sp>
        <p:nvSpPr>
          <p:cNvPr id="100" name="">
            <a:extLst>
              <a:ext uri="{FF2B5EF4-FFF2-40B4-BE49-F238E27FC236}">
                <a16:creationId id="{03580B44-8D21-452A-AB6B-8FC54BBB7D52}"/>
              </a:ext>
            </a:extLst>
          </p:cNvPr>
          <p:cNvSpPr>
            <a:spLocks noGrp="1"/>
          </p:cNvSpPr>
          <p:nvPr/>
        </p:nvSpPr>
        <p:spPr>
          <a:xfrm>
            <a:off x="438150" y="5984677"/>
            <a:ext cx="8756749"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20272D"/>
                </a:solidFill>
              </a:rPr>
              <a:t>Performance context, not a matched benchmark. Splits and reference counts differ; RefRetouch has higher SSIM.</a:t>
            </a:r>
          </a:p>
        </p:txBody>
      </p:sp>
      <p:sp>
        <p:nvSpPr>
          <p:cNvPr id="101" name="">
            <a:extLst>
              <a:ext uri="{FF2B5EF4-FFF2-40B4-BE49-F238E27FC236}">
                <a16:creationId id="{807AD9B1-0D00-4989-AA33-10BC0F89CB38}"/>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102" name="">
            <a:extLst>
              <a:ext uri="{FF2B5EF4-FFF2-40B4-BE49-F238E27FC236}">
                <a16:creationId id="{3A73BE49-374B-4F77-A37D-E3E777E29EA4}"/>
              </a:ext>
            </a:extLst>
          </p:cNvPr>
          <p:cNvSpPr>
            <a:spLocks noGrp="1"/>
          </p:cNvSpPr>
          <p:nvPr/>
        </p:nvSpPr>
        <p:spPr>
          <a:xfrm>
            <a:off x="438150" y="6480870"/>
            <a:ext cx="801142"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3.5</a:t>
            </a:r>
          </a:p>
        </p:txBody>
      </p:sp>
      <p:sp>
        <p:nvSpPr>
          <p:cNvPr id="103" name="">
            <a:extLst>
              <a:ext uri="{FF2B5EF4-FFF2-40B4-BE49-F238E27FC236}">
                <a16:creationId id="{BC930AFD-BC31-447A-AA2B-674133DC95C4}"/>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18 / 25</a:t>
            </a:r>
          </a:p>
        </p:txBody>
      </p:sp>
      <p:sp>
        <p:nvSpPr>
          <p:cNvPr id="104" name="">
            <a:extLst>
              <a:ext uri="{FF2B5EF4-FFF2-40B4-BE49-F238E27FC236}">
                <a16:creationId id="{51E69355-8483-4AE7-B69F-53D6177B509C}"/>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graphicFrame>
        <p:nvGraphicFramePr>
          <p:cNvPr id="105" name="Chart"/>
          <p:cNvGraphicFramePr/>
          <p:nvPr/>
        </p:nvGraphicFramePr>
        <p:xfrm>
          <a:off x="438150" y="1546027"/>
          <a:ext cx="5467350" cy="2047875"/>
        </p:xfrm>
        <a:graphic>
          <a:graphicData uri="http://schemas.openxmlformats.org/drawingml/2006/chart">
            <ns4:chart r:id="R658dabfda2c04db1"/>
          </a:graphicData>
        </a:graphic>
      </p:graphicFrame>
    </p:spTree>
    <p:extLst>
      <p:ext uri="{BB962C8B-B14F-4D97-AF65-F5344CB8AC3E}">
        <ns5:creationId val="913756783"/>
      </p:ext>
    </p:extLst>
  </p:cSld>
</p:sld>
</file>

<file path=ppt/slides/slide19.xml><?xml version="1.0" encoding="utf-8"?>
<p:sld xmlns:a="http://schemas.openxmlformats.org/drawingml/2006/main" xmlns:a16="http://schemas.microsoft.com/office/drawing/2014/main" xmlns:ns3="http://schemas.openxmlformats.org/drawingml/2006/chart" xmlns:ns5="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60FF20CB-A455-406F-9B02-782C6A38C854}"/>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06729E20-4148-4F7A-A6ED-854BD30A0D25}"/>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4D9267B4-18AE-4414-BB22-A2953BB5E87A}"/>
              </a:ext>
            </a:extLst>
          </p:cNvPr>
          <p:cNvSpPr>
            <a:spLocks noGrp="1"/>
          </p:cNvSpPr>
          <p:nvPr/>
        </p:nvSpPr>
        <p:spPr>
          <a:xfrm>
            <a:off x="660648" y="328613"/>
            <a:ext cx="372666" cy="342900"/>
          </a:xfrm>
          <a:prstGeom prst="rect">
            <a:avLst/>
          </a:prstGeom>
          <a:solidFill>
            <a:srgbClr val="F3DF4F"/>
          </a:solidFill>
          <a:ln w="0">
            <a:solidFill>
              <a:srgbClr val="000000">
                <a:alpha val="0"/>
              </a:srgbClr>
            </a:solidFill>
          </a:ln>
        </p:spPr>
      </p:sp>
      <p:sp>
        <p:nvSpPr>
          <p:cNvPr id="5" name="">
            <a:extLst>
              <a:ext uri="{FF2B5EF4-FFF2-40B4-BE49-F238E27FC236}">
                <a16:creationId id="{47BA9E9E-DD1A-48BB-A7E9-7036233B0149}"/>
              </a:ext>
            </a:extLst>
          </p:cNvPr>
          <p:cNvSpPr>
            <a:spLocks noGrp="1"/>
          </p:cNvSpPr>
          <p:nvPr/>
        </p:nvSpPr>
        <p:spPr>
          <a:xfrm>
            <a:off x="746373" y="347663"/>
            <a:ext cx="296466"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19</a:t>
            </a:r>
          </a:p>
        </p:txBody>
      </p:sp>
      <p:sp>
        <p:nvSpPr>
          <p:cNvPr id="6" name="">
            <a:extLst>
              <a:ext uri="{FF2B5EF4-FFF2-40B4-BE49-F238E27FC236}">
                <a16:creationId id="{DF29EA9D-877B-4415-BE65-54F2AD87A2BC}"/>
              </a:ext>
            </a:extLst>
          </p:cNvPr>
          <p:cNvSpPr>
            <a:spLocks noGrp="1"/>
          </p:cNvSpPr>
          <p:nvPr/>
        </p:nvSpPr>
        <p:spPr>
          <a:xfrm>
            <a:off x="1214289" y="242292"/>
            <a:ext cx="2469505"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Ablation studies</a:t>
            </a:r>
          </a:p>
        </p:txBody>
      </p:sp>
      <p:sp>
        <p:nvSpPr>
          <p:cNvPr id="7" name="">
            <a:extLst>
              <a:ext uri="{FF2B5EF4-FFF2-40B4-BE49-F238E27FC236}">
                <a16:creationId id="{8DF13D07-FB41-4326-9775-2ED068714C85}"/>
              </a:ext>
            </a:extLst>
          </p:cNvPr>
          <p:cNvSpPr>
            <a:spLocks noGrp="1"/>
          </p:cNvSpPr>
          <p:nvPr/>
        </p:nvSpPr>
        <p:spPr>
          <a:xfrm>
            <a:off x="438150" y="1066800"/>
            <a:ext cx="7497217" cy="31432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68727A"/>
                </a:solidFill>
              </a:rPr>
              <a:t>Both conditions contribute. Current-image information has the larger effect.</a:t>
            </a:r>
          </a:p>
        </p:txBody>
      </p:sp>
      <p:sp>
        <p:nvSpPr>
          <p:cNvPr id="8" name="">
            <a:extLst>
              <a:ext uri="{FF2B5EF4-FFF2-40B4-BE49-F238E27FC236}">
                <a16:creationId id="{7CAB0E0E-10BA-44E6-81C2-CA7ED22D0A8C}"/>
              </a:ext>
            </a:extLst>
          </p:cNvPr>
          <p:cNvSpPr>
            <a:spLocks noGrp="1"/>
          </p:cNvSpPr>
          <p:nvPr/>
        </p:nvSpPr>
        <p:spPr>
          <a:xfrm>
            <a:off x="8863757" y="2345382"/>
            <a:ext cx="9525" cy="2374404"/>
          </a:xfrm>
          <a:prstGeom prst="rect">
            <a:avLst/>
          </a:prstGeom>
          <a:solidFill>
            <a:srgbClr val="D6DCD9"/>
          </a:solidFill>
          <a:ln w="0">
            <a:solidFill>
              <a:srgbClr val="000000">
                <a:alpha val="0"/>
              </a:srgbClr>
            </a:solidFill>
          </a:ln>
        </p:spPr>
      </p:sp>
      <p:sp>
        <p:nvSpPr>
          <p:cNvPr id="9" name="">
            <a:extLst>
              <a:ext uri="{FF2B5EF4-FFF2-40B4-BE49-F238E27FC236}">
                <a16:creationId id="{5219928C-5FEC-4EF0-8EC9-2E7E24B58AB5}"/>
              </a:ext>
            </a:extLst>
          </p:cNvPr>
          <p:cNvSpPr>
            <a:spLocks noGrp="1"/>
          </p:cNvSpPr>
          <p:nvPr/>
        </p:nvSpPr>
        <p:spPr>
          <a:xfrm>
            <a:off x="9159032" y="2250132"/>
            <a:ext cx="1069628" cy="704850"/>
          </a:xfrm>
          <a:prstGeom prst="rect">
            <a:avLst/>
          </a:prstGeom>
          <a:solidFill>
            <a:srgbClr val="000000">
              <a:alpha val="0"/>
            </a:srgbClr>
          </a:solidFill>
          <a:ln w="0">
            <a:solidFill>
              <a:srgbClr val="000000">
                <a:alpha val="0"/>
              </a:srgbClr>
            </a:solidFill>
          </a:ln>
        </p:spPr>
        <p:txBody>
          <a:bodyPr lIns="0" tIns="0" rIns="0" bIns="0" anchor="ctr"/>
          <a:lstStyle/>
          <a:p>
            <a:r>
              <a:rPr sz="3071" b="1">
                <a:solidFill>
                  <a:srgbClr val="20272D"/>
                </a:solidFill>
              </a:rPr>
              <a:t>−3.3 </a:t>
            </a:r>
          </a:p>
        </p:txBody>
      </p:sp>
      <p:sp>
        <p:nvSpPr>
          <p:cNvPr id="10" name="">
            <a:extLst>
              <a:ext uri="{FF2B5EF4-FFF2-40B4-BE49-F238E27FC236}">
                <a16:creationId id="{3695E12A-3DF7-4A13-9EAA-EF06D37EC18D}"/>
              </a:ext>
            </a:extLst>
          </p:cNvPr>
          <p:cNvSpPr>
            <a:spLocks noGrp="1"/>
          </p:cNvSpPr>
          <p:nvPr/>
        </p:nvSpPr>
        <p:spPr>
          <a:xfrm>
            <a:off x="10133409" y="2488257"/>
            <a:ext cx="371326" cy="371475"/>
          </a:xfrm>
          <a:prstGeom prst="rect">
            <a:avLst/>
          </a:prstGeom>
          <a:solidFill>
            <a:srgbClr val="000000">
              <a:alpha val="0"/>
            </a:srgbClr>
          </a:solidFill>
          <a:ln w="0">
            <a:solidFill>
              <a:srgbClr val="000000">
                <a:alpha val="0"/>
              </a:srgbClr>
            </a:solidFill>
          </a:ln>
        </p:spPr>
        <p:txBody>
          <a:bodyPr lIns="0" tIns="0" rIns="0" bIns="0" anchor="ctr"/>
          <a:lstStyle/>
          <a:p>
            <a:r>
              <a:rPr sz="1570" b="1">
                <a:solidFill>
                  <a:srgbClr val="20272D"/>
                </a:solidFill>
              </a:rPr>
              <a:t>dB</a:t>
            </a:r>
          </a:p>
        </p:txBody>
      </p:sp>
      <p:sp>
        <p:nvSpPr>
          <p:cNvPr id="11" name="">
            <a:extLst>
              <a:ext uri="{FF2B5EF4-FFF2-40B4-BE49-F238E27FC236}">
                <a16:creationId id="{61DF14E3-1227-4BE2-9AC1-DD4A25004538}"/>
              </a:ext>
            </a:extLst>
          </p:cNvPr>
          <p:cNvSpPr>
            <a:spLocks noGrp="1"/>
          </p:cNvSpPr>
          <p:nvPr/>
        </p:nvSpPr>
        <p:spPr>
          <a:xfrm>
            <a:off x="9159032" y="2904976"/>
            <a:ext cx="1701254"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Wrong current image</a:t>
            </a:r>
          </a:p>
        </p:txBody>
      </p:sp>
      <p:sp>
        <p:nvSpPr>
          <p:cNvPr id="12" name="">
            <a:extLst>
              <a:ext uri="{FF2B5EF4-FFF2-40B4-BE49-F238E27FC236}">
                <a16:creationId id="{62364CA8-BBF9-4320-AE1B-8AE65A4CDF58}"/>
              </a:ext>
            </a:extLst>
          </p:cNvPr>
          <p:cNvSpPr>
            <a:spLocks noGrp="1"/>
          </p:cNvSpPr>
          <p:nvPr/>
        </p:nvSpPr>
        <p:spPr>
          <a:xfrm>
            <a:off x="9159032" y="3315444"/>
            <a:ext cx="978247" cy="704850"/>
          </a:xfrm>
          <a:prstGeom prst="rect">
            <a:avLst/>
          </a:prstGeom>
          <a:solidFill>
            <a:srgbClr val="000000">
              <a:alpha val="0"/>
            </a:srgbClr>
          </a:solidFill>
          <a:ln w="0">
            <a:solidFill>
              <a:srgbClr val="000000">
                <a:alpha val="0"/>
              </a:srgbClr>
            </a:solidFill>
          </a:ln>
        </p:spPr>
        <p:txBody>
          <a:bodyPr lIns="0" tIns="0" rIns="0" bIns="0" anchor="ctr"/>
          <a:lstStyle/>
          <a:p>
            <a:r>
              <a:rPr sz="3071" b="1">
                <a:solidFill>
                  <a:srgbClr val="20272D"/>
                </a:solidFill>
              </a:rPr>
              <a:t>−1.2 </a:t>
            </a:r>
          </a:p>
        </p:txBody>
      </p:sp>
      <p:sp>
        <p:nvSpPr>
          <p:cNvPr id="13" name="">
            <a:extLst>
              <a:ext uri="{FF2B5EF4-FFF2-40B4-BE49-F238E27FC236}">
                <a16:creationId id="{9BA87C1B-5591-4C47-805C-8D44E7D1310E}"/>
              </a:ext>
            </a:extLst>
          </p:cNvPr>
          <p:cNvSpPr>
            <a:spLocks noGrp="1"/>
          </p:cNvSpPr>
          <p:nvPr/>
        </p:nvSpPr>
        <p:spPr>
          <a:xfrm>
            <a:off x="10042029" y="3553569"/>
            <a:ext cx="371326" cy="371475"/>
          </a:xfrm>
          <a:prstGeom prst="rect">
            <a:avLst/>
          </a:prstGeom>
          <a:solidFill>
            <a:srgbClr val="000000">
              <a:alpha val="0"/>
            </a:srgbClr>
          </a:solidFill>
          <a:ln w="0">
            <a:solidFill>
              <a:srgbClr val="000000">
                <a:alpha val="0"/>
              </a:srgbClr>
            </a:solidFill>
          </a:ln>
        </p:spPr>
        <p:txBody>
          <a:bodyPr lIns="0" tIns="0" rIns="0" bIns="0" anchor="ctr"/>
          <a:lstStyle/>
          <a:p>
            <a:r>
              <a:rPr sz="1570" b="1">
                <a:solidFill>
                  <a:srgbClr val="20272D"/>
                </a:solidFill>
              </a:rPr>
              <a:t>dB</a:t>
            </a:r>
          </a:p>
        </p:txBody>
      </p:sp>
      <p:sp>
        <p:nvSpPr>
          <p:cNvPr id="14" name="">
            <a:extLst>
              <a:ext uri="{FF2B5EF4-FFF2-40B4-BE49-F238E27FC236}">
                <a16:creationId id="{A19C1B34-56CA-4631-ADA5-BFE686D78AD6}"/>
              </a:ext>
            </a:extLst>
          </p:cNvPr>
          <p:cNvSpPr>
            <a:spLocks noGrp="1"/>
          </p:cNvSpPr>
          <p:nvPr/>
        </p:nvSpPr>
        <p:spPr>
          <a:xfrm>
            <a:off x="9159032" y="3970288"/>
            <a:ext cx="1539478"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Wrong user history</a:t>
            </a:r>
          </a:p>
        </p:txBody>
      </p:sp>
      <p:sp>
        <p:nvSpPr>
          <p:cNvPr id="15" name="">
            <a:extLst>
              <a:ext uri="{FF2B5EF4-FFF2-40B4-BE49-F238E27FC236}">
                <a16:creationId id="{5F3B23BC-1247-470A-95BC-2B96E0C9B2FD}"/>
              </a:ext>
            </a:extLst>
          </p:cNvPr>
          <p:cNvSpPr>
            <a:spLocks noGrp="1"/>
          </p:cNvSpPr>
          <p:nvPr/>
        </p:nvSpPr>
        <p:spPr>
          <a:xfrm>
            <a:off x="9159032" y="4533156"/>
            <a:ext cx="2538264"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Relative to the complete model: 23.5 dB.</a:t>
            </a:r>
          </a:p>
        </p:txBody>
      </p:sp>
      <p:sp>
        <p:nvSpPr>
          <p:cNvPr id="16" name="">
            <a:extLst>
              <a:ext uri="{FF2B5EF4-FFF2-40B4-BE49-F238E27FC236}">
                <a16:creationId id="{4A24D8EC-83E8-4439-AA51-7500DDE5BD44}"/>
              </a:ext>
            </a:extLst>
          </p:cNvPr>
          <p:cNvSpPr>
            <a:spLocks noGrp="1"/>
          </p:cNvSpPr>
          <p:nvPr/>
        </p:nvSpPr>
        <p:spPr>
          <a:xfrm>
            <a:off x="438150" y="5690295"/>
            <a:ext cx="11315700" cy="9525"/>
          </a:xfrm>
          <a:prstGeom prst="rect">
            <a:avLst/>
          </a:prstGeom>
          <a:solidFill>
            <a:srgbClr val="20272D"/>
          </a:solidFill>
          <a:ln w="0">
            <a:solidFill>
              <a:srgbClr val="000000">
                <a:alpha val="0"/>
              </a:srgbClr>
            </a:solidFill>
          </a:ln>
        </p:spPr>
      </p:sp>
      <p:sp>
        <p:nvSpPr>
          <p:cNvPr id="17" name="">
            <a:extLst>
              <a:ext uri="{FF2B5EF4-FFF2-40B4-BE49-F238E27FC236}">
                <a16:creationId id="{392DC402-861A-46C0-8671-6A05ACB2002F}"/>
              </a:ext>
            </a:extLst>
          </p:cNvPr>
          <p:cNvSpPr>
            <a:spLocks noGrp="1"/>
          </p:cNvSpPr>
          <p:nvPr/>
        </p:nvSpPr>
        <p:spPr>
          <a:xfrm>
            <a:off x="438150" y="5928420"/>
            <a:ext cx="1425922" cy="3048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20272D"/>
                </a:solidFill>
              </a:rPr>
              <a:t>Current image</a:t>
            </a:r>
          </a:p>
        </p:txBody>
      </p:sp>
      <p:sp>
        <p:nvSpPr>
          <p:cNvPr id="18" name="">
            <a:extLst>
              <a:ext uri="{FF2B5EF4-FFF2-40B4-BE49-F238E27FC236}">
                <a16:creationId id="{FD3B92F7-6BBE-403A-99E5-EBC4ADD62F44}"/>
              </a:ext>
            </a:extLst>
          </p:cNvPr>
          <p:cNvSpPr>
            <a:spLocks noGrp="1"/>
          </p:cNvSpPr>
          <p:nvPr/>
        </p:nvSpPr>
        <p:spPr>
          <a:xfrm>
            <a:off x="3132683" y="5928420"/>
            <a:ext cx="221010" cy="3048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20272D"/>
                </a:solidFill>
              </a:rPr>
              <a:t>+</a:t>
            </a:r>
          </a:p>
        </p:txBody>
      </p:sp>
      <p:sp>
        <p:nvSpPr>
          <p:cNvPr id="19" name="">
            <a:extLst>
              <a:ext uri="{FF2B5EF4-FFF2-40B4-BE49-F238E27FC236}">
                <a16:creationId id="{0284EFFA-FFC2-46C2-A79E-EEB4F108F8F0}"/>
              </a:ext>
            </a:extLst>
          </p:cNvPr>
          <p:cNvSpPr>
            <a:spLocks noGrp="1"/>
          </p:cNvSpPr>
          <p:nvPr/>
        </p:nvSpPr>
        <p:spPr>
          <a:xfrm>
            <a:off x="4622155" y="5928420"/>
            <a:ext cx="2165300" cy="3048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20272D"/>
                </a:solidFill>
              </a:rPr>
              <a:t>Historical preferences</a:t>
            </a:r>
          </a:p>
        </p:txBody>
      </p:sp>
      <p:sp>
        <p:nvSpPr>
          <p:cNvPr id="20" name="">
            <a:extLst>
              <a:ext uri="{FF2B5EF4-FFF2-40B4-BE49-F238E27FC236}">
                <a16:creationId id="{9EE3EF94-207F-419F-A538-160A000A0446}"/>
              </a:ext>
            </a:extLst>
          </p:cNvPr>
          <p:cNvSpPr>
            <a:spLocks noGrp="1"/>
          </p:cNvSpPr>
          <p:nvPr/>
        </p:nvSpPr>
        <p:spPr>
          <a:xfrm>
            <a:off x="8056066" y="5928420"/>
            <a:ext cx="304800" cy="3048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20272D"/>
                </a:solidFill>
              </a:rPr>
              <a:t>→</a:t>
            </a:r>
          </a:p>
        </p:txBody>
      </p:sp>
      <p:sp>
        <p:nvSpPr>
          <p:cNvPr id="21" name="">
            <a:extLst>
              <a:ext uri="{FF2B5EF4-FFF2-40B4-BE49-F238E27FC236}">
                <a16:creationId id="{A129DC6D-24EC-444B-B541-9D9A519D83CC}"/>
              </a:ext>
            </a:extLst>
          </p:cNvPr>
          <p:cNvSpPr>
            <a:spLocks noGrp="1"/>
          </p:cNvSpPr>
          <p:nvPr/>
        </p:nvSpPr>
        <p:spPr>
          <a:xfrm>
            <a:off x="9629329" y="5928420"/>
            <a:ext cx="2219771" cy="304800"/>
          </a:xfrm>
          <a:prstGeom prst="rect">
            <a:avLst/>
          </a:prstGeom>
          <a:solidFill>
            <a:srgbClr val="000000">
              <a:alpha val="0"/>
            </a:srgbClr>
          </a:solidFill>
          <a:ln w="0">
            <a:solidFill>
              <a:srgbClr val="000000">
                <a:alpha val="0"/>
              </a:srgbClr>
            </a:solidFill>
          </a:ln>
        </p:spPr>
        <p:txBody>
          <a:bodyPr lIns="0" tIns="0" rIns="0" bIns="0" anchor="ctr"/>
          <a:lstStyle/>
          <a:p>
            <a:r>
              <a:rPr sz="1502" b="0">
                <a:solidFill>
                  <a:srgbClr val="20272D"/>
                </a:solidFill>
              </a:rPr>
              <a:t>Conditional prediction</a:t>
            </a:r>
          </a:p>
        </p:txBody>
      </p:sp>
      <p:sp>
        <p:nvSpPr>
          <p:cNvPr id="22" name="">
            <a:extLst>
              <a:ext uri="{FF2B5EF4-FFF2-40B4-BE49-F238E27FC236}">
                <a16:creationId id="{B25739D2-DEA7-46F6-B499-67EBA6ADCA53}"/>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23" name="">
            <a:extLst>
              <a:ext uri="{FF2B5EF4-FFF2-40B4-BE49-F238E27FC236}">
                <a16:creationId id="{77652A06-4016-47DF-B7BD-33EB16F74C5C}"/>
              </a:ext>
            </a:extLst>
          </p:cNvPr>
          <p:cNvSpPr>
            <a:spLocks noGrp="1"/>
          </p:cNvSpPr>
          <p:nvPr/>
        </p:nvSpPr>
        <p:spPr>
          <a:xfrm>
            <a:off x="438150" y="6480870"/>
            <a:ext cx="805607"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3.6</a:t>
            </a:r>
          </a:p>
        </p:txBody>
      </p:sp>
      <p:sp>
        <p:nvSpPr>
          <p:cNvPr id="24" name="">
            <a:extLst>
              <a:ext uri="{FF2B5EF4-FFF2-40B4-BE49-F238E27FC236}">
                <a16:creationId id="{D732CDB4-8844-460D-90AD-F49465257F82}"/>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19 / 25</a:t>
            </a:r>
          </a:p>
        </p:txBody>
      </p:sp>
      <p:sp>
        <p:nvSpPr>
          <p:cNvPr id="25" name="">
            <a:extLst>
              <a:ext uri="{FF2B5EF4-FFF2-40B4-BE49-F238E27FC236}">
                <a16:creationId id="{B46F401D-004F-4B08-B289-7C6E89967CBE}"/>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graphicFrame>
        <p:nvGraphicFramePr>
          <p:cNvPr id="26" name="Chart"/>
          <p:cNvGraphicFramePr/>
          <p:nvPr/>
        </p:nvGraphicFramePr>
        <p:xfrm>
          <a:off x="438150" y="1484263"/>
          <a:ext cx="8092232" cy="4096643"/>
        </p:xfrm>
        <a:graphic>
          <a:graphicData uri="http://schemas.openxmlformats.org/drawingml/2006/chart">
            <ns3:chart r:id="Refeaf3dde6194e70"/>
          </a:graphicData>
        </a:graphic>
      </p:graphicFrame>
    </p:spTree>
    <p:extLst>
      <p:ext uri="{BB962C8B-B14F-4D97-AF65-F5344CB8AC3E}">
        <ns5:creationId val="1893732592"/>
      </p:ext>
    </p:extLst>
  </p:cSld>
</p:sld>
</file>

<file path=ppt/slides/slide20.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3E3766CE-22A6-43AF-95AC-872AAEC4242D}"/>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1DB24DF8-6FDA-49B2-9783-5D8778E6BC7E}"/>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662E02AF-63CF-4F83-A81C-AFC475DF24AC}"/>
              </a:ext>
            </a:extLst>
          </p:cNvPr>
          <p:cNvSpPr>
            <a:spLocks noGrp="1"/>
          </p:cNvSpPr>
          <p:nvPr/>
        </p:nvSpPr>
        <p:spPr>
          <a:xfrm>
            <a:off x="660648" y="328613"/>
            <a:ext cx="414635" cy="342900"/>
          </a:xfrm>
          <a:prstGeom prst="rect">
            <a:avLst/>
          </a:prstGeom>
          <a:solidFill>
            <a:srgbClr val="F3DF4F"/>
          </a:solidFill>
          <a:ln w="0">
            <a:solidFill>
              <a:srgbClr val="000000">
                <a:alpha val="0"/>
              </a:srgbClr>
            </a:solidFill>
          </a:ln>
        </p:spPr>
      </p:sp>
      <p:sp>
        <p:nvSpPr>
          <p:cNvPr id="5" name="">
            <a:extLst>
              <a:ext uri="{FF2B5EF4-FFF2-40B4-BE49-F238E27FC236}">
                <a16:creationId id="{854283BD-87E9-4ECE-9151-C5D4F48A2A51}"/>
              </a:ext>
            </a:extLst>
          </p:cNvPr>
          <p:cNvSpPr>
            <a:spLocks noGrp="1"/>
          </p:cNvSpPr>
          <p:nvPr/>
        </p:nvSpPr>
        <p:spPr>
          <a:xfrm>
            <a:off x="746373" y="347663"/>
            <a:ext cx="338435"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20</a:t>
            </a:r>
          </a:p>
        </p:txBody>
      </p:sp>
      <p:sp>
        <p:nvSpPr>
          <p:cNvPr id="6" name="">
            <a:extLst>
              <a:ext uri="{FF2B5EF4-FFF2-40B4-BE49-F238E27FC236}">
                <a16:creationId id="{CAEA7751-ABD0-439B-9336-F0B86696FBBB}"/>
              </a:ext>
            </a:extLst>
          </p:cNvPr>
          <p:cNvSpPr>
            <a:spLocks noGrp="1"/>
          </p:cNvSpPr>
          <p:nvPr/>
        </p:nvSpPr>
        <p:spPr>
          <a:xfrm>
            <a:off x="1256258" y="242292"/>
            <a:ext cx="6283375"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Multimodal evaluation and test limitations</a:t>
            </a:r>
          </a:p>
        </p:txBody>
      </p:sp>
      <p:pic>
        <p:nvPicPr>
          <p:cNvPr id="7" name=""/>
          <p:cNvPicPr>
            <a:picLocks noChangeAspect="1"/>
          </p:cNvPicPr>
          <p:nvPr/>
        </p:nvPicPr>
        <p:blipFill>
          <a:blip r:embed="R8ad52409a8e04234"/>
          <a:stretch/>
        </p:blipFill>
        <p:spPr>
          <a:xfrm>
            <a:off x="476079" y="1052066"/>
            <a:ext cx="7572716" cy="3067050"/>
          </a:xfrm>
          <a:prstGeom prst="rect">
            <a:avLst/>
          </a:prstGeom>
        </p:spPr>
      </p:pic>
      <p:sp>
        <p:nvSpPr>
          <p:cNvPr id="8" name="">
            <a:extLst>
              <a:ext uri="{FF2B5EF4-FFF2-40B4-BE49-F238E27FC236}">
                <a16:creationId id="{D782A0ED-4501-45AA-8C29-834CB4244657}"/>
              </a:ext>
            </a:extLst>
          </p:cNvPr>
          <p:cNvSpPr>
            <a:spLocks noGrp="1"/>
          </p:cNvSpPr>
          <p:nvPr/>
        </p:nvSpPr>
        <p:spPr>
          <a:xfrm>
            <a:off x="438150" y="4214366"/>
            <a:ext cx="4335810"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20272D"/>
                </a:solidFill>
              </a:rPr>
              <a:t>Conditioning → sampled edit space → multiple outputs</a:t>
            </a:r>
          </a:p>
        </p:txBody>
      </p:sp>
      <p:pic>
        <p:nvPicPr>
          <p:cNvPr id="9" name=""/>
          <p:cNvPicPr>
            <a:picLocks noChangeAspect="1"/>
          </p:cNvPicPr>
          <p:nvPr/>
        </p:nvPicPr>
        <p:blipFill>
          <a:blip r:embed="R7d2851c767e448d1"/>
          <a:stretch/>
        </p:blipFill>
        <p:spPr>
          <a:xfrm>
            <a:off x="1137490" y="4618732"/>
            <a:ext cx="6249894" cy="1343025"/>
          </a:xfrm>
          <a:prstGeom prst="rect">
            <a:avLst/>
          </a:prstGeom>
        </p:spPr>
      </p:pic>
      <p:sp>
        <p:nvSpPr>
          <p:cNvPr id="10" name="">
            <a:extLst>
              <a:ext uri="{FF2B5EF4-FFF2-40B4-BE49-F238E27FC236}">
                <a16:creationId id="{8264E732-252D-4A45-81AF-37818E8FA1B4}"/>
              </a:ext>
            </a:extLst>
          </p:cNvPr>
          <p:cNvSpPr>
            <a:spLocks noGrp="1"/>
          </p:cNvSpPr>
          <p:nvPr/>
        </p:nvSpPr>
        <p:spPr>
          <a:xfrm>
            <a:off x="1167408" y="6018907"/>
            <a:ext cx="2333179"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3D samples: direction + magnitude</a:t>
            </a:r>
          </a:p>
        </p:txBody>
      </p:sp>
      <p:sp>
        <p:nvSpPr>
          <p:cNvPr id="11" name="">
            <a:extLst>
              <a:ext uri="{FF2B5EF4-FFF2-40B4-BE49-F238E27FC236}">
                <a16:creationId id="{0B7E5CE5-3C78-4E9B-8A1E-D031386A1331}"/>
              </a:ext>
            </a:extLst>
          </p:cNvPr>
          <p:cNvSpPr>
            <a:spLocks noGrp="1"/>
          </p:cNvSpPr>
          <p:nvPr/>
        </p:nvSpPr>
        <p:spPr>
          <a:xfrm>
            <a:off x="5006727" y="6018907"/>
            <a:ext cx="2445990"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Direction density: ignores magnitude</a:t>
            </a:r>
          </a:p>
        </p:txBody>
      </p:sp>
      <p:sp>
        <p:nvSpPr>
          <p:cNvPr id="12" name="">
            <a:extLst>
              <a:ext uri="{FF2B5EF4-FFF2-40B4-BE49-F238E27FC236}">
                <a16:creationId id="{69C443E3-4454-4BFA-8FE5-46DEE8B108C5}"/>
              </a:ext>
            </a:extLst>
          </p:cNvPr>
          <p:cNvSpPr>
            <a:spLocks noGrp="1"/>
          </p:cNvSpPr>
          <p:nvPr/>
        </p:nvSpPr>
        <p:spPr>
          <a:xfrm>
            <a:off x="8420100" y="1057275"/>
            <a:ext cx="9525" cy="5166420"/>
          </a:xfrm>
          <a:prstGeom prst="rect">
            <a:avLst/>
          </a:prstGeom>
          <a:solidFill>
            <a:srgbClr val="D6DCD9"/>
          </a:solidFill>
          <a:ln w="0">
            <a:solidFill>
              <a:srgbClr val="000000">
                <a:alpha val="0"/>
              </a:srgbClr>
            </a:solidFill>
          </a:ln>
        </p:spPr>
      </p:sp>
      <p:sp>
        <p:nvSpPr>
          <p:cNvPr id="13" name="">
            <a:extLst>
              <a:ext uri="{FF2B5EF4-FFF2-40B4-BE49-F238E27FC236}">
                <a16:creationId id="{9AC9F666-32BC-4C8D-BC6D-F099962CCF8E}"/>
              </a:ext>
            </a:extLst>
          </p:cNvPr>
          <p:cNvSpPr>
            <a:spLocks noGrp="1"/>
          </p:cNvSpPr>
          <p:nvPr/>
        </p:nvSpPr>
        <p:spPr>
          <a:xfrm>
            <a:off x="8677275" y="1322189"/>
            <a:ext cx="2781449"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20272D"/>
                </a:solidFill>
              </a:rPr>
              <a:t>What the figures show</a:t>
            </a:r>
          </a:p>
        </p:txBody>
      </p:sp>
      <p:sp>
        <p:nvSpPr>
          <p:cNvPr id="14" name="">
            <a:extLst>
              <a:ext uri="{FF2B5EF4-FFF2-40B4-BE49-F238E27FC236}">
                <a16:creationId id="{A243FAA7-52F3-4AAD-874C-50864AA3EE4B}"/>
              </a:ext>
            </a:extLst>
          </p:cNvPr>
          <p:cNvSpPr>
            <a:spLocks noGrp="1"/>
          </p:cNvSpPr>
          <p:nvPr/>
        </p:nvSpPr>
        <p:spPr>
          <a:xfrm>
            <a:off x="8677275" y="1864519"/>
            <a:ext cx="2750046"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One condition can produce several</a:t>
            </a:r>
          </a:p>
        </p:txBody>
      </p:sp>
      <p:sp>
        <p:nvSpPr>
          <p:cNvPr id="15" name="">
            <a:extLst>
              <a:ext uri="{FF2B5EF4-FFF2-40B4-BE49-F238E27FC236}">
                <a16:creationId id="{2CB32F47-8CC3-4DFC-A289-596A8F9D45A1}"/>
              </a:ext>
            </a:extLst>
          </p:cNvPr>
          <p:cNvSpPr>
            <a:spLocks noGrp="1"/>
          </p:cNvSpPr>
          <p:nvPr/>
        </p:nvSpPr>
        <p:spPr>
          <a:xfrm>
            <a:off x="8677275" y="2104430"/>
            <a:ext cx="1323826"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candidate edits.</a:t>
            </a:r>
          </a:p>
        </p:txBody>
      </p:sp>
      <p:sp>
        <p:nvSpPr>
          <p:cNvPr id="16" name="">
            <a:extLst>
              <a:ext uri="{FF2B5EF4-FFF2-40B4-BE49-F238E27FC236}">
                <a16:creationId id="{D685D7E3-B75E-47ED-AB3A-EB408D6604B7}"/>
              </a:ext>
            </a:extLst>
          </p:cNvPr>
          <p:cNvSpPr>
            <a:spLocks noGrp="1"/>
          </p:cNvSpPr>
          <p:nvPr/>
        </p:nvSpPr>
        <p:spPr>
          <a:xfrm>
            <a:off x="8677275" y="2506266"/>
            <a:ext cx="1577578"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Thin rays: samples.</a:t>
            </a:r>
          </a:p>
        </p:txBody>
      </p:sp>
      <p:sp>
        <p:nvSpPr>
          <p:cNvPr id="17" name="">
            <a:extLst>
              <a:ext uri="{FF2B5EF4-FFF2-40B4-BE49-F238E27FC236}">
                <a16:creationId id="{F704BD32-6CE9-483D-83B8-6BCB6DA6E75D}"/>
              </a:ext>
            </a:extLst>
          </p:cNvPr>
          <p:cNvSpPr>
            <a:spLocks noGrp="1"/>
          </p:cNvSpPr>
          <p:nvPr/>
        </p:nvSpPr>
        <p:spPr>
          <a:xfrm>
            <a:off x="8677275" y="2746177"/>
            <a:ext cx="2535882"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Marked rays: candidate vectors.</a:t>
            </a:r>
          </a:p>
        </p:txBody>
      </p:sp>
      <p:sp>
        <p:nvSpPr>
          <p:cNvPr id="18" name="">
            <a:extLst>
              <a:ext uri="{FF2B5EF4-FFF2-40B4-BE49-F238E27FC236}">
                <a16:creationId id="{ACC91DE5-D717-4D7A-9129-AFEE7C58CBF4}"/>
              </a:ext>
            </a:extLst>
          </p:cNvPr>
          <p:cNvSpPr>
            <a:spLocks noGrp="1"/>
          </p:cNvSpPr>
          <p:nvPr/>
        </p:nvSpPr>
        <p:spPr>
          <a:xfrm>
            <a:off x="8677275" y="2986088"/>
            <a:ext cx="2125414"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Black ray: recorded target.</a:t>
            </a:r>
          </a:p>
        </p:txBody>
      </p:sp>
      <p:sp>
        <p:nvSpPr>
          <p:cNvPr id="19" name="">
            <a:extLst>
              <a:ext uri="{FF2B5EF4-FFF2-40B4-BE49-F238E27FC236}">
                <a16:creationId id="{419BBB55-86D9-4F3A-8708-86F2E2D40B96}"/>
              </a:ext>
            </a:extLst>
          </p:cNvPr>
          <p:cNvSpPr>
            <a:spLocks noGrp="1"/>
          </p:cNvSpPr>
          <p:nvPr/>
        </p:nvSpPr>
        <p:spPr>
          <a:xfrm>
            <a:off x="8677275" y="3387923"/>
            <a:ext cx="2851845"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Density radius shows local direction</a:t>
            </a:r>
          </a:p>
        </p:txBody>
      </p:sp>
      <p:sp>
        <p:nvSpPr>
          <p:cNvPr id="20" name="">
            <a:extLst>
              <a:ext uri="{FF2B5EF4-FFF2-40B4-BE49-F238E27FC236}">
                <a16:creationId id="{5DB3A1A0-F75D-4212-A5FF-97C2CA7B318F}"/>
              </a:ext>
            </a:extLst>
          </p:cNvPr>
          <p:cNvSpPr>
            <a:spLocks noGrp="1"/>
          </p:cNvSpPr>
          <p:nvPr/>
        </p:nvSpPr>
        <p:spPr>
          <a:xfrm>
            <a:off x="8677275" y="3627834"/>
            <a:ext cx="2413695"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counts, normalised per image.</a:t>
            </a:r>
          </a:p>
        </p:txBody>
      </p:sp>
      <p:sp>
        <p:nvSpPr>
          <p:cNvPr id="21" name="">
            <a:extLst>
              <a:ext uri="{FF2B5EF4-FFF2-40B4-BE49-F238E27FC236}">
                <a16:creationId id="{6EE486D6-C7E5-4034-A918-3F436DCA7E81}"/>
              </a:ext>
            </a:extLst>
          </p:cNvPr>
          <p:cNvSpPr>
            <a:spLocks noGrp="1"/>
          </p:cNvSpPr>
          <p:nvPr/>
        </p:nvSpPr>
        <p:spPr>
          <a:xfrm>
            <a:off x="8677275" y="4020145"/>
            <a:ext cx="3076575" cy="19050"/>
          </a:xfrm>
          <a:prstGeom prst="rect">
            <a:avLst/>
          </a:prstGeom>
          <a:solidFill>
            <a:srgbClr val="20272D"/>
          </a:solidFill>
          <a:ln w="0">
            <a:solidFill>
              <a:srgbClr val="000000">
                <a:alpha val="0"/>
              </a:srgbClr>
            </a:solidFill>
          </a:ln>
        </p:spPr>
      </p:sp>
      <p:sp>
        <p:nvSpPr>
          <p:cNvPr id="22" name="">
            <a:extLst>
              <a:ext uri="{FF2B5EF4-FFF2-40B4-BE49-F238E27FC236}">
                <a16:creationId id="{BD72878B-859B-4DA2-8EC8-E5DD5C77E43C}"/>
              </a:ext>
            </a:extLst>
          </p:cNvPr>
          <p:cNvSpPr>
            <a:spLocks noGrp="1"/>
          </p:cNvSpPr>
          <p:nvPr/>
        </p:nvSpPr>
        <p:spPr>
          <a:xfrm>
            <a:off x="8677275" y="4134445"/>
            <a:ext cx="1899493" cy="361950"/>
          </a:xfrm>
          <a:prstGeom prst="rect">
            <a:avLst/>
          </a:prstGeom>
          <a:solidFill>
            <a:srgbClr val="000000">
              <a:alpha val="0"/>
            </a:srgbClr>
          </a:solidFill>
          <a:ln w="0">
            <a:solidFill>
              <a:srgbClr val="000000">
                <a:alpha val="0"/>
              </a:srgbClr>
            </a:solidFill>
          </a:ln>
        </p:spPr>
        <p:txBody>
          <a:bodyPr lIns="0" tIns="0" rIns="0" bIns="0" anchor="ctr"/>
          <a:lstStyle/>
          <a:p>
            <a:r>
              <a:rPr sz="1502" b="1">
                <a:solidFill>
                  <a:srgbClr val="20272D"/>
                </a:solidFill>
              </a:rPr>
              <a:t>Testing limitations</a:t>
            </a:r>
          </a:p>
        </p:txBody>
      </p:sp>
      <p:sp>
        <p:nvSpPr>
          <p:cNvPr id="23" name="">
            <a:extLst>
              <a:ext uri="{FF2B5EF4-FFF2-40B4-BE49-F238E27FC236}">
                <a16:creationId id="{2ABBE7D6-B07E-432F-9DF7-73642DA0EB52}"/>
              </a:ext>
            </a:extLst>
          </p:cNvPr>
          <p:cNvSpPr>
            <a:spLocks noGrp="1"/>
          </p:cNvSpPr>
          <p:nvPr/>
        </p:nvSpPr>
        <p:spPr>
          <a:xfrm>
            <a:off x="8677275" y="4568726"/>
            <a:ext cx="2809726"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Best-of-K uses ground truth offline.</a:t>
            </a:r>
          </a:p>
        </p:txBody>
      </p:sp>
      <p:sp>
        <p:nvSpPr>
          <p:cNvPr id="24" name="">
            <a:extLst>
              <a:ext uri="{FF2B5EF4-FFF2-40B4-BE49-F238E27FC236}">
                <a16:creationId id="{25C9AF76-841C-45BD-930D-5FD615A39F7A}"/>
              </a:ext>
            </a:extLst>
          </p:cNvPr>
          <p:cNvSpPr>
            <a:spLocks noGrp="1"/>
          </p:cNvSpPr>
          <p:nvPr/>
        </p:nvSpPr>
        <p:spPr>
          <a:xfrm>
            <a:off x="8677275" y="4922937"/>
            <a:ext cx="3135511"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One recorded edit cannot establish that</a:t>
            </a:r>
          </a:p>
        </p:txBody>
      </p:sp>
      <p:sp>
        <p:nvSpPr>
          <p:cNvPr id="25" name="">
            <a:extLst>
              <a:ext uri="{FF2B5EF4-FFF2-40B4-BE49-F238E27FC236}">
                <a16:creationId id="{1A28B759-5807-4DCB-A731-498E8FD0CCCC}"/>
              </a:ext>
            </a:extLst>
          </p:cNvPr>
          <p:cNvSpPr>
            <a:spLocks noGrp="1"/>
          </p:cNvSpPr>
          <p:nvPr/>
        </p:nvSpPr>
        <p:spPr>
          <a:xfrm>
            <a:off x="8677275" y="5162848"/>
            <a:ext cx="2295079"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every candidate is preferred.</a:t>
            </a:r>
          </a:p>
        </p:txBody>
      </p:sp>
      <p:sp>
        <p:nvSpPr>
          <p:cNvPr id="26" name="">
            <a:extLst>
              <a:ext uri="{FF2B5EF4-FFF2-40B4-BE49-F238E27FC236}">
                <a16:creationId id="{D90C421E-3D08-4D89-B515-88337DCA6CF8}"/>
              </a:ext>
            </a:extLst>
          </p:cNvPr>
          <p:cNvSpPr>
            <a:spLocks noGrp="1"/>
          </p:cNvSpPr>
          <p:nvPr/>
        </p:nvSpPr>
        <p:spPr>
          <a:xfrm>
            <a:off x="8677275" y="5555159"/>
            <a:ext cx="3161109"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Top: schematic with two history pairs drawn; the model</a:t>
            </a:r>
          </a:p>
        </p:txBody>
      </p:sp>
      <p:sp>
        <p:nvSpPr>
          <p:cNvPr id="27" name="">
            <a:extLst>
              <a:ext uri="{FF2B5EF4-FFF2-40B4-BE49-F238E27FC236}">
                <a16:creationId id="{48C41248-D05C-4B59-AE25-B216A1A47F44}"/>
              </a:ext>
            </a:extLst>
          </p:cNvPr>
          <p:cNvSpPr>
            <a:spLocks noGrp="1"/>
          </p:cNvSpPr>
          <p:nvPr/>
        </p:nvSpPr>
        <p:spPr>
          <a:xfrm>
            <a:off x="8677275" y="5728395"/>
            <a:ext cx="2494062" cy="190500"/>
          </a:xfrm>
          <a:prstGeom prst="rect">
            <a:avLst/>
          </a:prstGeom>
          <a:solidFill>
            <a:srgbClr val="000000">
              <a:alpha val="0"/>
            </a:srgbClr>
          </a:solidFill>
          <a:ln w="0">
            <a:solidFill>
              <a:srgbClr val="000000">
                <a:alpha val="0"/>
              </a:srgbClr>
            </a:solidFill>
          </a:ln>
        </p:spPr>
        <p:txBody>
          <a:bodyPr lIns="0" tIns="0" rIns="0" bIns="0" anchor="ctr"/>
          <a:lstStyle/>
          <a:p>
            <a:r>
              <a:rPr sz="887" b="0">
                <a:solidFill>
                  <a:srgbClr val="68727A"/>
                </a:solidFill>
              </a:rPr>
              <a:t>uses eight. Bottom: a supplied PPSD result.</a:t>
            </a:r>
          </a:p>
        </p:txBody>
      </p:sp>
      <p:sp>
        <p:nvSpPr>
          <p:cNvPr id="28" name="">
            <a:extLst>
              <a:ext uri="{FF2B5EF4-FFF2-40B4-BE49-F238E27FC236}">
                <a16:creationId id="{BD99CBFD-BE42-4F85-89E5-DADFF9194C15}"/>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29" name="">
            <a:extLst>
              <a:ext uri="{FF2B5EF4-FFF2-40B4-BE49-F238E27FC236}">
                <a16:creationId id="{C4E58DE1-852B-4ABC-9D6C-936F27F03614}"/>
              </a:ext>
            </a:extLst>
          </p:cNvPr>
          <p:cNvSpPr>
            <a:spLocks noGrp="1"/>
          </p:cNvSpPr>
          <p:nvPr/>
        </p:nvSpPr>
        <p:spPr>
          <a:xfrm>
            <a:off x="438150" y="6480870"/>
            <a:ext cx="1308199"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2.5, 3.3, 3.5</a:t>
            </a:r>
          </a:p>
        </p:txBody>
      </p:sp>
      <p:sp>
        <p:nvSpPr>
          <p:cNvPr id="30" name="">
            <a:extLst>
              <a:ext uri="{FF2B5EF4-FFF2-40B4-BE49-F238E27FC236}">
                <a16:creationId id="{FA4C0C17-EB0D-49D9-92B6-1B203BBC452E}"/>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20 / 25</a:t>
            </a:r>
          </a:p>
        </p:txBody>
      </p:sp>
      <p:sp>
        <p:nvSpPr>
          <p:cNvPr id="31" name="">
            <a:extLst>
              <a:ext uri="{FF2B5EF4-FFF2-40B4-BE49-F238E27FC236}">
                <a16:creationId id="{181C1B0A-8AF0-4950-B3C8-67F147D60B53}"/>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4:creationId val="414219196"/>
      </p:ext>
    </p:extLst>
  </p:cSld>
</p:sld>
</file>

<file path=ppt/slides/slide21.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1CAD88B3-C8B6-4877-AE2A-E88C3224C095}"/>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4B84D29F-7BCA-4562-8A5F-E01F37F9391C}"/>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56B5CA91-1822-44E2-93C8-121D6E84F9FC}"/>
              </a:ext>
            </a:extLst>
          </p:cNvPr>
          <p:cNvSpPr>
            <a:spLocks noGrp="1"/>
          </p:cNvSpPr>
          <p:nvPr/>
        </p:nvSpPr>
        <p:spPr>
          <a:xfrm>
            <a:off x="660648" y="328613"/>
            <a:ext cx="362694" cy="342900"/>
          </a:xfrm>
          <a:prstGeom prst="rect">
            <a:avLst/>
          </a:prstGeom>
          <a:solidFill>
            <a:srgbClr val="F3DF4F"/>
          </a:solidFill>
          <a:ln w="0">
            <a:solidFill>
              <a:srgbClr val="000000">
                <a:alpha val="0"/>
              </a:srgbClr>
            </a:solidFill>
          </a:ln>
        </p:spPr>
      </p:sp>
      <p:sp>
        <p:nvSpPr>
          <p:cNvPr id="5" name="">
            <a:extLst>
              <a:ext uri="{FF2B5EF4-FFF2-40B4-BE49-F238E27FC236}">
                <a16:creationId id="{FDB721C0-52AE-4765-BE50-82593B53D1BA}"/>
              </a:ext>
            </a:extLst>
          </p:cNvPr>
          <p:cNvSpPr>
            <a:spLocks noGrp="1"/>
          </p:cNvSpPr>
          <p:nvPr/>
        </p:nvSpPr>
        <p:spPr>
          <a:xfrm>
            <a:off x="746373" y="347663"/>
            <a:ext cx="286494"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21</a:t>
            </a:r>
          </a:p>
        </p:txBody>
      </p:sp>
      <p:sp>
        <p:nvSpPr>
          <p:cNvPr id="6" name="">
            <a:extLst>
              <a:ext uri="{FF2B5EF4-FFF2-40B4-BE49-F238E27FC236}">
                <a16:creationId id="{9804F435-B524-45A6-8475-4C5782259EB7}"/>
              </a:ext>
            </a:extLst>
          </p:cNvPr>
          <p:cNvSpPr>
            <a:spLocks noGrp="1"/>
          </p:cNvSpPr>
          <p:nvPr/>
        </p:nvSpPr>
        <p:spPr>
          <a:xfrm>
            <a:off x="1204317" y="242292"/>
            <a:ext cx="7071420"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Discipline knowledge, implementation and tools</a:t>
            </a:r>
          </a:p>
        </p:txBody>
      </p:sp>
      <p:sp>
        <p:nvSpPr>
          <p:cNvPr id="7" name="">
            <a:extLst>
              <a:ext uri="{FF2B5EF4-FFF2-40B4-BE49-F238E27FC236}">
                <a16:creationId id="{FA88F787-A048-4348-A084-249D683B7B27}"/>
              </a:ext>
            </a:extLst>
          </p:cNvPr>
          <p:cNvSpPr>
            <a:spLocks noGrp="1"/>
          </p:cNvSpPr>
          <p:nvPr/>
        </p:nvSpPr>
        <p:spPr>
          <a:xfrm>
            <a:off x="438150" y="1057275"/>
            <a:ext cx="941933" cy="438150"/>
          </a:xfrm>
          <a:prstGeom prst="rect">
            <a:avLst/>
          </a:prstGeom>
          <a:solidFill>
            <a:srgbClr val="20272D"/>
          </a:solidFill>
          <a:ln w="0">
            <a:solidFill>
              <a:srgbClr val="000000">
                <a:alpha val="0"/>
              </a:srgbClr>
            </a:solidFill>
          </a:ln>
        </p:spPr>
      </p:sp>
      <p:sp>
        <p:nvSpPr>
          <p:cNvPr id="8" name="">
            <a:extLst>
              <a:ext uri="{FF2B5EF4-FFF2-40B4-BE49-F238E27FC236}">
                <a16:creationId id="{533B3135-7C39-410A-B209-80CEAC911EB7}"/>
              </a:ext>
            </a:extLst>
          </p:cNvPr>
          <p:cNvSpPr>
            <a:spLocks noGrp="1"/>
          </p:cNvSpPr>
          <p:nvPr/>
        </p:nvSpPr>
        <p:spPr>
          <a:xfrm>
            <a:off x="619125" y="1143000"/>
            <a:ext cx="675233" cy="29527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FFFEF9"/>
                </a:solidFill>
              </a:rPr>
              <a:t>Python</a:t>
            </a:r>
          </a:p>
        </p:txBody>
      </p:sp>
      <p:sp>
        <p:nvSpPr>
          <p:cNvPr id="9" name="">
            <a:extLst>
              <a:ext uri="{FF2B5EF4-FFF2-40B4-BE49-F238E27FC236}">
                <a16:creationId id="{EE7B4827-0C68-494F-B401-E30DD0DFB415}"/>
              </a:ext>
            </a:extLst>
          </p:cNvPr>
          <p:cNvSpPr>
            <a:spLocks noGrp="1"/>
          </p:cNvSpPr>
          <p:nvPr/>
        </p:nvSpPr>
        <p:spPr>
          <a:xfrm>
            <a:off x="1494383" y="1057275"/>
            <a:ext cx="1004590" cy="438150"/>
          </a:xfrm>
          <a:prstGeom prst="rect">
            <a:avLst/>
          </a:prstGeom>
          <a:solidFill>
            <a:srgbClr val="20272D"/>
          </a:solidFill>
          <a:ln w="0">
            <a:solidFill>
              <a:srgbClr val="000000">
                <a:alpha val="0"/>
              </a:srgbClr>
            </a:solidFill>
          </a:ln>
        </p:spPr>
      </p:sp>
      <p:sp>
        <p:nvSpPr>
          <p:cNvPr id="10" name="">
            <a:extLst>
              <a:ext uri="{FF2B5EF4-FFF2-40B4-BE49-F238E27FC236}">
                <a16:creationId id="{209EFE71-FF94-49F2-9914-0CF8F6AA6209}"/>
              </a:ext>
            </a:extLst>
          </p:cNvPr>
          <p:cNvSpPr>
            <a:spLocks noGrp="1"/>
          </p:cNvSpPr>
          <p:nvPr/>
        </p:nvSpPr>
        <p:spPr>
          <a:xfrm>
            <a:off x="1675358" y="1143000"/>
            <a:ext cx="737890" cy="29527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FFFEF9"/>
                </a:solidFill>
              </a:rPr>
              <a:t>PyTorch</a:t>
            </a:r>
          </a:p>
        </p:txBody>
      </p:sp>
      <p:sp>
        <p:nvSpPr>
          <p:cNvPr id="11" name="">
            <a:extLst>
              <a:ext uri="{FF2B5EF4-FFF2-40B4-BE49-F238E27FC236}">
                <a16:creationId id="{27BEA511-6746-43CE-876D-953B24DD5D46}"/>
              </a:ext>
            </a:extLst>
          </p:cNvPr>
          <p:cNvSpPr>
            <a:spLocks noGrp="1"/>
          </p:cNvSpPr>
          <p:nvPr/>
        </p:nvSpPr>
        <p:spPr>
          <a:xfrm>
            <a:off x="2613273" y="1057275"/>
            <a:ext cx="817215" cy="438150"/>
          </a:xfrm>
          <a:prstGeom prst="rect">
            <a:avLst/>
          </a:prstGeom>
          <a:solidFill>
            <a:srgbClr val="20272D"/>
          </a:solidFill>
          <a:ln w="0">
            <a:solidFill>
              <a:srgbClr val="000000">
                <a:alpha val="0"/>
              </a:srgbClr>
            </a:solidFill>
          </a:ln>
        </p:spPr>
      </p:sp>
      <p:sp>
        <p:nvSpPr>
          <p:cNvPr id="12" name="">
            <a:extLst>
              <a:ext uri="{FF2B5EF4-FFF2-40B4-BE49-F238E27FC236}">
                <a16:creationId id="{4A950C33-4E61-47A5-816A-1650733C743C}"/>
              </a:ext>
            </a:extLst>
          </p:cNvPr>
          <p:cNvSpPr>
            <a:spLocks noGrp="1"/>
          </p:cNvSpPr>
          <p:nvPr/>
        </p:nvSpPr>
        <p:spPr>
          <a:xfrm>
            <a:off x="2794248" y="1143000"/>
            <a:ext cx="550515" cy="29527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FFFEF9"/>
                </a:solidFill>
              </a:rPr>
              <a:t>CUDA</a:t>
            </a:r>
          </a:p>
        </p:txBody>
      </p:sp>
      <p:sp>
        <p:nvSpPr>
          <p:cNvPr id="13" name="">
            <a:extLst>
              <a:ext uri="{FF2B5EF4-FFF2-40B4-BE49-F238E27FC236}">
                <a16:creationId id="{488EB764-97D8-45ED-9F33-F5758BB36771}"/>
              </a:ext>
            </a:extLst>
          </p:cNvPr>
          <p:cNvSpPr>
            <a:spLocks noGrp="1"/>
          </p:cNvSpPr>
          <p:nvPr/>
        </p:nvSpPr>
        <p:spPr>
          <a:xfrm>
            <a:off x="8961090" y="1157288"/>
            <a:ext cx="2888010" cy="266700"/>
          </a:xfrm>
          <a:prstGeom prst="rect">
            <a:avLst/>
          </a:prstGeom>
          <a:solidFill>
            <a:srgbClr val="000000">
              <a:alpha val="0"/>
            </a:srgbClr>
          </a:solidFill>
          <a:ln w="0">
            <a:solidFill>
              <a:srgbClr val="000000">
                <a:alpha val="0"/>
              </a:srgbClr>
            </a:solidFill>
          </a:ln>
        </p:spPr>
        <p:txBody>
          <a:bodyPr lIns="0" tIns="0" rIns="0" bIns="0" anchor="ctr"/>
          <a:lstStyle/>
          <a:p>
            <a:r>
              <a:rPr sz="1365" b="0">
                <a:solidFill>
                  <a:srgbClr val="68727A"/>
                </a:solidFill>
              </a:rPr>
              <a:t>One integrated research pipeline</a:t>
            </a:r>
          </a:p>
        </p:txBody>
      </p:sp>
      <p:sp>
        <p:nvSpPr>
          <p:cNvPr id="14" name="">
            <a:extLst>
              <a:ext uri="{FF2B5EF4-FFF2-40B4-BE49-F238E27FC236}">
                <a16:creationId id="{36A09D14-FA6E-42E8-A8C8-73C5C8BEC712}"/>
              </a:ext>
            </a:extLst>
          </p:cNvPr>
          <p:cNvSpPr>
            <a:spLocks noGrp="1"/>
          </p:cNvSpPr>
          <p:nvPr/>
        </p:nvSpPr>
        <p:spPr>
          <a:xfrm>
            <a:off x="438150" y="2211139"/>
            <a:ext cx="2628900" cy="19050"/>
          </a:xfrm>
          <a:prstGeom prst="rect">
            <a:avLst/>
          </a:prstGeom>
          <a:solidFill>
            <a:srgbClr val="20272D"/>
          </a:solidFill>
          <a:ln w="0">
            <a:solidFill>
              <a:srgbClr val="000000">
                <a:alpha val="0"/>
              </a:srgbClr>
            </a:solidFill>
          </a:ln>
        </p:spPr>
      </p:sp>
      <p:sp>
        <p:nvSpPr>
          <p:cNvPr id="15" name="">
            <a:extLst>
              <a:ext uri="{FF2B5EF4-FFF2-40B4-BE49-F238E27FC236}">
                <a16:creationId id="{1A55B2FB-BCF0-4301-B995-BDAD1E14D664}"/>
              </a:ext>
            </a:extLst>
          </p:cNvPr>
          <p:cNvSpPr>
            <a:spLocks noGrp="1"/>
          </p:cNvSpPr>
          <p:nvPr/>
        </p:nvSpPr>
        <p:spPr>
          <a:xfrm>
            <a:off x="438150" y="2363539"/>
            <a:ext cx="334714" cy="39052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68727A"/>
                </a:solidFill>
              </a:rPr>
              <a:t>01</a:t>
            </a:r>
          </a:p>
        </p:txBody>
      </p:sp>
      <p:sp>
        <p:nvSpPr>
          <p:cNvPr id="16" name="">
            <a:extLst>
              <a:ext uri="{FF2B5EF4-FFF2-40B4-BE49-F238E27FC236}">
                <a16:creationId id="{1C92A0E4-7CB3-4BB8-8373-91F29194131C}"/>
              </a:ext>
            </a:extLst>
          </p:cNvPr>
          <p:cNvSpPr>
            <a:spLocks noGrp="1"/>
          </p:cNvSpPr>
          <p:nvPr/>
        </p:nvSpPr>
        <p:spPr>
          <a:xfrm>
            <a:off x="2865090" y="2363539"/>
            <a:ext cx="297210" cy="39052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68727A"/>
                </a:solidFill>
              </a:rPr>
              <a:t>→</a:t>
            </a:r>
          </a:p>
        </p:txBody>
      </p:sp>
      <p:sp>
        <p:nvSpPr>
          <p:cNvPr id="17" name="">
            <a:extLst>
              <a:ext uri="{FF2B5EF4-FFF2-40B4-BE49-F238E27FC236}">
                <a16:creationId id="{84DF8CC5-B0FD-4DF2-94FB-7F21D435D452}"/>
              </a:ext>
            </a:extLst>
          </p:cNvPr>
          <p:cNvSpPr>
            <a:spLocks noGrp="1"/>
          </p:cNvSpPr>
          <p:nvPr/>
        </p:nvSpPr>
        <p:spPr>
          <a:xfrm>
            <a:off x="438150" y="2887414"/>
            <a:ext cx="696962" cy="495300"/>
          </a:xfrm>
          <a:prstGeom prst="rect">
            <a:avLst/>
          </a:prstGeom>
          <a:solidFill>
            <a:srgbClr val="000000">
              <a:alpha val="0"/>
            </a:srgbClr>
          </a:solidFill>
          <a:ln w="0">
            <a:solidFill>
              <a:srgbClr val="000000">
                <a:alpha val="0"/>
              </a:srgbClr>
            </a:solidFill>
          </a:ln>
        </p:spPr>
        <p:txBody>
          <a:bodyPr lIns="0" tIns="0" rIns="0" bIns="0" anchor="ctr"/>
          <a:lstStyle/>
          <a:p>
            <a:r>
              <a:rPr sz="2116" b="0">
                <a:solidFill>
                  <a:srgbClr val="20272D"/>
                </a:solidFill>
              </a:rPr>
              <a:t>CNN</a:t>
            </a:r>
          </a:p>
        </p:txBody>
      </p:sp>
      <p:sp>
        <p:nvSpPr>
          <p:cNvPr id="18" name="">
            <a:extLst>
              <a:ext uri="{FF2B5EF4-FFF2-40B4-BE49-F238E27FC236}">
                <a16:creationId id="{F1B5D870-D5D3-4638-8D59-1E5440953470}"/>
              </a:ext>
            </a:extLst>
          </p:cNvPr>
          <p:cNvSpPr>
            <a:spLocks noGrp="1"/>
          </p:cNvSpPr>
          <p:nvPr/>
        </p:nvSpPr>
        <p:spPr>
          <a:xfrm>
            <a:off x="438150" y="3390454"/>
            <a:ext cx="1462236"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Image features</a:t>
            </a:r>
          </a:p>
        </p:txBody>
      </p:sp>
      <p:sp>
        <p:nvSpPr>
          <p:cNvPr id="19" name="">
            <a:extLst>
              <a:ext uri="{FF2B5EF4-FFF2-40B4-BE49-F238E27FC236}">
                <a16:creationId id="{7E286036-9B5A-4509-84B8-2C91C94D2721}"/>
              </a:ext>
            </a:extLst>
          </p:cNvPr>
          <p:cNvSpPr>
            <a:spLocks noGrp="1"/>
          </p:cNvSpPr>
          <p:nvPr/>
        </p:nvSpPr>
        <p:spPr>
          <a:xfrm>
            <a:off x="438150" y="3823246"/>
            <a:ext cx="1209080"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Computer vision</a:t>
            </a:r>
          </a:p>
        </p:txBody>
      </p:sp>
      <p:sp>
        <p:nvSpPr>
          <p:cNvPr id="20" name="">
            <a:extLst>
              <a:ext uri="{FF2B5EF4-FFF2-40B4-BE49-F238E27FC236}">
                <a16:creationId id="{C99F9E65-9535-40DF-95F5-9B3A734CFF39}"/>
              </a:ext>
            </a:extLst>
          </p:cNvPr>
          <p:cNvSpPr>
            <a:spLocks noGrp="1"/>
          </p:cNvSpPr>
          <p:nvPr/>
        </p:nvSpPr>
        <p:spPr>
          <a:xfrm>
            <a:off x="3333750" y="2211139"/>
            <a:ext cx="2628900" cy="19050"/>
          </a:xfrm>
          <a:prstGeom prst="rect">
            <a:avLst/>
          </a:prstGeom>
          <a:solidFill>
            <a:srgbClr val="20272D"/>
          </a:solidFill>
          <a:ln w="0">
            <a:solidFill>
              <a:srgbClr val="000000">
                <a:alpha val="0"/>
              </a:srgbClr>
            </a:solidFill>
          </a:ln>
        </p:spPr>
      </p:sp>
      <p:sp>
        <p:nvSpPr>
          <p:cNvPr id="21" name="">
            <a:extLst>
              <a:ext uri="{FF2B5EF4-FFF2-40B4-BE49-F238E27FC236}">
                <a16:creationId id="{6BC5E821-24C9-49C4-94AE-58891A17C382}"/>
              </a:ext>
            </a:extLst>
          </p:cNvPr>
          <p:cNvSpPr>
            <a:spLocks noGrp="1"/>
          </p:cNvSpPr>
          <p:nvPr/>
        </p:nvSpPr>
        <p:spPr>
          <a:xfrm>
            <a:off x="3333750" y="2363539"/>
            <a:ext cx="388144" cy="39052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68727A"/>
                </a:solidFill>
              </a:rPr>
              <a:t>02</a:t>
            </a:r>
          </a:p>
        </p:txBody>
      </p:sp>
      <p:sp>
        <p:nvSpPr>
          <p:cNvPr id="22" name="">
            <a:extLst>
              <a:ext uri="{FF2B5EF4-FFF2-40B4-BE49-F238E27FC236}">
                <a16:creationId id="{FA6747D1-B336-43EF-98FF-34A1ADE2554A}"/>
              </a:ext>
            </a:extLst>
          </p:cNvPr>
          <p:cNvSpPr>
            <a:spLocks noGrp="1"/>
          </p:cNvSpPr>
          <p:nvPr/>
        </p:nvSpPr>
        <p:spPr>
          <a:xfrm>
            <a:off x="5760690" y="2363539"/>
            <a:ext cx="297210" cy="39052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68727A"/>
                </a:solidFill>
              </a:rPr>
              <a:t>→</a:t>
            </a:r>
          </a:p>
        </p:txBody>
      </p:sp>
      <p:sp>
        <p:nvSpPr>
          <p:cNvPr id="23" name="">
            <a:extLst>
              <a:ext uri="{FF2B5EF4-FFF2-40B4-BE49-F238E27FC236}">
                <a16:creationId id="{68C238A5-2302-48C1-9F23-CB9DBC2B11DC}"/>
              </a:ext>
            </a:extLst>
          </p:cNvPr>
          <p:cNvSpPr>
            <a:spLocks noGrp="1"/>
          </p:cNvSpPr>
          <p:nvPr/>
        </p:nvSpPr>
        <p:spPr>
          <a:xfrm>
            <a:off x="3333750" y="2887414"/>
            <a:ext cx="1671638" cy="495300"/>
          </a:xfrm>
          <a:prstGeom prst="rect">
            <a:avLst/>
          </a:prstGeom>
          <a:solidFill>
            <a:srgbClr val="000000">
              <a:alpha val="0"/>
            </a:srgbClr>
          </a:solidFill>
          <a:ln w="0">
            <a:solidFill>
              <a:srgbClr val="000000">
                <a:alpha val="0"/>
              </a:srgbClr>
            </a:solidFill>
          </a:ln>
        </p:spPr>
        <p:txBody>
          <a:bodyPr lIns="0" tIns="0" rIns="0" bIns="0" anchor="ctr"/>
          <a:lstStyle/>
          <a:p>
            <a:r>
              <a:rPr sz="2116" b="0">
                <a:solidFill>
                  <a:srgbClr val="20272D"/>
                </a:solidFill>
              </a:rPr>
              <a:t>3D z + LUTs</a:t>
            </a:r>
          </a:p>
        </p:txBody>
      </p:sp>
      <p:sp>
        <p:nvSpPr>
          <p:cNvPr id="24" name="">
            <a:extLst>
              <a:ext uri="{FF2B5EF4-FFF2-40B4-BE49-F238E27FC236}">
                <a16:creationId id="{74DDDEA5-7426-46D1-BD49-4D199CB8C75A}"/>
              </a:ext>
            </a:extLst>
          </p:cNvPr>
          <p:cNvSpPr>
            <a:spLocks noGrp="1"/>
          </p:cNvSpPr>
          <p:nvPr/>
        </p:nvSpPr>
        <p:spPr>
          <a:xfrm>
            <a:off x="3333750" y="3390454"/>
            <a:ext cx="1390501"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Compact edits</a:t>
            </a:r>
          </a:p>
        </p:txBody>
      </p:sp>
      <p:sp>
        <p:nvSpPr>
          <p:cNvPr id="25" name="">
            <a:extLst>
              <a:ext uri="{FF2B5EF4-FFF2-40B4-BE49-F238E27FC236}">
                <a16:creationId id="{43BB9245-A8E8-4B8D-9D86-6BAB965BDDE0}"/>
              </a:ext>
            </a:extLst>
          </p:cNvPr>
          <p:cNvSpPr>
            <a:spLocks noGrp="1"/>
          </p:cNvSpPr>
          <p:nvPr/>
        </p:nvSpPr>
        <p:spPr>
          <a:xfrm>
            <a:off x="3333750" y="3823246"/>
            <a:ext cx="1734443"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Representation learning</a:t>
            </a:r>
          </a:p>
        </p:txBody>
      </p:sp>
      <p:sp>
        <p:nvSpPr>
          <p:cNvPr id="26" name="">
            <a:extLst>
              <a:ext uri="{FF2B5EF4-FFF2-40B4-BE49-F238E27FC236}">
                <a16:creationId id="{3320CEFA-E145-41A5-82C1-DC9BEDD981AA}"/>
              </a:ext>
            </a:extLst>
          </p:cNvPr>
          <p:cNvSpPr>
            <a:spLocks noGrp="1"/>
          </p:cNvSpPr>
          <p:nvPr/>
        </p:nvSpPr>
        <p:spPr>
          <a:xfrm>
            <a:off x="6229350" y="2211139"/>
            <a:ext cx="2628900" cy="19050"/>
          </a:xfrm>
          <a:prstGeom prst="rect">
            <a:avLst/>
          </a:prstGeom>
          <a:solidFill>
            <a:srgbClr val="20272D"/>
          </a:solidFill>
          <a:ln w="0">
            <a:solidFill>
              <a:srgbClr val="000000">
                <a:alpha val="0"/>
              </a:srgbClr>
            </a:solidFill>
          </a:ln>
        </p:spPr>
      </p:sp>
      <p:sp>
        <p:nvSpPr>
          <p:cNvPr id="27" name="">
            <a:extLst>
              <a:ext uri="{FF2B5EF4-FFF2-40B4-BE49-F238E27FC236}">
                <a16:creationId id="{EFA60EBB-4E6D-445C-B108-8F778813653D}"/>
              </a:ext>
            </a:extLst>
          </p:cNvPr>
          <p:cNvSpPr>
            <a:spLocks noGrp="1"/>
          </p:cNvSpPr>
          <p:nvPr/>
        </p:nvSpPr>
        <p:spPr>
          <a:xfrm>
            <a:off x="6229350" y="2363539"/>
            <a:ext cx="386209" cy="39052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68727A"/>
                </a:solidFill>
              </a:rPr>
              <a:t>03</a:t>
            </a:r>
          </a:p>
        </p:txBody>
      </p:sp>
      <p:sp>
        <p:nvSpPr>
          <p:cNvPr id="28" name="">
            <a:extLst>
              <a:ext uri="{FF2B5EF4-FFF2-40B4-BE49-F238E27FC236}">
                <a16:creationId id="{6AAD0D26-3097-4BC9-A9D5-F742925221D0}"/>
              </a:ext>
            </a:extLst>
          </p:cNvPr>
          <p:cNvSpPr>
            <a:spLocks noGrp="1"/>
          </p:cNvSpPr>
          <p:nvPr/>
        </p:nvSpPr>
        <p:spPr>
          <a:xfrm>
            <a:off x="8656290" y="2363539"/>
            <a:ext cx="297210" cy="39052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68727A"/>
                </a:solidFill>
              </a:rPr>
              <a:t>→</a:t>
            </a:r>
          </a:p>
        </p:txBody>
      </p:sp>
      <p:sp>
        <p:nvSpPr>
          <p:cNvPr id="29" name="">
            <a:extLst>
              <a:ext uri="{FF2B5EF4-FFF2-40B4-BE49-F238E27FC236}">
                <a16:creationId id="{EE54EAB0-4113-4DBD-972E-CECAC1B68471}"/>
              </a:ext>
            </a:extLst>
          </p:cNvPr>
          <p:cNvSpPr>
            <a:spLocks noGrp="1"/>
          </p:cNvSpPr>
          <p:nvPr/>
        </p:nvSpPr>
        <p:spPr>
          <a:xfrm>
            <a:off x="6229350" y="2887414"/>
            <a:ext cx="1785045" cy="495300"/>
          </a:xfrm>
          <a:prstGeom prst="rect">
            <a:avLst/>
          </a:prstGeom>
          <a:solidFill>
            <a:srgbClr val="000000">
              <a:alpha val="0"/>
            </a:srgbClr>
          </a:solidFill>
          <a:ln w="0">
            <a:solidFill>
              <a:srgbClr val="000000">
                <a:alpha val="0"/>
              </a:srgbClr>
            </a:solidFill>
          </a:ln>
        </p:spPr>
        <p:txBody>
          <a:bodyPr lIns="0" tIns="0" rIns="0" bIns="0" anchor="ctr"/>
          <a:lstStyle/>
          <a:p>
            <a:r>
              <a:rPr sz="2116" b="0">
                <a:solidFill>
                  <a:srgbClr val="20272D"/>
                </a:solidFill>
              </a:rPr>
              <a:t>Transformer</a:t>
            </a:r>
          </a:p>
        </p:txBody>
      </p:sp>
      <p:sp>
        <p:nvSpPr>
          <p:cNvPr id="30" name="">
            <a:extLst>
              <a:ext uri="{FF2B5EF4-FFF2-40B4-BE49-F238E27FC236}">
                <a16:creationId id="{965B1827-B1CB-4926-B115-D544A4336F20}"/>
              </a:ext>
            </a:extLst>
          </p:cNvPr>
          <p:cNvSpPr>
            <a:spLocks noGrp="1"/>
          </p:cNvSpPr>
          <p:nvPr/>
        </p:nvSpPr>
        <p:spPr>
          <a:xfrm>
            <a:off x="6229350" y="3390454"/>
            <a:ext cx="1460153"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History context</a:t>
            </a:r>
          </a:p>
        </p:txBody>
      </p:sp>
      <p:sp>
        <p:nvSpPr>
          <p:cNvPr id="31" name="">
            <a:extLst>
              <a:ext uri="{FF2B5EF4-FFF2-40B4-BE49-F238E27FC236}">
                <a16:creationId id="{9406EDD5-15F2-4E39-B074-84919ABE1238}"/>
              </a:ext>
            </a:extLst>
          </p:cNvPr>
          <p:cNvSpPr>
            <a:spLocks noGrp="1"/>
          </p:cNvSpPr>
          <p:nvPr/>
        </p:nvSpPr>
        <p:spPr>
          <a:xfrm>
            <a:off x="6229350" y="3823246"/>
            <a:ext cx="1362224"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Sequence learning</a:t>
            </a:r>
          </a:p>
        </p:txBody>
      </p:sp>
      <p:sp>
        <p:nvSpPr>
          <p:cNvPr id="32" name="">
            <a:extLst>
              <a:ext uri="{FF2B5EF4-FFF2-40B4-BE49-F238E27FC236}">
                <a16:creationId id="{8B7C1BC2-A3CA-44EB-B6D9-9B4F43E72E35}"/>
              </a:ext>
            </a:extLst>
          </p:cNvPr>
          <p:cNvSpPr>
            <a:spLocks noGrp="1"/>
          </p:cNvSpPr>
          <p:nvPr/>
        </p:nvSpPr>
        <p:spPr>
          <a:xfrm>
            <a:off x="9124950" y="2211139"/>
            <a:ext cx="2628900" cy="19050"/>
          </a:xfrm>
          <a:prstGeom prst="rect">
            <a:avLst/>
          </a:prstGeom>
          <a:solidFill>
            <a:srgbClr val="20272D"/>
          </a:solidFill>
          <a:ln w="0">
            <a:solidFill>
              <a:srgbClr val="000000">
                <a:alpha val="0"/>
              </a:srgbClr>
            </a:solidFill>
          </a:ln>
        </p:spPr>
      </p:sp>
      <p:sp>
        <p:nvSpPr>
          <p:cNvPr id="33" name="">
            <a:extLst>
              <a:ext uri="{FF2B5EF4-FFF2-40B4-BE49-F238E27FC236}">
                <a16:creationId id="{4A682C94-93F0-485C-9D0D-D54EB33BB9E0}"/>
              </a:ext>
            </a:extLst>
          </p:cNvPr>
          <p:cNvSpPr>
            <a:spLocks noGrp="1"/>
          </p:cNvSpPr>
          <p:nvPr/>
        </p:nvSpPr>
        <p:spPr>
          <a:xfrm>
            <a:off x="9124950" y="2363539"/>
            <a:ext cx="395585" cy="390525"/>
          </a:xfrm>
          <a:prstGeom prst="rect">
            <a:avLst/>
          </a:prstGeom>
          <a:solidFill>
            <a:srgbClr val="000000">
              <a:alpha val="0"/>
            </a:srgbClr>
          </a:solidFill>
          <a:ln w="0">
            <a:solidFill>
              <a:srgbClr val="000000">
                <a:alpha val="0"/>
              </a:srgbClr>
            </a:solidFill>
          </a:ln>
        </p:spPr>
        <p:txBody>
          <a:bodyPr lIns="0" tIns="0" rIns="0" bIns="0" anchor="ctr"/>
          <a:lstStyle/>
          <a:p>
            <a:r>
              <a:rPr sz="1638" b="0">
                <a:solidFill>
                  <a:srgbClr val="68727A"/>
                </a:solidFill>
              </a:rPr>
              <a:t>04</a:t>
            </a:r>
          </a:p>
        </p:txBody>
      </p:sp>
      <p:sp>
        <p:nvSpPr>
          <p:cNvPr id="34" name="">
            <a:extLst>
              <a:ext uri="{FF2B5EF4-FFF2-40B4-BE49-F238E27FC236}">
                <a16:creationId id="{C10A8668-A5EF-4A98-AF73-5E764BF55A0F}"/>
              </a:ext>
            </a:extLst>
          </p:cNvPr>
          <p:cNvSpPr>
            <a:spLocks noGrp="1"/>
          </p:cNvSpPr>
          <p:nvPr/>
        </p:nvSpPr>
        <p:spPr>
          <a:xfrm>
            <a:off x="9124950" y="2887414"/>
            <a:ext cx="745778" cy="495300"/>
          </a:xfrm>
          <a:prstGeom prst="rect">
            <a:avLst/>
          </a:prstGeom>
          <a:solidFill>
            <a:srgbClr val="000000">
              <a:alpha val="0"/>
            </a:srgbClr>
          </a:solidFill>
          <a:ln w="0">
            <a:solidFill>
              <a:srgbClr val="000000">
                <a:alpha val="0"/>
              </a:srgbClr>
            </a:solidFill>
          </a:ln>
        </p:spPr>
        <p:txBody>
          <a:bodyPr lIns="0" tIns="0" rIns="0" bIns="0" anchor="ctr"/>
          <a:lstStyle/>
          <a:p>
            <a:r>
              <a:rPr sz="2116" b="0">
                <a:solidFill>
                  <a:srgbClr val="20272D"/>
                </a:solidFill>
              </a:rPr>
              <a:t>Flow</a:t>
            </a:r>
          </a:p>
        </p:txBody>
      </p:sp>
      <p:sp>
        <p:nvSpPr>
          <p:cNvPr id="35" name="">
            <a:extLst>
              <a:ext uri="{FF2B5EF4-FFF2-40B4-BE49-F238E27FC236}">
                <a16:creationId id="{5B9C64BD-892F-4A88-98CA-62E58BA4CE39}"/>
              </a:ext>
            </a:extLst>
          </p:cNvPr>
          <p:cNvSpPr>
            <a:spLocks noGrp="1"/>
          </p:cNvSpPr>
          <p:nvPr/>
        </p:nvSpPr>
        <p:spPr>
          <a:xfrm>
            <a:off x="9124950" y="3390454"/>
            <a:ext cx="1822400"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Conditional density</a:t>
            </a:r>
          </a:p>
        </p:txBody>
      </p:sp>
      <p:sp>
        <p:nvSpPr>
          <p:cNvPr id="36" name="">
            <a:extLst>
              <a:ext uri="{FF2B5EF4-FFF2-40B4-BE49-F238E27FC236}">
                <a16:creationId id="{BE899C7F-A045-4FD6-B76E-DFFA0029D1B7}"/>
              </a:ext>
            </a:extLst>
          </p:cNvPr>
          <p:cNvSpPr>
            <a:spLocks noGrp="1"/>
          </p:cNvSpPr>
          <p:nvPr/>
        </p:nvSpPr>
        <p:spPr>
          <a:xfrm>
            <a:off x="9124950" y="3823246"/>
            <a:ext cx="1657648"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Probabilistic modelling</a:t>
            </a:r>
          </a:p>
        </p:txBody>
      </p:sp>
      <p:sp>
        <p:nvSpPr>
          <p:cNvPr id="37" name="">
            <a:extLst>
              <a:ext uri="{FF2B5EF4-FFF2-40B4-BE49-F238E27FC236}">
                <a16:creationId id="{66D8CD7C-8755-4E9B-BCDF-8692B4FA70C3}"/>
              </a:ext>
            </a:extLst>
          </p:cNvPr>
          <p:cNvSpPr>
            <a:spLocks noGrp="1"/>
          </p:cNvSpPr>
          <p:nvPr/>
        </p:nvSpPr>
        <p:spPr>
          <a:xfrm>
            <a:off x="438150" y="4748510"/>
            <a:ext cx="11315700" cy="9525"/>
          </a:xfrm>
          <a:prstGeom prst="rect">
            <a:avLst/>
          </a:prstGeom>
          <a:solidFill>
            <a:srgbClr val="20272D"/>
          </a:solidFill>
          <a:ln w="0">
            <a:solidFill>
              <a:srgbClr val="000000">
                <a:alpha val="0"/>
              </a:srgbClr>
            </a:solidFill>
          </a:ln>
        </p:spPr>
      </p:sp>
      <p:sp>
        <p:nvSpPr>
          <p:cNvPr id="38" name="">
            <a:extLst>
              <a:ext uri="{FF2B5EF4-FFF2-40B4-BE49-F238E27FC236}">
                <a16:creationId id="{C18D7DD3-F2BB-4498-A8C4-64CED688C588}"/>
              </a:ext>
            </a:extLst>
          </p:cNvPr>
          <p:cNvSpPr>
            <a:spLocks noGrp="1"/>
          </p:cNvSpPr>
          <p:nvPr/>
        </p:nvSpPr>
        <p:spPr>
          <a:xfrm>
            <a:off x="438150" y="4891385"/>
            <a:ext cx="1238250" cy="657225"/>
          </a:xfrm>
          <a:prstGeom prst="rect">
            <a:avLst/>
          </a:prstGeom>
          <a:solidFill>
            <a:srgbClr val="000000">
              <a:alpha val="0"/>
            </a:srgbClr>
          </a:solidFill>
          <a:ln w="0">
            <a:solidFill>
              <a:srgbClr val="000000">
                <a:alpha val="0"/>
              </a:srgbClr>
            </a:solidFill>
          </a:ln>
        </p:spPr>
        <p:txBody>
          <a:bodyPr lIns="0" tIns="0" rIns="0" bIns="0" anchor="ctr"/>
          <a:lstStyle/>
          <a:p>
            <a:r>
              <a:rPr sz="2867" b="1">
                <a:solidFill>
                  <a:srgbClr val="20272D"/>
                </a:solidFill>
              </a:rPr>
              <a:t>≈39.7 </a:t>
            </a:r>
          </a:p>
        </p:txBody>
      </p:sp>
      <p:sp>
        <p:nvSpPr>
          <p:cNvPr id="39" name="">
            <a:extLst>
              <a:ext uri="{FF2B5EF4-FFF2-40B4-BE49-F238E27FC236}">
                <a16:creationId id="{2925B15E-4137-4A85-AE92-2DBF9B221C3D}"/>
              </a:ext>
            </a:extLst>
          </p:cNvPr>
          <p:cNvSpPr>
            <a:spLocks noGrp="1"/>
          </p:cNvSpPr>
          <p:nvPr/>
        </p:nvSpPr>
        <p:spPr>
          <a:xfrm>
            <a:off x="1581150" y="5100935"/>
            <a:ext cx="395585" cy="371475"/>
          </a:xfrm>
          <a:prstGeom prst="rect">
            <a:avLst/>
          </a:prstGeom>
          <a:solidFill>
            <a:srgbClr val="000000">
              <a:alpha val="0"/>
            </a:srgbClr>
          </a:solidFill>
          <a:ln w="0">
            <a:solidFill>
              <a:srgbClr val="000000">
                <a:alpha val="0"/>
              </a:srgbClr>
            </a:solidFill>
          </a:ln>
        </p:spPr>
        <p:txBody>
          <a:bodyPr lIns="0" tIns="0" rIns="0" bIns="0" anchor="ctr"/>
          <a:lstStyle/>
          <a:p>
            <a:r>
              <a:rPr sz="1570" b="1">
                <a:solidFill>
                  <a:srgbClr val="20272D"/>
                </a:solidFill>
              </a:rPr>
              <a:t>ms</a:t>
            </a:r>
          </a:p>
        </p:txBody>
      </p:sp>
      <p:sp>
        <p:nvSpPr>
          <p:cNvPr id="40" name="">
            <a:extLst>
              <a:ext uri="{FF2B5EF4-FFF2-40B4-BE49-F238E27FC236}">
                <a16:creationId id="{866887D9-783D-408B-A8C5-2E5287247860}"/>
              </a:ext>
            </a:extLst>
          </p:cNvPr>
          <p:cNvSpPr>
            <a:spLocks noGrp="1"/>
          </p:cNvSpPr>
          <p:nvPr/>
        </p:nvSpPr>
        <p:spPr>
          <a:xfrm>
            <a:off x="438150" y="5512296"/>
            <a:ext cx="1788170"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Monte Carlo inference</a:t>
            </a:r>
          </a:p>
        </p:txBody>
      </p:sp>
      <p:sp>
        <p:nvSpPr>
          <p:cNvPr id="41" name="">
            <a:extLst>
              <a:ext uri="{FF2B5EF4-FFF2-40B4-BE49-F238E27FC236}">
                <a16:creationId id="{DAB808D2-648E-4F07-AA49-2456BF8B5921}"/>
              </a:ext>
            </a:extLst>
          </p:cNvPr>
          <p:cNvSpPr>
            <a:spLocks noGrp="1"/>
          </p:cNvSpPr>
          <p:nvPr/>
        </p:nvSpPr>
        <p:spPr>
          <a:xfrm>
            <a:off x="4352925" y="4891385"/>
            <a:ext cx="1129159" cy="657225"/>
          </a:xfrm>
          <a:prstGeom prst="rect">
            <a:avLst/>
          </a:prstGeom>
          <a:solidFill>
            <a:srgbClr val="000000">
              <a:alpha val="0"/>
            </a:srgbClr>
          </a:solidFill>
          <a:ln w="0">
            <a:solidFill>
              <a:srgbClr val="000000">
                <a:alpha val="0"/>
              </a:srgbClr>
            </a:solidFill>
          </a:ln>
        </p:spPr>
        <p:txBody>
          <a:bodyPr lIns="0" tIns="0" rIns="0" bIns="0" anchor="ctr"/>
          <a:lstStyle/>
          <a:p>
            <a:r>
              <a:rPr sz="2867" b="1">
                <a:solidFill>
                  <a:srgbClr val="20272D"/>
                </a:solidFill>
              </a:rPr>
              <a:t>115.9 </a:t>
            </a:r>
          </a:p>
        </p:txBody>
      </p:sp>
      <p:sp>
        <p:nvSpPr>
          <p:cNvPr id="42" name="">
            <a:extLst>
              <a:ext uri="{FF2B5EF4-FFF2-40B4-BE49-F238E27FC236}">
                <a16:creationId id="{8A06B5EE-E817-4B37-8966-969CDE5CF173}"/>
              </a:ext>
            </a:extLst>
          </p:cNvPr>
          <p:cNvSpPr>
            <a:spLocks noGrp="1"/>
          </p:cNvSpPr>
          <p:nvPr/>
        </p:nvSpPr>
        <p:spPr>
          <a:xfrm>
            <a:off x="5386834" y="5100935"/>
            <a:ext cx="500211" cy="371475"/>
          </a:xfrm>
          <a:prstGeom prst="rect">
            <a:avLst/>
          </a:prstGeom>
          <a:solidFill>
            <a:srgbClr val="000000">
              <a:alpha val="0"/>
            </a:srgbClr>
          </a:solidFill>
          <a:ln w="0">
            <a:solidFill>
              <a:srgbClr val="000000">
                <a:alpha val="0"/>
              </a:srgbClr>
            </a:solidFill>
          </a:ln>
        </p:spPr>
        <p:txBody>
          <a:bodyPr lIns="0" tIns="0" rIns="0" bIns="0" anchor="ctr"/>
          <a:lstStyle/>
          <a:p>
            <a:r>
              <a:rPr sz="1570" b="1">
                <a:solidFill>
                  <a:srgbClr val="20272D"/>
                </a:solidFill>
              </a:rPr>
              <a:t>MiB</a:t>
            </a:r>
          </a:p>
        </p:txBody>
      </p:sp>
      <p:sp>
        <p:nvSpPr>
          <p:cNvPr id="43" name="">
            <a:extLst>
              <a:ext uri="{FF2B5EF4-FFF2-40B4-BE49-F238E27FC236}">
                <a16:creationId id="{4D7AAF90-4BE1-4ACC-B87A-C661329BA00E}"/>
              </a:ext>
            </a:extLst>
          </p:cNvPr>
          <p:cNvSpPr>
            <a:spLocks noGrp="1"/>
          </p:cNvSpPr>
          <p:nvPr/>
        </p:nvSpPr>
        <p:spPr>
          <a:xfrm>
            <a:off x="4352925" y="5512296"/>
            <a:ext cx="1752600"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Peak CUDA allocation</a:t>
            </a:r>
          </a:p>
        </p:txBody>
      </p:sp>
      <p:sp>
        <p:nvSpPr>
          <p:cNvPr id="44" name="">
            <a:extLst>
              <a:ext uri="{FF2B5EF4-FFF2-40B4-BE49-F238E27FC236}">
                <a16:creationId id="{DC502B18-B669-4C90-B514-DD233F11B7D5}"/>
              </a:ext>
            </a:extLst>
          </p:cNvPr>
          <p:cNvSpPr>
            <a:spLocks noGrp="1"/>
          </p:cNvSpPr>
          <p:nvPr/>
        </p:nvSpPr>
        <p:spPr>
          <a:xfrm>
            <a:off x="8267700" y="4891385"/>
            <a:ext cx="2026295" cy="657225"/>
          </a:xfrm>
          <a:prstGeom prst="rect">
            <a:avLst/>
          </a:prstGeom>
          <a:solidFill>
            <a:srgbClr val="000000">
              <a:alpha val="0"/>
            </a:srgbClr>
          </a:solidFill>
          <a:ln w="0">
            <a:solidFill>
              <a:srgbClr val="000000">
                <a:alpha val="0"/>
              </a:srgbClr>
            </a:solidFill>
          </a:ln>
        </p:spPr>
        <p:txBody>
          <a:bodyPr lIns="0" tIns="0" rIns="0" bIns="0" anchor="ctr"/>
          <a:lstStyle/>
          <a:p>
            <a:r>
              <a:rPr sz="2867" b="1">
                <a:solidFill>
                  <a:srgbClr val="20272D"/>
                </a:solidFill>
              </a:rPr>
              <a:t>RTX 4060</a:t>
            </a:r>
          </a:p>
        </p:txBody>
      </p:sp>
      <p:sp>
        <p:nvSpPr>
          <p:cNvPr id="45" name="">
            <a:extLst>
              <a:ext uri="{FF2B5EF4-FFF2-40B4-BE49-F238E27FC236}">
                <a16:creationId id="{51869168-D87C-4A4D-A14F-9D24D019412E}"/>
              </a:ext>
            </a:extLst>
          </p:cNvPr>
          <p:cNvSpPr>
            <a:spLocks noGrp="1"/>
          </p:cNvSpPr>
          <p:nvPr/>
        </p:nvSpPr>
        <p:spPr>
          <a:xfrm>
            <a:off x="8267700" y="5512296"/>
            <a:ext cx="1943546"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Laptop GPU · 256 × 256</a:t>
            </a:r>
          </a:p>
        </p:txBody>
      </p:sp>
      <p:sp>
        <p:nvSpPr>
          <p:cNvPr id="46" name="">
            <a:extLst>
              <a:ext uri="{FF2B5EF4-FFF2-40B4-BE49-F238E27FC236}">
                <a16:creationId id="{36325D4D-2200-44CB-9C50-B7C95372284A}"/>
              </a:ext>
            </a:extLst>
          </p:cNvPr>
          <p:cNvSpPr>
            <a:spLocks noGrp="1"/>
          </p:cNvSpPr>
          <p:nvPr/>
        </p:nvSpPr>
        <p:spPr>
          <a:xfrm>
            <a:off x="438150" y="6037064"/>
            <a:ext cx="7764214"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Batch 1, fresh history; inputs on GPU, historical z cached. Model-side timing excludes loading, disk I/O and application overhead.</a:t>
            </a:r>
          </a:p>
        </p:txBody>
      </p:sp>
      <p:sp>
        <p:nvSpPr>
          <p:cNvPr id="47" name="">
            <a:extLst>
              <a:ext uri="{FF2B5EF4-FFF2-40B4-BE49-F238E27FC236}">
                <a16:creationId id="{2BD6C750-CE8A-4C67-8601-752B5A5770D3}"/>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48" name="">
            <a:extLst>
              <a:ext uri="{FF2B5EF4-FFF2-40B4-BE49-F238E27FC236}">
                <a16:creationId id="{A4294240-6A95-4970-B5D1-937190CA58D7}"/>
              </a:ext>
            </a:extLst>
          </p:cNvPr>
          <p:cNvSpPr>
            <a:spLocks noGrp="1"/>
          </p:cNvSpPr>
          <p:nvPr/>
        </p:nvSpPr>
        <p:spPr>
          <a:xfrm>
            <a:off x="438150" y="6480870"/>
            <a:ext cx="1026170"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3.7, 4.1</a:t>
            </a:r>
          </a:p>
        </p:txBody>
      </p:sp>
      <p:sp>
        <p:nvSpPr>
          <p:cNvPr id="49" name="">
            <a:extLst>
              <a:ext uri="{FF2B5EF4-FFF2-40B4-BE49-F238E27FC236}">
                <a16:creationId id="{9F19A07F-ABFC-42D0-BE47-F8DD4B2B6A02}"/>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21 / 25</a:t>
            </a:r>
          </a:p>
        </p:txBody>
      </p:sp>
      <p:sp>
        <p:nvSpPr>
          <p:cNvPr id="50" name="">
            <a:extLst>
              <a:ext uri="{FF2B5EF4-FFF2-40B4-BE49-F238E27FC236}">
                <a16:creationId id="{FE462153-0E7E-4261-A89C-6825B5F5A434}"/>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3:creationId val="129661407"/>
      </p:ext>
    </p:extLst>
  </p:cSld>
</p:sld>
</file>

<file path=ppt/slides/slide22.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C1081CB3-7D2E-4891-8D97-C0F4DD66D110}"/>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7CC8781F-A076-4CCE-8801-4D8FF142B0F4}"/>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AF5C49C1-A7B8-4DA3-9BF1-58E69E666CD6}"/>
              </a:ext>
            </a:extLst>
          </p:cNvPr>
          <p:cNvSpPr>
            <a:spLocks noGrp="1"/>
          </p:cNvSpPr>
          <p:nvPr/>
        </p:nvSpPr>
        <p:spPr>
          <a:xfrm>
            <a:off x="660648" y="328613"/>
            <a:ext cx="404664" cy="342900"/>
          </a:xfrm>
          <a:prstGeom prst="rect">
            <a:avLst/>
          </a:prstGeom>
          <a:solidFill>
            <a:srgbClr val="F3DF4F"/>
          </a:solidFill>
          <a:ln w="0">
            <a:solidFill>
              <a:srgbClr val="000000">
                <a:alpha val="0"/>
              </a:srgbClr>
            </a:solidFill>
          </a:ln>
        </p:spPr>
      </p:sp>
      <p:sp>
        <p:nvSpPr>
          <p:cNvPr id="5" name="">
            <a:extLst>
              <a:ext uri="{FF2B5EF4-FFF2-40B4-BE49-F238E27FC236}">
                <a16:creationId id="{96433A90-BCCA-4DAE-8902-16D437E818E1}"/>
              </a:ext>
            </a:extLst>
          </p:cNvPr>
          <p:cNvSpPr>
            <a:spLocks noGrp="1"/>
          </p:cNvSpPr>
          <p:nvPr/>
        </p:nvSpPr>
        <p:spPr>
          <a:xfrm>
            <a:off x="746373" y="347663"/>
            <a:ext cx="328464"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22</a:t>
            </a:r>
          </a:p>
        </p:txBody>
      </p:sp>
      <p:sp>
        <p:nvSpPr>
          <p:cNvPr id="6" name="">
            <a:extLst>
              <a:ext uri="{FF2B5EF4-FFF2-40B4-BE49-F238E27FC236}">
                <a16:creationId id="{02128B64-236C-4160-9329-E3B148C0A32F}"/>
              </a:ext>
            </a:extLst>
          </p:cNvPr>
          <p:cNvSpPr>
            <a:spLocks noGrp="1"/>
          </p:cNvSpPr>
          <p:nvPr/>
        </p:nvSpPr>
        <p:spPr>
          <a:xfrm>
            <a:off x="1246287" y="242292"/>
            <a:ext cx="6249442"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Client feedback and architecture evolution</a:t>
            </a:r>
          </a:p>
        </p:txBody>
      </p:sp>
      <p:sp>
        <p:nvSpPr>
          <p:cNvPr id="7" name="">
            <a:extLst>
              <a:ext uri="{FF2B5EF4-FFF2-40B4-BE49-F238E27FC236}">
                <a16:creationId id="{71FE5204-30C9-4A1F-AF26-122F6EAEDDB5}"/>
              </a:ext>
            </a:extLst>
          </p:cNvPr>
          <p:cNvSpPr>
            <a:spLocks noGrp="1"/>
          </p:cNvSpPr>
          <p:nvPr/>
        </p:nvSpPr>
        <p:spPr>
          <a:xfrm>
            <a:off x="438150" y="1489472"/>
            <a:ext cx="11315700" cy="9525"/>
          </a:xfrm>
          <a:prstGeom prst="rect">
            <a:avLst/>
          </a:prstGeom>
          <a:solidFill>
            <a:srgbClr val="D6DCD9"/>
          </a:solidFill>
          <a:ln w="0">
            <a:solidFill>
              <a:srgbClr val="000000">
                <a:alpha val="0"/>
              </a:srgbClr>
            </a:solidFill>
          </a:ln>
        </p:spPr>
      </p:sp>
      <p:sp>
        <p:nvSpPr>
          <p:cNvPr id="8" name="">
            <a:extLst>
              <a:ext uri="{FF2B5EF4-FFF2-40B4-BE49-F238E27FC236}">
                <a16:creationId id="{67AC413D-DB33-43F2-B6D4-DE4635FB7FEA}"/>
              </a:ext>
            </a:extLst>
          </p:cNvPr>
          <p:cNvSpPr>
            <a:spLocks noGrp="1"/>
          </p:cNvSpPr>
          <p:nvPr/>
        </p:nvSpPr>
        <p:spPr>
          <a:xfrm>
            <a:off x="438150" y="1000125"/>
            <a:ext cx="3832027" cy="466725"/>
          </a:xfrm>
          <a:prstGeom prst="rect">
            <a:avLst/>
          </a:prstGeom>
          <a:solidFill>
            <a:srgbClr val="000000">
              <a:alpha val="0"/>
            </a:srgbClr>
          </a:solidFill>
          <a:ln w="0">
            <a:solidFill>
              <a:srgbClr val="000000">
                <a:alpha val="0"/>
              </a:srgbClr>
            </a:solidFill>
          </a:ln>
        </p:spPr>
        <p:txBody>
          <a:bodyPr lIns="0" tIns="0" rIns="0" bIns="0" anchor="ctr"/>
          <a:lstStyle/>
          <a:p>
            <a:r>
              <a:rPr sz="1979" b="0">
                <a:solidFill>
                  <a:srgbClr val="20272D"/>
                </a:solidFill>
              </a:rPr>
              <a:t>From one edit to a distribution</a:t>
            </a:r>
          </a:p>
        </p:txBody>
      </p:sp>
      <p:sp>
        <p:nvSpPr>
          <p:cNvPr id="9" name="">
            <a:extLst>
              <a:ext uri="{FF2B5EF4-FFF2-40B4-BE49-F238E27FC236}">
                <a16:creationId id="{8439A364-0571-46DF-A8E6-5B48FF3D4A9E}"/>
              </a:ext>
            </a:extLst>
          </p:cNvPr>
          <p:cNvSpPr>
            <a:spLocks noGrp="1"/>
          </p:cNvSpPr>
          <p:nvPr/>
        </p:nvSpPr>
        <p:spPr>
          <a:xfrm>
            <a:off x="9680079" y="1124843"/>
            <a:ext cx="2169021"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Experiments + client feedback</a:t>
            </a:r>
          </a:p>
        </p:txBody>
      </p:sp>
      <p:sp>
        <p:nvSpPr>
          <p:cNvPr id="10" name="">
            <a:extLst>
              <a:ext uri="{FF2B5EF4-FFF2-40B4-BE49-F238E27FC236}">
                <a16:creationId id="{A3CFA0B2-A228-407C-99A4-8AD3F11055D9}"/>
              </a:ext>
            </a:extLst>
          </p:cNvPr>
          <p:cNvSpPr>
            <a:spLocks noGrp="1"/>
          </p:cNvSpPr>
          <p:nvPr/>
        </p:nvSpPr>
        <p:spPr>
          <a:xfrm>
            <a:off x="438150" y="1670447"/>
            <a:ext cx="2171700" cy="4195167"/>
          </a:xfrm>
          <a:prstGeom prst="rect">
            <a:avLst/>
          </a:prstGeom>
          <a:solidFill>
            <a:srgbClr val="FFFEF9"/>
          </a:solidFill>
          <a:ln w="0">
            <a:solidFill>
              <a:srgbClr val="000000">
                <a:alpha val="0"/>
              </a:srgbClr>
            </a:solidFill>
          </a:ln>
        </p:spPr>
      </p:sp>
      <p:sp>
        <p:nvSpPr>
          <p:cNvPr id="11" name="">
            <a:extLst>
              <a:ext uri="{FF2B5EF4-FFF2-40B4-BE49-F238E27FC236}">
                <a16:creationId id="{C0CC1B91-81AF-4757-BE08-4DD38F6A90F0}"/>
              </a:ext>
            </a:extLst>
          </p:cNvPr>
          <p:cNvSpPr>
            <a:spLocks noGrp="1"/>
          </p:cNvSpPr>
          <p:nvPr/>
        </p:nvSpPr>
        <p:spPr>
          <a:xfrm>
            <a:off x="438150" y="1670447"/>
            <a:ext cx="2171700" cy="9525"/>
          </a:xfrm>
          <a:prstGeom prst="rect">
            <a:avLst/>
          </a:prstGeom>
          <a:solidFill>
            <a:srgbClr val="20272D"/>
          </a:solidFill>
          <a:ln w="0">
            <a:solidFill>
              <a:srgbClr val="000000">
                <a:alpha val="0"/>
              </a:srgbClr>
            </a:solidFill>
          </a:ln>
        </p:spPr>
      </p:sp>
      <p:sp>
        <p:nvSpPr>
          <p:cNvPr id="12" name="">
            <a:extLst>
              <a:ext uri="{FF2B5EF4-FFF2-40B4-BE49-F238E27FC236}">
                <a16:creationId id="{8F5C52C8-A88A-422A-8CB7-2665FC4F9DA1}"/>
              </a:ext>
            </a:extLst>
          </p:cNvPr>
          <p:cNvSpPr>
            <a:spLocks noGrp="1"/>
          </p:cNvSpPr>
          <p:nvPr/>
        </p:nvSpPr>
        <p:spPr>
          <a:xfrm>
            <a:off x="438150" y="5856089"/>
            <a:ext cx="2171700" cy="9525"/>
          </a:xfrm>
          <a:prstGeom prst="rect">
            <a:avLst/>
          </a:prstGeom>
          <a:solidFill>
            <a:srgbClr val="D6DCD9"/>
          </a:solidFill>
          <a:ln w="0">
            <a:solidFill>
              <a:srgbClr val="000000">
                <a:alpha val="0"/>
              </a:srgbClr>
            </a:solidFill>
          </a:ln>
        </p:spPr>
      </p:sp>
      <p:sp>
        <p:nvSpPr>
          <p:cNvPr id="13" name="">
            <a:extLst>
              <a:ext uri="{FF2B5EF4-FFF2-40B4-BE49-F238E27FC236}">
                <a16:creationId id="{F12F23CB-67FB-42A9-8F90-9DAC615F3F9E}"/>
              </a:ext>
            </a:extLst>
          </p:cNvPr>
          <p:cNvSpPr>
            <a:spLocks noGrp="1"/>
          </p:cNvSpPr>
          <p:nvPr/>
        </p:nvSpPr>
        <p:spPr>
          <a:xfrm>
            <a:off x="438150" y="1670447"/>
            <a:ext cx="9525" cy="4195167"/>
          </a:xfrm>
          <a:prstGeom prst="rect">
            <a:avLst/>
          </a:prstGeom>
          <a:solidFill>
            <a:srgbClr val="D6DCD9"/>
          </a:solidFill>
          <a:ln w="0">
            <a:solidFill>
              <a:srgbClr val="000000">
                <a:alpha val="0"/>
              </a:srgbClr>
            </a:solidFill>
          </a:ln>
        </p:spPr>
      </p:sp>
      <p:sp>
        <p:nvSpPr>
          <p:cNvPr id="14" name="">
            <a:extLst>
              <a:ext uri="{FF2B5EF4-FFF2-40B4-BE49-F238E27FC236}">
                <a16:creationId id="{85C8928B-CCE0-456B-85EC-857A5D72AAC8}"/>
              </a:ext>
            </a:extLst>
          </p:cNvPr>
          <p:cNvSpPr>
            <a:spLocks noGrp="1"/>
          </p:cNvSpPr>
          <p:nvPr/>
        </p:nvSpPr>
        <p:spPr>
          <a:xfrm>
            <a:off x="2600325" y="1670447"/>
            <a:ext cx="9525" cy="4195167"/>
          </a:xfrm>
          <a:prstGeom prst="rect">
            <a:avLst/>
          </a:prstGeom>
          <a:solidFill>
            <a:srgbClr val="D6DCD9"/>
          </a:solidFill>
          <a:ln w="0">
            <a:solidFill>
              <a:srgbClr val="000000">
                <a:alpha val="0"/>
              </a:srgbClr>
            </a:solidFill>
          </a:ln>
        </p:spPr>
      </p:sp>
      <p:sp>
        <p:nvSpPr>
          <p:cNvPr id="15" name="">
            <a:extLst>
              <a:ext uri="{FF2B5EF4-FFF2-40B4-BE49-F238E27FC236}">
                <a16:creationId id="{F84BCD3B-DAE9-488E-BBC0-FA0246DBFCC0}"/>
              </a:ext>
            </a:extLst>
          </p:cNvPr>
          <p:cNvSpPr>
            <a:spLocks noGrp="1"/>
          </p:cNvSpPr>
          <p:nvPr/>
        </p:nvSpPr>
        <p:spPr>
          <a:xfrm>
            <a:off x="571500" y="1794272"/>
            <a:ext cx="346770" cy="400050"/>
          </a:xfrm>
          <a:prstGeom prst="rect">
            <a:avLst/>
          </a:prstGeom>
          <a:solidFill>
            <a:srgbClr val="000000">
              <a:alpha val="0"/>
            </a:srgbClr>
          </a:solidFill>
          <a:ln w="0">
            <a:solidFill>
              <a:srgbClr val="000000">
                <a:alpha val="0"/>
              </a:srgbClr>
            </a:solidFill>
          </a:ln>
        </p:spPr>
        <p:txBody>
          <a:bodyPr lIns="0" tIns="0" rIns="0" bIns="0" anchor="ctr"/>
          <a:lstStyle/>
          <a:p>
            <a:r>
              <a:rPr sz="1706" b="1">
                <a:solidFill>
                  <a:srgbClr val="68727A"/>
                </a:solidFill>
              </a:rPr>
              <a:t>01</a:t>
            </a:r>
          </a:p>
        </p:txBody>
      </p:sp>
      <p:sp>
        <p:nvSpPr>
          <p:cNvPr id="16" name="">
            <a:extLst>
              <a:ext uri="{FF2B5EF4-FFF2-40B4-BE49-F238E27FC236}">
                <a16:creationId id="{9E2FA1FA-195C-4B46-8410-C6F308CE6E32}"/>
              </a:ext>
            </a:extLst>
          </p:cNvPr>
          <p:cNvSpPr>
            <a:spLocks noGrp="1"/>
          </p:cNvSpPr>
          <p:nvPr/>
        </p:nvSpPr>
        <p:spPr>
          <a:xfrm>
            <a:off x="2266206" y="1794272"/>
            <a:ext cx="305544" cy="400050"/>
          </a:xfrm>
          <a:prstGeom prst="rect">
            <a:avLst/>
          </a:prstGeom>
          <a:solidFill>
            <a:srgbClr val="000000">
              <a:alpha val="0"/>
            </a:srgbClr>
          </a:solidFill>
          <a:ln w="0">
            <a:solidFill>
              <a:srgbClr val="000000">
                <a:alpha val="0"/>
              </a:srgbClr>
            </a:solidFill>
          </a:ln>
        </p:spPr>
        <p:txBody>
          <a:bodyPr lIns="0" tIns="0" rIns="0" bIns="0" anchor="ctr"/>
          <a:lstStyle/>
          <a:p>
            <a:r>
              <a:rPr sz="1706" b="1">
                <a:solidFill>
                  <a:srgbClr val="68727A"/>
                </a:solidFill>
              </a:rPr>
              <a:t>→</a:t>
            </a:r>
          </a:p>
        </p:txBody>
      </p:sp>
      <p:sp>
        <p:nvSpPr>
          <p:cNvPr id="17" name="">
            <a:extLst>
              <a:ext uri="{FF2B5EF4-FFF2-40B4-BE49-F238E27FC236}">
                <a16:creationId id="{6B78ECD0-3925-4561-8CCA-973E47F5B44E}"/>
              </a:ext>
            </a:extLst>
          </p:cNvPr>
          <p:cNvSpPr>
            <a:spLocks noGrp="1"/>
          </p:cNvSpPr>
          <p:nvPr/>
        </p:nvSpPr>
        <p:spPr>
          <a:xfrm>
            <a:off x="571500" y="2203847"/>
            <a:ext cx="1117997"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Language +</a:t>
            </a:r>
          </a:p>
        </p:txBody>
      </p:sp>
      <p:sp>
        <p:nvSpPr>
          <p:cNvPr id="18" name="">
            <a:extLst>
              <a:ext uri="{FF2B5EF4-FFF2-40B4-BE49-F238E27FC236}">
                <a16:creationId id="{2123CC80-4C42-4CC5-82C7-44FC2E7EFBDB}"/>
              </a:ext>
            </a:extLst>
          </p:cNvPr>
          <p:cNvSpPr>
            <a:spLocks noGrp="1"/>
          </p:cNvSpPr>
          <p:nvPr/>
        </p:nvSpPr>
        <p:spPr>
          <a:xfrm>
            <a:off x="571500" y="2428577"/>
            <a:ext cx="1321296"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segmentation</a:t>
            </a:r>
          </a:p>
        </p:txBody>
      </p:sp>
      <p:pic>
        <p:nvPicPr>
          <p:cNvPr id="19" name=""/>
          <p:cNvPicPr>
            <a:picLocks noChangeAspect="1"/>
          </p:cNvPicPr>
          <p:nvPr/>
        </p:nvPicPr>
        <p:blipFill>
          <a:blip r:embed="Rcdd954fb407f47cc"/>
          <a:srcRect l="0" t="633" r="0" b="633"/>
          <a:stretch>
            <a:fillRect l="0" t="0" r="0" b="0"/>
          </a:stretch>
        </p:blipFill>
        <p:spPr>
          <a:xfrm>
            <a:off x="571500" y="2756297"/>
            <a:ext cx="1905000" cy="742950"/>
          </a:xfrm>
          <a:prstGeom prst="rect">
            <a:avLst/>
          </a:prstGeom>
        </p:spPr>
      </p:pic>
      <p:sp>
        <p:nvSpPr>
          <p:cNvPr id="20" name="">
            <a:extLst>
              <a:ext uri="{FF2B5EF4-FFF2-40B4-BE49-F238E27FC236}">
                <a16:creationId id="{C7F4BE93-5742-4DCD-980A-DB3EC7FFF39A}"/>
              </a:ext>
            </a:extLst>
          </p:cNvPr>
          <p:cNvSpPr>
            <a:spLocks noGrp="1"/>
          </p:cNvSpPr>
          <p:nvPr/>
        </p:nvSpPr>
        <p:spPr>
          <a:xfrm>
            <a:off x="571500" y="3946922"/>
            <a:ext cx="1905000" cy="9525"/>
          </a:xfrm>
          <a:prstGeom prst="rect">
            <a:avLst/>
          </a:prstGeom>
          <a:solidFill>
            <a:srgbClr val="D6DCD9"/>
          </a:solidFill>
          <a:ln w="0">
            <a:solidFill>
              <a:srgbClr val="000000">
                <a:alpha val="0"/>
              </a:srgbClr>
            </a:solidFill>
          </a:ln>
        </p:spPr>
      </p:sp>
      <p:sp>
        <p:nvSpPr>
          <p:cNvPr id="21" name="">
            <a:extLst>
              <a:ext uri="{FF2B5EF4-FFF2-40B4-BE49-F238E27FC236}">
                <a16:creationId id="{58D86B88-6E25-45C4-A3E5-9F40F56CD1FC}"/>
              </a:ext>
            </a:extLst>
          </p:cNvPr>
          <p:cNvSpPr>
            <a:spLocks noGrp="1"/>
          </p:cNvSpPr>
          <p:nvPr/>
        </p:nvSpPr>
        <p:spPr>
          <a:xfrm>
            <a:off x="571500" y="3575447"/>
            <a:ext cx="1556742"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20272D"/>
                </a:solidFill>
              </a:rPr>
              <a:t>Instructions → regions</a:t>
            </a:r>
          </a:p>
        </p:txBody>
      </p:sp>
      <p:sp>
        <p:nvSpPr>
          <p:cNvPr id="22" name="">
            <a:extLst>
              <a:ext uri="{FF2B5EF4-FFF2-40B4-BE49-F238E27FC236}">
                <a16:creationId id="{0AE158B6-E39B-42EC-955A-867C1871A8D9}"/>
              </a:ext>
            </a:extLst>
          </p:cNvPr>
          <p:cNvSpPr>
            <a:spLocks noGrp="1"/>
          </p:cNvSpPr>
          <p:nvPr/>
        </p:nvSpPr>
        <p:spPr>
          <a:xfrm>
            <a:off x="571500" y="4051697"/>
            <a:ext cx="1715244"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Segmentation errors; still</a:t>
            </a:r>
          </a:p>
        </p:txBody>
      </p:sp>
      <p:sp>
        <p:nvSpPr>
          <p:cNvPr id="23" name="">
            <a:extLst>
              <a:ext uri="{FF2B5EF4-FFF2-40B4-BE49-F238E27FC236}">
                <a16:creationId id="{E615C7B8-D837-45BA-959C-19B9B2DB7867}"/>
              </a:ext>
            </a:extLst>
          </p:cNvPr>
          <p:cNvSpPr>
            <a:spLocks noGrp="1"/>
          </p:cNvSpPr>
          <p:nvPr/>
        </p:nvSpPr>
        <p:spPr>
          <a:xfrm>
            <a:off x="571500" y="4244578"/>
            <a:ext cx="1315343"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needs instructions.</a:t>
            </a:r>
          </a:p>
        </p:txBody>
      </p:sp>
      <p:sp>
        <p:nvSpPr>
          <p:cNvPr id="24" name="">
            <a:extLst>
              <a:ext uri="{FF2B5EF4-FFF2-40B4-BE49-F238E27FC236}">
                <a16:creationId id="{5C66C042-F6DF-464F-85DB-C2B22C95A29B}"/>
              </a:ext>
            </a:extLst>
          </p:cNvPr>
          <p:cNvSpPr>
            <a:spLocks noGrp="1"/>
          </p:cNvSpPr>
          <p:nvPr/>
        </p:nvSpPr>
        <p:spPr>
          <a:xfrm>
            <a:off x="2724150" y="1670447"/>
            <a:ext cx="2171700" cy="4195167"/>
          </a:xfrm>
          <a:prstGeom prst="rect">
            <a:avLst/>
          </a:prstGeom>
          <a:solidFill>
            <a:srgbClr val="FFFEF9"/>
          </a:solidFill>
          <a:ln w="0">
            <a:solidFill>
              <a:srgbClr val="000000">
                <a:alpha val="0"/>
              </a:srgbClr>
            </a:solidFill>
          </a:ln>
        </p:spPr>
      </p:sp>
      <p:sp>
        <p:nvSpPr>
          <p:cNvPr id="25" name="">
            <a:extLst>
              <a:ext uri="{FF2B5EF4-FFF2-40B4-BE49-F238E27FC236}">
                <a16:creationId id="{33B26580-A604-4A7B-A010-744492212B86}"/>
              </a:ext>
            </a:extLst>
          </p:cNvPr>
          <p:cNvSpPr>
            <a:spLocks noGrp="1"/>
          </p:cNvSpPr>
          <p:nvPr/>
        </p:nvSpPr>
        <p:spPr>
          <a:xfrm>
            <a:off x="2724150" y="1670447"/>
            <a:ext cx="2171700" cy="9525"/>
          </a:xfrm>
          <a:prstGeom prst="rect">
            <a:avLst/>
          </a:prstGeom>
          <a:solidFill>
            <a:srgbClr val="20272D"/>
          </a:solidFill>
          <a:ln w="0">
            <a:solidFill>
              <a:srgbClr val="000000">
                <a:alpha val="0"/>
              </a:srgbClr>
            </a:solidFill>
          </a:ln>
        </p:spPr>
      </p:sp>
      <p:sp>
        <p:nvSpPr>
          <p:cNvPr id="26" name="">
            <a:extLst>
              <a:ext uri="{FF2B5EF4-FFF2-40B4-BE49-F238E27FC236}">
                <a16:creationId id="{8CBBDC21-C1EF-44E6-92A5-3F00328DE122}"/>
              </a:ext>
            </a:extLst>
          </p:cNvPr>
          <p:cNvSpPr>
            <a:spLocks noGrp="1"/>
          </p:cNvSpPr>
          <p:nvPr/>
        </p:nvSpPr>
        <p:spPr>
          <a:xfrm>
            <a:off x="2724150" y="5856089"/>
            <a:ext cx="2171700" cy="9525"/>
          </a:xfrm>
          <a:prstGeom prst="rect">
            <a:avLst/>
          </a:prstGeom>
          <a:solidFill>
            <a:srgbClr val="D6DCD9"/>
          </a:solidFill>
          <a:ln w="0">
            <a:solidFill>
              <a:srgbClr val="000000">
                <a:alpha val="0"/>
              </a:srgbClr>
            </a:solidFill>
          </a:ln>
        </p:spPr>
      </p:sp>
      <p:sp>
        <p:nvSpPr>
          <p:cNvPr id="27" name="">
            <a:extLst>
              <a:ext uri="{FF2B5EF4-FFF2-40B4-BE49-F238E27FC236}">
                <a16:creationId id="{EB29B709-5E9E-415B-B9E5-C1AE87173583}"/>
              </a:ext>
            </a:extLst>
          </p:cNvPr>
          <p:cNvSpPr>
            <a:spLocks noGrp="1"/>
          </p:cNvSpPr>
          <p:nvPr/>
        </p:nvSpPr>
        <p:spPr>
          <a:xfrm>
            <a:off x="2724150" y="1670447"/>
            <a:ext cx="9525" cy="4195167"/>
          </a:xfrm>
          <a:prstGeom prst="rect">
            <a:avLst/>
          </a:prstGeom>
          <a:solidFill>
            <a:srgbClr val="D6DCD9"/>
          </a:solidFill>
          <a:ln w="0">
            <a:solidFill>
              <a:srgbClr val="000000">
                <a:alpha val="0"/>
              </a:srgbClr>
            </a:solidFill>
          </a:ln>
        </p:spPr>
      </p:sp>
      <p:sp>
        <p:nvSpPr>
          <p:cNvPr id="28" name="">
            <a:extLst>
              <a:ext uri="{FF2B5EF4-FFF2-40B4-BE49-F238E27FC236}">
                <a16:creationId id="{1B6DC479-3300-4E86-90CE-13E668C624C6}"/>
              </a:ext>
            </a:extLst>
          </p:cNvPr>
          <p:cNvSpPr>
            <a:spLocks noGrp="1"/>
          </p:cNvSpPr>
          <p:nvPr/>
        </p:nvSpPr>
        <p:spPr>
          <a:xfrm>
            <a:off x="4886325" y="1670447"/>
            <a:ext cx="9525" cy="4195167"/>
          </a:xfrm>
          <a:prstGeom prst="rect">
            <a:avLst/>
          </a:prstGeom>
          <a:solidFill>
            <a:srgbClr val="D6DCD9"/>
          </a:solidFill>
          <a:ln w="0">
            <a:solidFill>
              <a:srgbClr val="000000">
                <a:alpha val="0"/>
              </a:srgbClr>
            </a:solidFill>
          </a:ln>
        </p:spPr>
      </p:sp>
      <p:sp>
        <p:nvSpPr>
          <p:cNvPr id="29" name="">
            <a:extLst>
              <a:ext uri="{FF2B5EF4-FFF2-40B4-BE49-F238E27FC236}">
                <a16:creationId id="{339C843F-F2E9-4453-98A5-7B9450C7E936}"/>
              </a:ext>
            </a:extLst>
          </p:cNvPr>
          <p:cNvSpPr>
            <a:spLocks noGrp="1"/>
          </p:cNvSpPr>
          <p:nvPr/>
        </p:nvSpPr>
        <p:spPr>
          <a:xfrm>
            <a:off x="2857500" y="1794272"/>
            <a:ext cx="399306" cy="400050"/>
          </a:xfrm>
          <a:prstGeom prst="rect">
            <a:avLst/>
          </a:prstGeom>
          <a:solidFill>
            <a:srgbClr val="000000">
              <a:alpha val="0"/>
            </a:srgbClr>
          </a:solidFill>
          <a:ln w="0">
            <a:solidFill>
              <a:srgbClr val="000000">
                <a:alpha val="0"/>
              </a:srgbClr>
            </a:solidFill>
          </a:ln>
        </p:spPr>
        <p:txBody>
          <a:bodyPr lIns="0" tIns="0" rIns="0" bIns="0" anchor="ctr"/>
          <a:lstStyle/>
          <a:p>
            <a:r>
              <a:rPr sz="1706" b="1">
                <a:solidFill>
                  <a:srgbClr val="68727A"/>
                </a:solidFill>
              </a:rPr>
              <a:t>02</a:t>
            </a:r>
          </a:p>
        </p:txBody>
      </p:sp>
      <p:sp>
        <p:nvSpPr>
          <p:cNvPr id="30" name="">
            <a:extLst>
              <a:ext uri="{FF2B5EF4-FFF2-40B4-BE49-F238E27FC236}">
                <a16:creationId id="{36A6ED59-BECF-48C4-979F-755D2B0F2ABE}"/>
              </a:ext>
            </a:extLst>
          </p:cNvPr>
          <p:cNvSpPr>
            <a:spLocks noGrp="1"/>
          </p:cNvSpPr>
          <p:nvPr/>
        </p:nvSpPr>
        <p:spPr>
          <a:xfrm>
            <a:off x="4552206" y="1794272"/>
            <a:ext cx="305544" cy="400050"/>
          </a:xfrm>
          <a:prstGeom prst="rect">
            <a:avLst/>
          </a:prstGeom>
          <a:solidFill>
            <a:srgbClr val="000000">
              <a:alpha val="0"/>
            </a:srgbClr>
          </a:solidFill>
          <a:ln w="0">
            <a:solidFill>
              <a:srgbClr val="000000">
                <a:alpha val="0"/>
              </a:srgbClr>
            </a:solidFill>
          </a:ln>
        </p:spPr>
        <p:txBody>
          <a:bodyPr lIns="0" tIns="0" rIns="0" bIns="0" anchor="ctr"/>
          <a:lstStyle/>
          <a:p>
            <a:r>
              <a:rPr sz="1706" b="1">
                <a:solidFill>
                  <a:srgbClr val="68727A"/>
                </a:solidFill>
              </a:rPr>
              <a:t>→</a:t>
            </a:r>
          </a:p>
        </p:txBody>
      </p:sp>
      <p:sp>
        <p:nvSpPr>
          <p:cNvPr id="31" name="">
            <a:extLst>
              <a:ext uri="{FF2B5EF4-FFF2-40B4-BE49-F238E27FC236}">
                <a16:creationId id="{EF84CE07-AD62-44AE-B7D7-1844CCDFA5F9}"/>
              </a:ext>
            </a:extLst>
          </p:cNvPr>
          <p:cNvSpPr>
            <a:spLocks noGrp="1"/>
          </p:cNvSpPr>
          <p:nvPr/>
        </p:nvSpPr>
        <p:spPr>
          <a:xfrm>
            <a:off x="2857500" y="2203847"/>
            <a:ext cx="1708547"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Dynamic grouping</a:t>
            </a:r>
          </a:p>
        </p:txBody>
      </p:sp>
      <p:pic>
        <p:nvPicPr>
          <p:cNvPr id="32" name=""/>
          <p:cNvPicPr>
            <a:picLocks noChangeAspect="1"/>
          </p:cNvPicPr>
          <p:nvPr/>
        </p:nvPicPr>
        <p:blipFill>
          <a:blip r:embed="Rc54c22b4ce9d410c"/>
          <a:srcRect l="0" t="633" r="0" b="633"/>
          <a:stretch>
            <a:fillRect l="0" t="0" r="0" b="0"/>
          </a:stretch>
        </p:blipFill>
        <p:spPr>
          <a:xfrm>
            <a:off x="2857500" y="2756297"/>
            <a:ext cx="1905000" cy="742950"/>
          </a:xfrm>
          <a:prstGeom prst="rect">
            <a:avLst/>
          </a:prstGeom>
        </p:spPr>
      </p:pic>
      <p:sp>
        <p:nvSpPr>
          <p:cNvPr id="33" name="">
            <a:extLst>
              <a:ext uri="{FF2B5EF4-FFF2-40B4-BE49-F238E27FC236}">
                <a16:creationId id="{2EC3321E-DE25-455E-9CF8-1831A46F9820}"/>
              </a:ext>
            </a:extLst>
          </p:cNvPr>
          <p:cNvSpPr>
            <a:spLocks noGrp="1"/>
          </p:cNvSpPr>
          <p:nvPr/>
        </p:nvSpPr>
        <p:spPr>
          <a:xfrm>
            <a:off x="2857500" y="3946922"/>
            <a:ext cx="1905000" cy="9525"/>
          </a:xfrm>
          <a:prstGeom prst="rect">
            <a:avLst/>
          </a:prstGeom>
          <a:solidFill>
            <a:srgbClr val="D6DCD9"/>
          </a:solidFill>
          <a:ln w="0">
            <a:solidFill>
              <a:srgbClr val="000000">
                <a:alpha val="0"/>
              </a:srgbClr>
            </a:solidFill>
          </a:ln>
        </p:spPr>
      </p:sp>
      <p:sp>
        <p:nvSpPr>
          <p:cNvPr id="34" name="">
            <a:extLst>
              <a:ext uri="{FF2B5EF4-FFF2-40B4-BE49-F238E27FC236}">
                <a16:creationId id="{BE95E17C-C638-4DE4-A1AF-018454D8CED4}"/>
              </a:ext>
            </a:extLst>
          </p:cNvPr>
          <p:cNvSpPr>
            <a:spLocks noGrp="1"/>
          </p:cNvSpPr>
          <p:nvPr/>
        </p:nvSpPr>
        <p:spPr>
          <a:xfrm>
            <a:off x="2857500" y="3575447"/>
            <a:ext cx="1543645"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20272D"/>
                </a:solidFill>
              </a:rPr>
              <a:t>Similar edits → groups</a:t>
            </a:r>
          </a:p>
        </p:txBody>
      </p:sp>
      <p:sp>
        <p:nvSpPr>
          <p:cNvPr id="35" name="">
            <a:extLst>
              <a:ext uri="{FF2B5EF4-FFF2-40B4-BE49-F238E27FC236}">
                <a16:creationId id="{F5A469AC-6593-4066-8D0A-29821FB0079E}"/>
              </a:ext>
            </a:extLst>
          </p:cNvPr>
          <p:cNvSpPr>
            <a:spLocks noGrp="1"/>
          </p:cNvSpPr>
          <p:nvPr/>
        </p:nvSpPr>
        <p:spPr>
          <a:xfrm>
            <a:off x="2857500" y="4051697"/>
            <a:ext cx="1956792"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Edit groups did not represent</a:t>
            </a:r>
          </a:p>
        </p:txBody>
      </p:sp>
      <p:sp>
        <p:nvSpPr>
          <p:cNvPr id="36" name="">
            <a:extLst>
              <a:ext uri="{FF2B5EF4-FFF2-40B4-BE49-F238E27FC236}">
                <a16:creationId id="{02405C99-70D6-4195-8391-5CE585B02D86}"/>
              </a:ext>
            </a:extLst>
          </p:cNvPr>
          <p:cNvSpPr>
            <a:spLocks noGrp="1"/>
          </p:cNvSpPr>
          <p:nvPr/>
        </p:nvSpPr>
        <p:spPr>
          <a:xfrm>
            <a:off x="2857500" y="4244578"/>
            <a:ext cx="763637"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real users.</a:t>
            </a:r>
          </a:p>
        </p:txBody>
      </p:sp>
      <p:sp>
        <p:nvSpPr>
          <p:cNvPr id="37" name="">
            <a:extLst>
              <a:ext uri="{FF2B5EF4-FFF2-40B4-BE49-F238E27FC236}">
                <a16:creationId id="{61ED186C-5C8C-4AE8-8A88-AF38EF446EAB}"/>
              </a:ext>
            </a:extLst>
          </p:cNvPr>
          <p:cNvSpPr>
            <a:spLocks noGrp="1"/>
          </p:cNvSpPr>
          <p:nvPr/>
        </p:nvSpPr>
        <p:spPr>
          <a:xfrm>
            <a:off x="5010150" y="1670447"/>
            <a:ext cx="2171700" cy="4195167"/>
          </a:xfrm>
          <a:prstGeom prst="rect">
            <a:avLst/>
          </a:prstGeom>
          <a:solidFill>
            <a:srgbClr val="FFFEF9"/>
          </a:solidFill>
          <a:ln w="0">
            <a:solidFill>
              <a:srgbClr val="000000">
                <a:alpha val="0"/>
              </a:srgbClr>
            </a:solidFill>
          </a:ln>
        </p:spPr>
      </p:sp>
      <p:sp>
        <p:nvSpPr>
          <p:cNvPr id="38" name="">
            <a:extLst>
              <a:ext uri="{FF2B5EF4-FFF2-40B4-BE49-F238E27FC236}">
                <a16:creationId id="{9CC7BAFF-C897-4F7F-8826-F7FA73F64012}"/>
              </a:ext>
            </a:extLst>
          </p:cNvPr>
          <p:cNvSpPr>
            <a:spLocks noGrp="1"/>
          </p:cNvSpPr>
          <p:nvPr/>
        </p:nvSpPr>
        <p:spPr>
          <a:xfrm>
            <a:off x="5010150" y="1670447"/>
            <a:ext cx="2171700" cy="9525"/>
          </a:xfrm>
          <a:prstGeom prst="rect">
            <a:avLst/>
          </a:prstGeom>
          <a:solidFill>
            <a:srgbClr val="20272D"/>
          </a:solidFill>
          <a:ln w="0">
            <a:solidFill>
              <a:srgbClr val="000000">
                <a:alpha val="0"/>
              </a:srgbClr>
            </a:solidFill>
          </a:ln>
        </p:spPr>
      </p:sp>
      <p:sp>
        <p:nvSpPr>
          <p:cNvPr id="39" name="">
            <a:extLst>
              <a:ext uri="{FF2B5EF4-FFF2-40B4-BE49-F238E27FC236}">
                <a16:creationId id="{B1D0B0BD-E957-45EA-84C9-3FF7E67C91E3}"/>
              </a:ext>
            </a:extLst>
          </p:cNvPr>
          <p:cNvSpPr>
            <a:spLocks noGrp="1"/>
          </p:cNvSpPr>
          <p:nvPr/>
        </p:nvSpPr>
        <p:spPr>
          <a:xfrm>
            <a:off x="5010150" y="5856089"/>
            <a:ext cx="2171700" cy="9525"/>
          </a:xfrm>
          <a:prstGeom prst="rect">
            <a:avLst/>
          </a:prstGeom>
          <a:solidFill>
            <a:srgbClr val="D6DCD9"/>
          </a:solidFill>
          <a:ln w="0">
            <a:solidFill>
              <a:srgbClr val="000000">
                <a:alpha val="0"/>
              </a:srgbClr>
            </a:solidFill>
          </a:ln>
        </p:spPr>
      </p:sp>
      <p:sp>
        <p:nvSpPr>
          <p:cNvPr id="40" name="">
            <a:extLst>
              <a:ext uri="{FF2B5EF4-FFF2-40B4-BE49-F238E27FC236}">
                <a16:creationId id="{142083BE-DEB7-45A2-B173-BFE397827596}"/>
              </a:ext>
            </a:extLst>
          </p:cNvPr>
          <p:cNvSpPr>
            <a:spLocks noGrp="1"/>
          </p:cNvSpPr>
          <p:nvPr/>
        </p:nvSpPr>
        <p:spPr>
          <a:xfrm>
            <a:off x="5010150" y="1670447"/>
            <a:ext cx="9525" cy="4195167"/>
          </a:xfrm>
          <a:prstGeom prst="rect">
            <a:avLst/>
          </a:prstGeom>
          <a:solidFill>
            <a:srgbClr val="D6DCD9"/>
          </a:solidFill>
          <a:ln w="0">
            <a:solidFill>
              <a:srgbClr val="000000">
                <a:alpha val="0"/>
              </a:srgbClr>
            </a:solidFill>
          </a:ln>
        </p:spPr>
      </p:sp>
      <p:sp>
        <p:nvSpPr>
          <p:cNvPr id="41" name="">
            <a:extLst>
              <a:ext uri="{FF2B5EF4-FFF2-40B4-BE49-F238E27FC236}">
                <a16:creationId id="{8877CE26-A55E-4C44-ADDC-0D6E6F04161D}"/>
              </a:ext>
            </a:extLst>
          </p:cNvPr>
          <p:cNvSpPr>
            <a:spLocks noGrp="1"/>
          </p:cNvSpPr>
          <p:nvPr/>
        </p:nvSpPr>
        <p:spPr>
          <a:xfrm>
            <a:off x="7172325" y="1670447"/>
            <a:ext cx="9525" cy="4195167"/>
          </a:xfrm>
          <a:prstGeom prst="rect">
            <a:avLst/>
          </a:prstGeom>
          <a:solidFill>
            <a:srgbClr val="D6DCD9"/>
          </a:solidFill>
          <a:ln w="0">
            <a:solidFill>
              <a:srgbClr val="000000">
                <a:alpha val="0"/>
              </a:srgbClr>
            </a:solidFill>
          </a:ln>
        </p:spPr>
      </p:sp>
      <p:sp>
        <p:nvSpPr>
          <p:cNvPr id="42" name="">
            <a:extLst>
              <a:ext uri="{FF2B5EF4-FFF2-40B4-BE49-F238E27FC236}">
                <a16:creationId id="{337ABCE2-5F84-4127-9EDA-28EBE9807CB4}"/>
              </a:ext>
            </a:extLst>
          </p:cNvPr>
          <p:cNvSpPr>
            <a:spLocks noGrp="1"/>
          </p:cNvSpPr>
          <p:nvPr/>
        </p:nvSpPr>
        <p:spPr>
          <a:xfrm>
            <a:off x="5143500" y="1794272"/>
            <a:ext cx="398115" cy="400050"/>
          </a:xfrm>
          <a:prstGeom prst="rect">
            <a:avLst/>
          </a:prstGeom>
          <a:solidFill>
            <a:srgbClr val="000000">
              <a:alpha val="0"/>
            </a:srgbClr>
          </a:solidFill>
          <a:ln w="0">
            <a:solidFill>
              <a:srgbClr val="000000">
                <a:alpha val="0"/>
              </a:srgbClr>
            </a:solidFill>
          </a:ln>
        </p:spPr>
        <p:txBody>
          <a:bodyPr lIns="0" tIns="0" rIns="0" bIns="0" anchor="ctr"/>
          <a:lstStyle/>
          <a:p>
            <a:r>
              <a:rPr sz="1706" b="1">
                <a:solidFill>
                  <a:srgbClr val="68727A"/>
                </a:solidFill>
              </a:rPr>
              <a:t>03</a:t>
            </a:r>
          </a:p>
        </p:txBody>
      </p:sp>
      <p:sp>
        <p:nvSpPr>
          <p:cNvPr id="43" name="">
            <a:extLst>
              <a:ext uri="{FF2B5EF4-FFF2-40B4-BE49-F238E27FC236}">
                <a16:creationId id="{878B0F6D-ABA8-42DF-B6D5-803A18F73D2D}"/>
              </a:ext>
            </a:extLst>
          </p:cNvPr>
          <p:cNvSpPr>
            <a:spLocks noGrp="1"/>
          </p:cNvSpPr>
          <p:nvPr/>
        </p:nvSpPr>
        <p:spPr>
          <a:xfrm>
            <a:off x="6838206" y="1794272"/>
            <a:ext cx="305544" cy="400050"/>
          </a:xfrm>
          <a:prstGeom prst="rect">
            <a:avLst/>
          </a:prstGeom>
          <a:solidFill>
            <a:srgbClr val="000000">
              <a:alpha val="0"/>
            </a:srgbClr>
          </a:solidFill>
          <a:ln w="0">
            <a:solidFill>
              <a:srgbClr val="000000">
                <a:alpha val="0"/>
              </a:srgbClr>
            </a:solidFill>
          </a:ln>
        </p:spPr>
        <p:txBody>
          <a:bodyPr lIns="0" tIns="0" rIns="0" bIns="0" anchor="ctr"/>
          <a:lstStyle/>
          <a:p>
            <a:r>
              <a:rPr sz="1706" b="1">
                <a:solidFill>
                  <a:srgbClr val="68727A"/>
                </a:solidFill>
              </a:rPr>
              <a:t>→</a:t>
            </a:r>
          </a:p>
        </p:txBody>
      </p:sp>
      <p:sp>
        <p:nvSpPr>
          <p:cNvPr id="44" name="">
            <a:extLst>
              <a:ext uri="{FF2B5EF4-FFF2-40B4-BE49-F238E27FC236}">
                <a16:creationId id="{7502776A-6450-4C61-80F2-C33D69B14163}"/>
              </a:ext>
            </a:extLst>
          </p:cNvPr>
          <p:cNvSpPr>
            <a:spLocks noGrp="1"/>
          </p:cNvSpPr>
          <p:nvPr/>
        </p:nvSpPr>
        <p:spPr>
          <a:xfrm>
            <a:off x="5143500" y="2203847"/>
            <a:ext cx="1308199"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Memory slots</a:t>
            </a:r>
          </a:p>
        </p:txBody>
      </p:sp>
      <p:pic>
        <p:nvPicPr>
          <p:cNvPr id="45" name=""/>
          <p:cNvPicPr>
            <a:picLocks noChangeAspect="1"/>
          </p:cNvPicPr>
          <p:nvPr/>
        </p:nvPicPr>
        <p:blipFill>
          <a:blip r:embed="R785665d98b0940c1"/>
          <a:srcRect l="0" t="633" r="0" b="633"/>
          <a:stretch>
            <a:fillRect l="0" t="0" r="0" b="0"/>
          </a:stretch>
        </p:blipFill>
        <p:spPr>
          <a:xfrm>
            <a:off x="5143500" y="2756297"/>
            <a:ext cx="1905000" cy="742950"/>
          </a:xfrm>
          <a:prstGeom prst="rect">
            <a:avLst/>
          </a:prstGeom>
        </p:spPr>
      </p:pic>
      <p:sp>
        <p:nvSpPr>
          <p:cNvPr id="46" name="">
            <a:extLst>
              <a:ext uri="{FF2B5EF4-FFF2-40B4-BE49-F238E27FC236}">
                <a16:creationId id="{E262926B-E5F0-4B87-A0C5-ACC6D244DEFA}"/>
              </a:ext>
            </a:extLst>
          </p:cNvPr>
          <p:cNvSpPr>
            <a:spLocks noGrp="1"/>
          </p:cNvSpPr>
          <p:nvPr/>
        </p:nvSpPr>
        <p:spPr>
          <a:xfrm>
            <a:off x="5143500" y="3946922"/>
            <a:ext cx="1905000" cy="9525"/>
          </a:xfrm>
          <a:prstGeom prst="rect">
            <a:avLst/>
          </a:prstGeom>
          <a:solidFill>
            <a:srgbClr val="D6DCD9"/>
          </a:solidFill>
          <a:ln w="0">
            <a:solidFill>
              <a:srgbClr val="000000">
                <a:alpha val="0"/>
              </a:srgbClr>
            </a:solidFill>
          </a:ln>
        </p:spPr>
      </p:sp>
      <p:sp>
        <p:nvSpPr>
          <p:cNvPr id="47" name="">
            <a:extLst>
              <a:ext uri="{FF2B5EF4-FFF2-40B4-BE49-F238E27FC236}">
                <a16:creationId id="{9886ACD0-E850-4230-B1A7-761EDBF32AC2}"/>
              </a:ext>
            </a:extLst>
          </p:cNvPr>
          <p:cNvSpPr>
            <a:spLocks noGrp="1"/>
          </p:cNvSpPr>
          <p:nvPr/>
        </p:nvSpPr>
        <p:spPr>
          <a:xfrm>
            <a:off x="5143500" y="3575447"/>
            <a:ext cx="1587550"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20272D"/>
                </a:solidFill>
              </a:rPr>
              <a:t>History → stored styles</a:t>
            </a:r>
          </a:p>
        </p:txBody>
      </p:sp>
      <p:sp>
        <p:nvSpPr>
          <p:cNvPr id="48" name="">
            <a:extLst>
              <a:ext uri="{FF2B5EF4-FFF2-40B4-BE49-F238E27FC236}">
                <a16:creationId id="{85CE530E-F300-430B-B08F-7CC08D01A219}"/>
              </a:ext>
            </a:extLst>
          </p:cNvPr>
          <p:cNvSpPr>
            <a:spLocks noGrp="1"/>
          </p:cNvSpPr>
          <p:nvPr/>
        </p:nvSpPr>
        <p:spPr>
          <a:xfrm>
            <a:off x="5143500" y="4051697"/>
            <a:ext cx="1930301"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Soft retrieval averaged edits;</a:t>
            </a:r>
          </a:p>
        </p:txBody>
      </p:sp>
      <p:sp>
        <p:nvSpPr>
          <p:cNvPr id="49" name="">
            <a:extLst>
              <a:ext uri="{FF2B5EF4-FFF2-40B4-BE49-F238E27FC236}">
                <a16:creationId id="{907AB3E3-1DBF-4186-821B-6E34CF1FBC7C}"/>
              </a:ext>
            </a:extLst>
          </p:cNvPr>
          <p:cNvSpPr>
            <a:spLocks noGrp="1"/>
          </p:cNvSpPr>
          <p:nvPr/>
        </p:nvSpPr>
        <p:spPr>
          <a:xfrm>
            <a:off x="5143500" y="4244578"/>
            <a:ext cx="1746349"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hard retrieval fixed styles.</a:t>
            </a:r>
          </a:p>
        </p:txBody>
      </p:sp>
      <p:sp>
        <p:nvSpPr>
          <p:cNvPr id="50" name="">
            <a:extLst>
              <a:ext uri="{FF2B5EF4-FFF2-40B4-BE49-F238E27FC236}">
                <a16:creationId id="{3A1A20D2-917D-46E0-87B9-20EBCBA7951D}"/>
              </a:ext>
            </a:extLst>
          </p:cNvPr>
          <p:cNvSpPr>
            <a:spLocks noGrp="1"/>
          </p:cNvSpPr>
          <p:nvPr/>
        </p:nvSpPr>
        <p:spPr>
          <a:xfrm>
            <a:off x="7296150" y="1670447"/>
            <a:ext cx="2171700" cy="4195167"/>
          </a:xfrm>
          <a:prstGeom prst="rect">
            <a:avLst/>
          </a:prstGeom>
          <a:solidFill>
            <a:srgbClr val="FFFEF9"/>
          </a:solidFill>
          <a:ln w="0">
            <a:solidFill>
              <a:srgbClr val="000000">
                <a:alpha val="0"/>
              </a:srgbClr>
            </a:solidFill>
          </a:ln>
        </p:spPr>
      </p:sp>
      <p:sp>
        <p:nvSpPr>
          <p:cNvPr id="51" name="">
            <a:extLst>
              <a:ext uri="{FF2B5EF4-FFF2-40B4-BE49-F238E27FC236}">
                <a16:creationId id="{8E40E5E3-A5DC-42CB-899A-51A4F57A887F}"/>
              </a:ext>
            </a:extLst>
          </p:cNvPr>
          <p:cNvSpPr>
            <a:spLocks noGrp="1"/>
          </p:cNvSpPr>
          <p:nvPr/>
        </p:nvSpPr>
        <p:spPr>
          <a:xfrm>
            <a:off x="7296150" y="1670447"/>
            <a:ext cx="2171700" cy="9525"/>
          </a:xfrm>
          <a:prstGeom prst="rect">
            <a:avLst/>
          </a:prstGeom>
          <a:solidFill>
            <a:srgbClr val="20272D"/>
          </a:solidFill>
          <a:ln w="0">
            <a:solidFill>
              <a:srgbClr val="000000">
                <a:alpha val="0"/>
              </a:srgbClr>
            </a:solidFill>
          </a:ln>
        </p:spPr>
      </p:sp>
      <p:sp>
        <p:nvSpPr>
          <p:cNvPr id="52" name="">
            <a:extLst>
              <a:ext uri="{FF2B5EF4-FFF2-40B4-BE49-F238E27FC236}">
                <a16:creationId id="{90C1D215-6892-411D-A24E-2D04728FE107}"/>
              </a:ext>
            </a:extLst>
          </p:cNvPr>
          <p:cNvSpPr>
            <a:spLocks noGrp="1"/>
          </p:cNvSpPr>
          <p:nvPr/>
        </p:nvSpPr>
        <p:spPr>
          <a:xfrm>
            <a:off x="7296150" y="5856089"/>
            <a:ext cx="2171700" cy="9525"/>
          </a:xfrm>
          <a:prstGeom prst="rect">
            <a:avLst/>
          </a:prstGeom>
          <a:solidFill>
            <a:srgbClr val="D6DCD9"/>
          </a:solidFill>
          <a:ln w="0">
            <a:solidFill>
              <a:srgbClr val="000000">
                <a:alpha val="0"/>
              </a:srgbClr>
            </a:solidFill>
          </a:ln>
        </p:spPr>
      </p:sp>
      <p:sp>
        <p:nvSpPr>
          <p:cNvPr id="53" name="">
            <a:extLst>
              <a:ext uri="{FF2B5EF4-FFF2-40B4-BE49-F238E27FC236}">
                <a16:creationId id="{975B90FD-4D02-439B-AEE1-89630AC9BE20}"/>
              </a:ext>
            </a:extLst>
          </p:cNvPr>
          <p:cNvSpPr>
            <a:spLocks noGrp="1"/>
          </p:cNvSpPr>
          <p:nvPr/>
        </p:nvSpPr>
        <p:spPr>
          <a:xfrm>
            <a:off x="7296150" y="1670447"/>
            <a:ext cx="9525" cy="4195167"/>
          </a:xfrm>
          <a:prstGeom prst="rect">
            <a:avLst/>
          </a:prstGeom>
          <a:solidFill>
            <a:srgbClr val="D6DCD9"/>
          </a:solidFill>
          <a:ln w="0">
            <a:solidFill>
              <a:srgbClr val="000000">
                <a:alpha val="0"/>
              </a:srgbClr>
            </a:solidFill>
          </a:ln>
        </p:spPr>
      </p:sp>
      <p:sp>
        <p:nvSpPr>
          <p:cNvPr id="54" name="">
            <a:extLst>
              <a:ext uri="{FF2B5EF4-FFF2-40B4-BE49-F238E27FC236}">
                <a16:creationId id="{FD22F51F-D994-4F8C-B57E-8187CEE25DE9}"/>
              </a:ext>
            </a:extLst>
          </p:cNvPr>
          <p:cNvSpPr>
            <a:spLocks noGrp="1"/>
          </p:cNvSpPr>
          <p:nvPr/>
        </p:nvSpPr>
        <p:spPr>
          <a:xfrm>
            <a:off x="9458325" y="1670447"/>
            <a:ext cx="9525" cy="4195167"/>
          </a:xfrm>
          <a:prstGeom prst="rect">
            <a:avLst/>
          </a:prstGeom>
          <a:solidFill>
            <a:srgbClr val="D6DCD9"/>
          </a:solidFill>
          <a:ln w="0">
            <a:solidFill>
              <a:srgbClr val="000000">
                <a:alpha val="0"/>
              </a:srgbClr>
            </a:solidFill>
          </a:ln>
        </p:spPr>
      </p:sp>
      <p:sp>
        <p:nvSpPr>
          <p:cNvPr id="55" name="">
            <a:extLst>
              <a:ext uri="{FF2B5EF4-FFF2-40B4-BE49-F238E27FC236}">
                <a16:creationId id="{E32965DE-3CFE-4D73-96C4-C687C57F77A0}"/>
              </a:ext>
            </a:extLst>
          </p:cNvPr>
          <p:cNvSpPr>
            <a:spLocks noGrp="1"/>
          </p:cNvSpPr>
          <p:nvPr/>
        </p:nvSpPr>
        <p:spPr>
          <a:xfrm>
            <a:off x="7429500" y="1794272"/>
            <a:ext cx="408087" cy="400050"/>
          </a:xfrm>
          <a:prstGeom prst="rect">
            <a:avLst/>
          </a:prstGeom>
          <a:solidFill>
            <a:srgbClr val="000000">
              <a:alpha val="0"/>
            </a:srgbClr>
          </a:solidFill>
          <a:ln w="0">
            <a:solidFill>
              <a:srgbClr val="000000">
                <a:alpha val="0"/>
              </a:srgbClr>
            </a:solidFill>
          </a:ln>
        </p:spPr>
        <p:txBody>
          <a:bodyPr lIns="0" tIns="0" rIns="0" bIns="0" anchor="ctr"/>
          <a:lstStyle/>
          <a:p>
            <a:r>
              <a:rPr sz="1706" b="1">
                <a:solidFill>
                  <a:srgbClr val="68727A"/>
                </a:solidFill>
              </a:rPr>
              <a:t>04</a:t>
            </a:r>
          </a:p>
        </p:txBody>
      </p:sp>
      <p:sp>
        <p:nvSpPr>
          <p:cNvPr id="56" name="">
            <a:extLst>
              <a:ext uri="{FF2B5EF4-FFF2-40B4-BE49-F238E27FC236}">
                <a16:creationId id="{97194E33-F1F5-4DDF-B6B2-5439BCDBA9F9}"/>
              </a:ext>
            </a:extLst>
          </p:cNvPr>
          <p:cNvSpPr>
            <a:spLocks noGrp="1"/>
          </p:cNvSpPr>
          <p:nvPr/>
        </p:nvSpPr>
        <p:spPr>
          <a:xfrm>
            <a:off x="9124206" y="1794272"/>
            <a:ext cx="305544" cy="400050"/>
          </a:xfrm>
          <a:prstGeom prst="rect">
            <a:avLst/>
          </a:prstGeom>
          <a:solidFill>
            <a:srgbClr val="000000">
              <a:alpha val="0"/>
            </a:srgbClr>
          </a:solidFill>
          <a:ln w="0">
            <a:solidFill>
              <a:srgbClr val="000000">
                <a:alpha val="0"/>
              </a:srgbClr>
            </a:solidFill>
          </a:ln>
        </p:spPr>
        <p:txBody>
          <a:bodyPr lIns="0" tIns="0" rIns="0" bIns="0" anchor="ctr"/>
          <a:lstStyle/>
          <a:p>
            <a:r>
              <a:rPr sz="1706" b="1">
                <a:solidFill>
                  <a:srgbClr val="68727A"/>
                </a:solidFill>
              </a:rPr>
              <a:t>→</a:t>
            </a:r>
          </a:p>
        </p:txBody>
      </p:sp>
      <p:sp>
        <p:nvSpPr>
          <p:cNvPr id="57" name="">
            <a:extLst>
              <a:ext uri="{FF2B5EF4-FFF2-40B4-BE49-F238E27FC236}">
                <a16:creationId id="{01DF80D5-0C8B-4A91-ACA9-8A00AD9943D7}"/>
              </a:ext>
            </a:extLst>
          </p:cNvPr>
          <p:cNvSpPr>
            <a:spLocks noGrp="1"/>
          </p:cNvSpPr>
          <p:nvPr/>
        </p:nvSpPr>
        <p:spPr>
          <a:xfrm>
            <a:off x="7429500" y="2203847"/>
            <a:ext cx="1755577"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Similarity retrieval</a:t>
            </a:r>
          </a:p>
        </p:txBody>
      </p:sp>
      <p:pic>
        <p:nvPicPr>
          <p:cNvPr id="58" name=""/>
          <p:cNvPicPr>
            <a:picLocks noChangeAspect="1"/>
          </p:cNvPicPr>
          <p:nvPr/>
        </p:nvPicPr>
        <p:blipFill>
          <a:blip r:embed="Rea9b4e15dd7d4965"/>
          <a:srcRect l="0" t="633" r="0" b="633"/>
          <a:stretch>
            <a:fillRect l="0" t="0" r="0" b="0"/>
          </a:stretch>
        </p:blipFill>
        <p:spPr>
          <a:xfrm>
            <a:off x="7429500" y="2756297"/>
            <a:ext cx="1905000" cy="742950"/>
          </a:xfrm>
          <a:prstGeom prst="rect">
            <a:avLst/>
          </a:prstGeom>
        </p:spPr>
      </p:pic>
      <p:sp>
        <p:nvSpPr>
          <p:cNvPr id="59" name="">
            <a:extLst>
              <a:ext uri="{FF2B5EF4-FFF2-40B4-BE49-F238E27FC236}">
                <a16:creationId id="{4E509E96-1A69-4526-99FA-44EE327DA977}"/>
              </a:ext>
            </a:extLst>
          </p:cNvPr>
          <p:cNvSpPr>
            <a:spLocks noGrp="1"/>
          </p:cNvSpPr>
          <p:nvPr/>
        </p:nvSpPr>
        <p:spPr>
          <a:xfrm>
            <a:off x="7429500" y="3946922"/>
            <a:ext cx="1905000" cy="9525"/>
          </a:xfrm>
          <a:prstGeom prst="rect">
            <a:avLst/>
          </a:prstGeom>
          <a:solidFill>
            <a:srgbClr val="D6DCD9"/>
          </a:solidFill>
          <a:ln w="0">
            <a:solidFill>
              <a:srgbClr val="000000">
                <a:alpha val="0"/>
              </a:srgbClr>
            </a:solidFill>
          </a:ln>
        </p:spPr>
      </p:sp>
      <p:sp>
        <p:nvSpPr>
          <p:cNvPr id="60" name="">
            <a:extLst>
              <a:ext uri="{FF2B5EF4-FFF2-40B4-BE49-F238E27FC236}">
                <a16:creationId id="{9D093A08-9444-4A16-8090-6AF19AEE0D12}"/>
              </a:ext>
            </a:extLst>
          </p:cNvPr>
          <p:cNvSpPr>
            <a:spLocks noGrp="1"/>
          </p:cNvSpPr>
          <p:nvPr/>
        </p:nvSpPr>
        <p:spPr>
          <a:xfrm>
            <a:off x="7429500" y="3575447"/>
            <a:ext cx="1482477"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20272D"/>
                </a:solidFill>
              </a:rPr>
              <a:t>Image → nearest edit</a:t>
            </a:r>
          </a:p>
        </p:txBody>
      </p:sp>
      <p:sp>
        <p:nvSpPr>
          <p:cNvPr id="61" name="">
            <a:extLst>
              <a:ext uri="{FF2B5EF4-FFF2-40B4-BE49-F238E27FC236}">
                <a16:creationId id="{332F53BD-495F-42C5-B031-BBE02A119FAB}"/>
              </a:ext>
            </a:extLst>
          </p:cNvPr>
          <p:cNvSpPr>
            <a:spLocks noGrp="1"/>
          </p:cNvSpPr>
          <p:nvPr/>
        </p:nvSpPr>
        <p:spPr>
          <a:xfrm>
            <a:off x="7429500" y="4051697"/>
            <a:ext cx="1398091"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≈30% accuracy; one</a:t>
            </a:r>
          </a:p>
        </p:txBody>
      </p:sp>
      <p:sp>
        <p:nvSpPr>
          <p:cNvPr id="62" name="">
            <a:extLst>
              <a:ext uri="{FF2B5EF4-FFF2-40B4-BE49-F238E27FC236}">
                <a16:creationId id="{9DAA7323-2593-4E5C-BB83-6A035311DEB7}"/>
              </a:ext>
            </a:extLst>
          </p:cNvPr>
          <p:cNvSpPr>
            <a:spLocks noGrp="1"/>
          </p:cNvSpPr>
          <p:nvPr/>
        </p:nvSpPr>
        <p:spPr>
          <a:xfrm>
            <a:off x="7429500" y="4244578"/>
            <a:ext cx="1745010"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neighbour was unreliable.</a:t>
            </a:r>
          </a:p>
        </p:txBody>
      </p:sp>
      <p:sp>
        <p:nvSpPr>
          <p:cNvPr id="63" name="">
            <a:extLst>
              <a:ext uri="{FF2B5EF4-FFF2-40B4-BE49-F238E27FC236}">
                <a16:creationId id="{6CB5A463-6636-4712-9231-395AC92F80B3}"/>
              </a:ext>
            </a:extLst>
          </p:cNvPr>
          <p:cNvSpPr>
            <a:spLocks noGrp="1"/>
          </p:cNvSpPr>
          <p:nvPr/>
        </p:nvSpPr>
        <p:spPr>
          <a:xfrm>
            <a:off x="9582150" y="1670447"/>
            <a:ext cx="2171700" cy="4195167"/>
          </a:xfrm>
          <a:prstGeom prst="rect">
            <a:avLst/>
          </a:prstGeom>
          <a:solidFill>
            <a:srgbClr val="FFFEF9"/>
          </a:solidFill>
          <a:ln w="0">
            <a:solidFill>
              <a:srgbClr val="000000">
                <a:alpha val="0"/>
              </a:srgbClr>
            </a:solidFill>
          </a:ln>
        </p:spPr>
      </p:sp>
      <p:sp>
        <p:nvSpPr>
          <p:cNvPr id="64" name="">
            <a:extLst>
              <a:ext uri="{FF2B5EF4-FFF2-40B4-BE49-F238E27FC236}">
                <a16:creationId id="{2C74DF7F-E82B-4C7E-90D7-2B1BABC55387}"/>
              </a:ext>
            </a:extLst>
          </p:cNvPr>
          <p:cNvSpPr>
            <a:spLocks noGrp="1"/>
          </p:cNvSpPr>
          <p:nvPr/>
        </p:nvSpPr>
        <p:spPr>
          <a:xfrm>
            <a:off x="9582150" y="1670447"/>
            <a:ext cx="2171700" cy="9525"/>
          </a:xfrm>
          <a:prstGeom prst="rect">
            <a:avLst/>
          </a:prstGeom>
          <a:solidFill>
            <a:srgbClr val="20272D"/>
          </a:solidFill>
          <a:ln w="0">
            <a:solidFill>
              <a:srgbClr val="000000">
                <a:alpha val="0"/>
              </a:srgbClr>
            </a:solidFill>
          </a:ln>
        </p:spPr>
      </p:sp>
      <p:sp>
        <p:nvSpPr>
          <p:cNvPr id="65" name="">
            <a:extLst>
              <a:ext uri="{FF2B5EF4-FFF2-40B4-BE49-F238E27FC236}">
                <a16:creationId id="{6DA5CCFC-C69D-456E-87B5-6FF1494BF73E}"/>
              </a:ext>
            </a:extLst>
          </p:cNvPr>
          <p:cNvSpPr>
            <a:spLocks noGrp="1"/>
          </p:cNvSpPr>
          <p:nvPr/>
        </p:nvSpPr>
        <p:spPr>
          <a:xfrm>
            <a:off x="9582150" y="5856089"/>
            <a:ext cx="2171700" cy="9525"/>
          </a:xfrm>
          <a:prstGeom prst="rect">
            <a:avLst/>
          </a:prstGeom>
          <a:solidFill>
            <a:srgbClr val="D6DCD9"/>
          </a:solidFill>
          <a:ln w="0">
            <a:solidFill>
              <a:srgbClr val="000000">
                <a:alpha val="0"/>
              </a:srgbClr>
            </a:solidFill>
          </a:ln>
        </p:spPr>
      </p:sp>
      <p:sp>
        <p:nvSpPr>
          <p:cNvPr id="66" name="">
            <a:extLst>
              <a:ext uri="{FF2B5EF4-FFF2-40B4-BE49-F238E27FC236}">
                <a16:creationId id="{A3D22362-14DF-4C01-A1D8-39C6CF9E05A6}"/>
              </a:ext>
            </a:extLst>
          </p:cNvPr>
          <p:cNvSpPr>
            <a:spLocks noGrp="1"/>
          </p:cNvSpPr>
          <p:nvPr/>
        </p:nvSpPr>
        <p:spPr>
          <a:xfrm>
            <a:off x="9582150" y="1670447"/>
            <a:ext cx="9525" cy="4195167"/>
          </a:xfrm>
          <a:prstGeom prst="rect">
            <a:avLst/>
          </a:prstGeom>
          <a:solidFill>
            <a:srgbClr val="D6DCD9"/>
          </a:solidFill>
          <a:ln w="0">
            <a:solidFill>
              <a:srgbClr val="000000">
                <a:alpha val="0"/>
              </a:srgbClr>
            </a:solidFill>
          </a:ln>
        </p:spPr>
      </p:sp>
      <p:sp>
        <p:nvSpPr>
          <p:cNvPr id="67" name="">
            <a:extLst>
              <a:ext uri="{FF2B5EF4-FFF2-40B4-BE49-F238E27FC236}">
                <a16:creationId id="{35386942-DE29-4518-916E-C37B43A85797}"/>
              </a:ext>
            </a:extLst>
          </p:cNvPr>
          <p:cNvSpPr>
            <a:spLocks noGrp="1"/>
          </p:cNvSpPr>
          <p:nvPr/>
        </p:nvSpPr>
        <p:spPr>
          <a:xfrm>
            <a:off x="11744325" y="1670447"/>
            <a:ext cx="9525" cy="4195167"/>
          </a:xfrm>
          <a:prstGeom prst="rect">
            <a:avLst/>
          </a:prstGeom>
          <a:solidFill>
            <a:srgbClr val="D6DCD9"/>
          </a:solidFill>
          <a:ln w="0">
            <a:solidFill>
              <a:srgbClr val="000000">
                <a:alpha val="0"/>
              </a:srgbClr>
            </a:solidFill>
          </a:ln>
        </p:spPr>
      </p:sp>
      <p:sp>
        <p:nvSpPr>
          <p:cNvPr id="68" name="">
            <a:extLst>
              <a:ext uri="{FF2B5EF4-FFF2-40B4-BE49-F238E27FC236}">
                <a16:creationId id="{C973F0BA-0795-453F-B5CE-A5731E41B4A4}"/>
              </a:ext>
            </a:extLst>
          </p:cNvPr>
          <p:cNvSpPr>
            <a:spLocks noGrp="1"/>
          </p:cNvSpPr>
          <p:nvPr/>
        </p:nvSpPr>
        <p:spPr>
          <a:xfrm>
            <a:off x="9715500" y="1794272"/>
            <a:ext cx="402134" cy="400050"/>
          </a:xfrm>
          <a:prstGeom prst="rect">
            <a:avLst/>
          </a:prstGeom>
          <a:solidFill>
            <a:srgbClr val="000000">
              <a:alpha val="0"/>
            </a:srgbClr>
          </a:solidFill>
          <a:ln w="0">
            <a:solidFill>
              <a:srgbClr val="000000">
                <a:alpha val="0"/>
              </a:srgbClr>
            </a:solidFill>
          </a:ln>
        </p:spPr>
        <p:txBody>
          <a:bodyPr lIns="0" tIns="0" rIns="0" bIns="0" anchor="ctr"/>
          <a:lstStyle/>
          <a:p>
            <a:r>
              <a:rPr sz="1706" b="1">
                <a:solidFill>
                  <a:srgbClr val="68727A"/>
                </a:solidFill>
              </a:rPr>
              <a:t>05</a:t>
            </a:r>
          </a:p>
        </p:txBody>
      </p:sp>
      <p:sp>
        <p:nvSpPr>
          <p:cNvPr id="69" name="">
            <a:extLst>
              <a:ext uri="{FF2B5EF4-FFF2-40B4-BE49-F238E27FC236}">
                <a16:creationId id="{7D9762D1-EC65-4E49-8484-766C191D67E7}"/>
              </a:ext>
            </a:extLst>
          </p:cNvPr>
          <p:cNvSpPr>
            <a:spLocks noGrp="1"/>
          </p:cNvSpPr>
          <p:nvPr/>
        </p:nvSpPr>
        <p:spPr>
          <a:xfrm>
            <a:off x="11438483" y="1794272"/>
            <a:ext cx="277267" cy="400050"/>
          </a:xfrm>
          <a:prstGeom prst="rect">
            <a:avLst/>
          </a:prstGeom>
          <a:solidFill>
            <a:srgbClr val="000000">
              <a:alpha val="0"/>
            </a:srgbClr>
          </a:solidFill>
          <a:ln w="0">
            <a:solidFill>
              <a:srgbClr val="000000">
                <a:alpha val="0"/>
              </a:srgbClr>
            </a:solidFill>
          </a:ln>
        </p:spPr>
        <p:txBody>
          <a:bodyPr lIns="0" tIns="0" rIns="0" bIns="0" anchor="ctr"/>
          <a:lstStyle/>
          <a:p>
            <a:r>
              <a:rPr sz="1706" b="1">
                <a:solidFill>
                  <a:srgbClr val="68727A"/>
                </a:solidFill>
              </a:rPr>
              <a:t>✓</a:t>
            </a:r>
          </a:p>
        </p:txBody>
      </p:sp>
      <p:sp>
        <p:nvSpPr>
          <p:cNvPr id="70" name="">
            <a:extLst>
              <a:ext uri="{FF2B5EF4-FFF2-40B4-BE49-F238E27FC236}">
                <a16:creationId id="{17E0CE2B-E035-458E-89AD-8D7609E186B7}"/>
              </a:ext>
            </a:extLst>
          </p:cNvPr>
          <p:cNvSpPr>
            <a:spLocks noGrp="1"/>
          </p:cNvSpPr>
          <p:nvPr/>
        </p:nvSpPr>
        <p:spPr>
          <a:xfrm>
            <a:off x="9715500" y="2203847"/>
            <a:ext cx="1811387"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Conditional density</a:t>
            </a:r>
          </a:p>
        </p:txBody>
      </p:sp>
      <p:pic>
        <p:nvPicPr>
          <p:cNvPr id="71" name=""/>
          <p:cNvPicPr>
            <a:picLocks noChangeAspect="1"/>
          </p:cNvPicPr>
          <p:nvPr/>
        </p:nvPicPr>
        <p:blipFill>
          <a:blip r:embed="Rde3c0aa5efe04707"/>
          <a:srcRect l="0" t="633" r="0" b="633"/>
          <a:stretch>
            <a:fillRect l="0" t="0" r="0" b="0"/>
          </a:stretch>
        </p:blipFill>
        <p:spPr>
          <a:xfrm>
            <a:off x="9715500" y="2756297"/>
            <a:ext cx="1905000" cy="742950"/>
          </a:xfrm>
          <a:prstGeom prst="rect">
            <a:avLst/>
          </a:prstGeom>
        </p:spPr>
      </p:pic>
      <p:sp>
        <p:nvSpPr>
          <p:cNvPr id="72" name="">
            <a:extLst>
              <a:ext uri="{FF2B5EF4-FFF2-40B4-BE49-F238E27FC236}">
                <a16:creationId id="{C744ADB0-B3C7-42BB-8C72-96D306756618}"/>
              </a:ext>
            </a:extLst>
          </p:cNvPr>
          <p:cNvSpPr>
            <a:spLocks noGrp="1"/>
          </p:cNvSpPr>
          <p:nvPr/>
        </p:nvSpPr>
        <p:spPr>
          <a:xfrm>
            <a:off x="9715500" y="3946922"/>
            <a:ext cx="1905000" cy="9525"/>
          </a:xfrm>
          <a:prstGeom prst="rect">
            <a:avLst/>
          </a:prstGeom>
          <a:solidFill>
            <a:srgbClr val="D6DCD9"/>
          </a:solidFill>
          <a:ln w="0">
            <a:solidFill>
              <a:srgbClr val="000000">
                <a:alpha val="0"/>
              </a:srgbClr>
            </a:solidFill>
          </a:ln>
        </p:spPr>
      </p:sp>
      <p:sp>
        <p:nvSpPr>
          <p:cNvPr id="73" name="">
            <a:extLst>
              <a:ext uri="{FF2B5EF4-FFF2-40B4-BE49-F238E27FC236}">
                <a16:creationId id="{18C20F93-508D-4EE3-A27E-617EC4A0B6C9}"/>
              </a:ext>
            </a:extLst>
          </p:cNvPr>
          <p:cNvSpPr>
            <a:spLocks noGrp="1"/>
          </p:cNvSpPr>
          <p:nvPr/>
        </p:nvSpPr>
        <p:spPr>
          <a:xfrm>
            <a:off x="9715500" y="3575447"/>
            <a:ext cx="1555105"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20272D"/>
                </a:solidFill>
              </a:rPr>
              <a:t>Image + history → p(z)</a:t>
            </a:r>
          </a:p>
        </p:txBody>
      </p:sp>
      <p:sp>
        <p:nvSpPr>
          <p:cNvPr id="74" name="">
            <a:extLst>
              <a:ext uri="{FF2B5EF4-FFF2-40B4-BE49-F238E27FC236}">
                <a16:creationId id="{4362265E-5FC1-4D3C-8A92-2263024899CD}"/>
              </a:ext>
            </a:extLst>
          </p:cNvPr>
          <p:cNvSpPr>
            <a:spLocks noGrp="1"/>
          </p:cNvSpPr>
          <p:nvPr/>
        </p:nvSpPr>
        <p:spPr>
          <a:xfrm>
            <a:off x="9715500" y="4051697"/>
            <a:ext cx="1682948"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A distribution represents</a:t>
            </a:r>
          </a:p>
        </p:txBody>
      </p:sp>
      <p:sp>
        <p:nvSpPr>
          <p:cNvPr id="75" name="">
            <a:extLst>
              <a:ext uri="{FF2B5EF4-FFF2-40B4-BE49-F238E27FC236}">
                <a16:creationId id="{B5186839-F182-4E57-BAB8-0DBE9D794CA5}"/>
              </a:ext>
            </a:extLst>
          </p:cNvPr>
          <p:cNvSpPr>
            <a:spLocks noGrp="1"/>
          </p:cNvSpPr>
          <p:nvPr/>
        </p:nvSpPr>
        <p:spPr>
          <a:xfrm>
            <a:off x="9715500" y="4244578"/>
            <a:ext cx="1584722" cy="209550"/>
          </a:xfrm>
          <a:prstGeom prst="rect">
            <a:avLst/>
          </a:prstGeom>
          <a:solidFill>
            <a:srgbClr val="000000">
              <a:alpha val="0"/>
            </a:srgbClr>
          </a:solidFill>
          <a:ln w="0">
            <a:solidFill>
              <a:srgbClr val="000000">
                <a:alpha val="0"/>
              </a:srgbClr>
            </a:solidFill>
          </a:ln>
        </p:spPr>
        <p:txBody>
          <a:bodyPr lIns="0" tIns="0" rIns="0" bIns="0" anchor="ctr"/>
          <a:lstStyle/>
          <a:p>
            <a:r>
              <a:rPr sz="1024" b="0">
                <a:solidFill>
                  <a:srgbClr val="68727A"/>
                </a:solidFill>
              </a:rPr>
              <a:t>multiple possible edits.</a:t>
            </a:r>
          </a:p>
        </p:txBody>
      </p:sp>
      <p:sp>
        <p:nvSpPr>
          <p:cNvPr id="76" name="">
            <a:extLst>
              <a:ext uri="{FF2B5EF4-FFF2-40B4-BE49-F238E27FC236}">
                <a16:creationId id="{58891543-0A33-421C-A038-AFAABA108B54}"/>
              </a:ext>
            </a:extLst>
          </p:cNvPr>
          <p:cNvSpPr>
            <a:spLocks noGrp="1"/>
          </p:cNvSpPr>
          <p:nvPr/>
        </p:nvSpPr>
        <p:spPr>
          <a:xfrm>
            <a:off x="438150" y="6037064"/>
            <a:ext cx="4718893"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Regular client discussions and experimental findings shaped the architecture.</a:t>
            </a:r>
          </a:p>
        </p:txBody>
      </p:sp>
      <p:sp>
        <p:nvSpPr>
          <p:cNvPr id="77" name="">
            <a:extLst>
              <a:ext uri="{FF2B5EF4-FFF2-40B4-BE49-F238E27FC236}">
                <a16:creationId id="{7C9AE255-35BE-48E8-AC85-4AB9343599C2}"/>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78" name="">
            <a:extLst>
              <a:ext uri="{FF2B5EF4-FFF2-40B4-BE49-F238E27FC236}">
                <a16:creationId id="{D1AFC1F7-7610-4D09-B704-64FB6737E298}"/>
              </a:ext>
            </a:extLst>
          </p:cNvPr>
          <p:cNvSpPr>
            <a:spLocks noGrp="1"/>
          </p:cNvSpPr>
          <p:nvPr/>
        </p:nvSpPr>
        <p:spPr>
          <a:xfrm>
            <a:off x="438150" y="6480870"/>
            <a:ext cx="1058912"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2.7, 4.6</a:t>
            </a:r>
          </a:p>
        </p:txBody>
      </p:sp>
      <p:sp>
        <p:nvSpPr>
          <p:cNvPr id="79" name="">
            <a:extLst>
              <a:ext uri="{FF2B5EF4-FFF2-40B4-BE49-F238E27FC236}">
                <a16:creationId id="{D6CA6F4E-3A51-4BD0-9D8E-F51FFB1B2E89}"/>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22 / 25</a:t>
            </a:r>
          </a:p>
        </p:txBody>
      </p:sp>
      <p:sp>
        <p:nvSpPr>
          <p:cNvPr id="80" name="">
            <a:extLst>
              <a:ext uri="{FF2B5EF4-FFF2-40B4-BE49-F238E27FC236}">
                <a16:creationId id="{9515D446-3B0A-45CA-9674-AA6FB4183348}"/>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4:creationId val="2076387272"/>
      </p:ext>
    </p:extLst>
  </p:cSld>
</p:sld>
</file>

<file path=ppt/slides/slide23.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AEA13FBE-84A9-44CF-AA1F-AC05CCCDD3DC}"/>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A412613F-B967-40D0-B41A-306306E492D0}"/>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59A2E7B8-45CB-4AD6-B6B4-126698CADBFB}"/>
              </a:ext>
            </a:extLst>
          </p:cNvPr>
          <p:cNvSpPr>
            <a:spLocks noGrp="1"/>
          </p:cNvSpPr>
          <p:nvPr/>
        </p:nvSpPr>
        <p:spPr>
          <a:xfrm>
            <a:off x="660648" y="328613"/>
            <a:ext cx="403771" cy="342900"/>
          </a:xfrm>
          <a:prstGeom prst="rect">
            <a:avLst/>
          </a:prstGeom>
          <a:solidFill>
            <a:srgbClr val="F3DF4F"/>
          </a:solidFill>
          <a:ln w="0">
            <a:solidFill>
              <a:srgbClr val="000000">
                <a:alpha val="0"/>
              </a:srgbClr>
            </a:solidFill>
          </a:ln>
        </p:spPr>
      </p:sp>
      <p:sp>
        <p:nvSpPr>
          <p:cNvPr id="5" name="">
            <a:extLst>
              <a:ext uri="{FF2B5EF4-FFF2-40B4-BE49-F238E27FC236}">
                <a16:creationId id="{6EE10E01-B91E-45C9-A16F-13831F7B7CC2}"/>
              </a:ext>
            </a:extLst>
          </p:cNvPr>
          <p:cNvSpPr>
            <a:spLocks noGrp="1"/>
          </p:cNvSpPr>
          <p:nvPr/>
        </p:nvSpPr>
        <p:spPr>
          <a:xfrm>
            <a:off x="746373" y="347663"/>
            <a:ext cx="327571"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23</a:t>
            </a:r>
          </a:p>
        </p:txBody>
      </p:sp>
      <p:sp>
        <p:nvSpPr>
          <p:cNvPr id="6" name="">
            <a:extLst>
              <a:ext uri="{FF2B5EF4-FFF2-40B4-BE49-F238E27FC236}">
                <a16:creationId id="{C645BC64-5F2A-4A76-A796-664C84EE34AE}"/>
              </a:ext>
            </a:extLst>
          </p:cNvPr>
          <p:cNvSpPr>
            <a:spLocks noGrp="1"/>
          </p:cNvSpPr>
          <p:nvPr/>
        </p:nvSpPr>
        <p:spPr>
          <a:xfrm>
            <a:off x="1245394" y="242292"/>
            <a:ext cx="5743873"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Project management and collaboration</a:t>
            </a:r>
          </a:p>
        </p:txBody>
      </p:sp>
      <p:sp>
        <p:nvSpPr>
          <p:cNvPr id="7" name="">
            <a:extLst>
              <a:ext uri="{FF2B5EF4-FFF2-40B4-BE49-F238E27FC236}">
                <a16:creationId id="{09A47241-59A8-45CB-9D36-2E5BA57DC06F}"/>
              </a:ext>
            </a:extLst>
          </p:cNvPr>
          <p:cNvSpPr>
            <a:spLocks noGrp="1"/>
          </p:cNvSpPr>
          <p:nvPr/>
        </p:nvSpPr>
        <p:spPr>
          <a:xfrm>
            <a:off x="438150" y="1057275"/>
            <a:ext cx="3670250" cy="1342579"/>
          </a:xfrm>
          <a:prstGeom prst="rect">
            <a:avLst/>
          </a:prstGeom>
          <a:solidFill>
            <a:srgbClr val="FFFEF9"/>
          </a:solidFill>
          <a:ln w="0">
            <a:solidFill>
              <a:srgbClr val="000000">
                <a:alpha val="0"/>
              </a:srgbClr>
            </a:solidFill>
          </a:ln>
        </p:spPr>
      </p:sp>
      <p:sp>
        <p:nvSpPr>
          <p:cNvPr id="8" name="">
            <a:extLst>
              <a:ext uri="{FF2B5EF4-FFF2-40B4-BE49-F238E27FC236}">
                <a16:creationId id="{EFD3DE9D-E4D7-494C-A3C5-5435C03BFBDC}"/>
              </a:ext>
            </a:extLst>
          </p:cNvPr>
          <p:cNvSpPr>
            <a:spLocks noGrp="1"/>
          </p:cNvSpPr>
          <p:nvPr/>
        </p:nvSpPr>
        <p:spPr>
          <a:xfrm>
            <a:off x="438150" y="1057275"/>
            <a:ext cx="3670250" cy="9525"/>
          </a:xfrm>
          <a:prstGeom prst="rect">
            <a:avLst/>
          </a:prstGeom>
          <a:solidFill>
            <a:srgbClr val="D6DCD9"/>
          </a:solidFill>
          <a:ln w="0">
            <a:solidFill>
              <a:srgbClr val="000000">
                <a:alpha val="0"/>
              </a:srgbClr>
            </a:solidFill>
          </a:ln>
        </p:spPr>
      </p:sp>
      <p:sp>
        <p:nvSpPr>
          <p:cNvPr id="9" name="">
            <a:extLst>
              <a:ext uri="{FF2B5EF4-FFF2-40B4-BE49-F238E27FC236}">
                <a16:creationId id="{56605A9C-455A-4EEA-B2D7-A1354BF6C5DF}"/>
              </a:ext>
            </a:extLst>
          </p:cNvPr>
          <p:cNvSpPr>
            <a:spLocks noGrp="1"/>
          </p:cNvSpPr>
          <p:nvPr/>
        </p:nvSpPr>
        <p:spPr>
          <a:xfrm>
            <a:off x="438150" y="2390329"/>
            <a:ext cx="3670250" cy="9525"/>
          </a:xfrm>
          <a:prstGeom prst="rect">
            <a:avLst/>
          </a:prstGeom>
          <a:solidFill>
            <a:srgbClr val="D6DCD9"/>
          </a:solidFill>
          <a:ln w="0">
            <a:solidFill>
              <a:srgbClr val="000000">
                <a:alpha val="0"/>
              </a:srgbClr>
            </a:solidFill>
          </a:ln>
        </p:spPr>
      </p:sp>
      <p:sp>
        <p:nvSpPr>
          <p:cNvPr id="10" name="">
            <a:extLst>
              <a:ext uri="{FF2B5EF4-FFF2-40B4-BE49-F238E27FC236}">
                <a16:creationId id="{C824A42C-FCEE-4D9C-9859-FFA353840D1F}"/>
              </a:ext>
            </a:extLst>
          </p:cNvPr>
          <p:cNvSpPr>
            <a:spLocks noGrp="1"/>
          </p:cNvSpPr>
          <p:nvPr/>
        </p:nvSpPr>
        <p:spPr>
          <a:xfrm>
            <a:off x="438150" y="1057275"/>
            <a:ext cx="9525" cy="1342579"/>
          </a:xfrm>
          <a:prstGeom prst="rect">
            <a:avLst/>
          </a:prstGeom>
          <a:solidFill>
            <a:srgbClr val="D6DCD9"/>
          </a:solidFill>
          <a:ln w="0">
            <a:solidFill>
              <a:srgbClr val="000000">
                <a:alpha val="0"/>
              </a:srgbClr>
            </a:solidFill>
          </a:ln>
        </p:spPr>
      </p:sp>
      <p:sp>
        <p:nvSpPr>
          <p:cNvPr id="11" name="">
            <a:extLst>
              <a:ext uri="{FF2B5EF4-FFF2-40B4-BE49-F238E27FC236}">
                <a16:creationId id="{60A290B7-B525-4CB0-9BBF-149AB921437A}"/>
              </a:ext>
            </a:extLst>
          </p:cNvPr>
          <p:cNvSpPr>
            <a:spLocks noGrp="1"/>
          </p:cNvSpPr>
          <p:nvPr/>
        </p:nvSpPr>
        <p:spPr>
          <a:xfrm>
            <a:off x="4098875" y="1057275"/>
            <a:ext cx="9525" cy="1342579"/>
          </a:xfrm>
          <a:prstGeom prst="rect">
            <a:avLst/>
          </a:prstGeom>
          <a:solidFill>
            <a:srgbClr val="D6DCD9"/>
          </a:solidFill>
          <a:ln w="0">
            <a:solidFill>
              <a:srgbClr val="000000">
                <a:alpha val="0"/>
              </a:srgbClr>
            </a:solidFill>
          </a:ln>
        </p:spPr>
      </p:sp>
      <p:sp>
        <p:nvSpPr>
          <p:cNvPr id="12" name="">
            <a:extLst>
              <a:ext uri="{FF2B5EF4-FFF2-40B4-BE49-F238E27FC236}">
                <a16:creationId id="{CD0B2F22-6FC3-4392-99E6-EF1A5BDA46DF}"/>
              </a:ext>
            </a:extLst>
          </p:cNvPr>
          <p:cNvSpPr>
            <a:spLocks noGrp="1"/>
          </p:cNvSpPr>
          <p:nvPr/>
        </p:nvSpPr>
        <p:spPr>
          <a:xfrm>
            <a:off x="3835152" y="1162050"/>
            <a:ext cx="216098"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68727A"/>
                </a:solidFill>
              </a:rPr>
              <a:t>01</a:t>
            </a:r>
          </a:p>
        </p:txBody>
      </p:sp>
      <p:sp>
        <p:nvSpPr>
          <p:cNvPr id="13" name="">
            <a:extLst>
              <a:ext uri="{FF2B5EF4-FFF2-40B4-BE49-F238E27FC236}">
                <a16:creationId id="{D216F9AA-2879-4B52-8C58-2668E7D9F6DE}"/>
              </a:ext>
            </a:extLst>
          </p:cNvPr>
          <p:cNvSpPr>
            <a:spLocks noGrp="1"/>
          </p:cNvSpPr>
          <p:nvPr/>
        </p:nvSpPr>
        <p:spPr>
          <a:xfrm>
            <a:off x="619125" y="1285875"/>
            <a:ext cx="871835" cy="171450"/>
          </a:xfrm>
          <a:prstGeom prst="rect">
            <a:avLst/>
          </a:prstGeom>
          <a:solidFill>
            <a:srgbClr val="000000">
              <a:alpha val="0"/>
            </a:srgbClr>
          </a:solidFill>
          <a:ln w="0">
            <a:solidFill>
              <a:srgbClr val="000000">
                <a:alpha val="0"/>
              </a:srgbClr>
            </a:solidFill>
          </a:ln>
        </p:spPr>
        <p:txBody>
          <a:bodyPr lIns="0" tIns="0" rIns="0" bIns="0" anchor="ctr"/>
          <a:lstStyle/>
          <a:p>
            <a:r>
              <a:rPr sz="682" b="1">
                <a:solidFill>
                  <a:srgbClr val="68727A"/>
                </a:solidFill>
              </a:rPr>
              <a:t>ENGINEERING</a:t>
            </a:r>
          </a:p>
        </p:txBody>
      </p:sp>
      <p:sp>
        <p:nvSpPr>
          <p:cNvPr id="14" name="">
            <a:extLst>
              <a:ext uri="{FF2B5EF4-FFF2-40B4-BE49-F238E27FC236}">
                <a16:creationId id="{3747EF3B-14C9-4B27-8ECE-29343ABD90A5}"/>
              </a:ext>
            </a:extLst>
          </p:cNvPr>
          <p:cNvSpPr>
            <a:spLocks noGrp="1"/>
          </p:cNvSpPr>
          <p:nvPr/>
        </p:nvSpPr>
        <p:spPr>
          <a:xfrm>
            <a:off x="619125" y="1575346"/>
            <a:ext cx="964406" cy="466725"/>
          </a:xfrm>
          <a:prstGeom prst="rect">
            <a:avLst/>
          </a:prstGeom>
          <a:solidFill>
            <a:srgbClr val="000000">
              <a:alpha val="0"/>
            </a:srgbClr>
          </a:solidFill>
          <a:ln w="0">
            <a:solidFill>
              <a:srgbClr val="000000">
                <a:alpha val="0"/>
              </a:srgbClr>
            </a:solidFill>
          </a:ln>
        </p:spPr>
        <p:txBody>
          <a:bodyPr lIns="0" tIns="0" rIns="0" bIns="0" anchor="ctr"/>
          <a:lstStyle/>
          <a:p>
            <a:r>
              <a:rPr sz="1979" b="0">
                <a:solidFill>
                  <a:srgbClr val="20272D"/>
                </a:solidFill>
              </a:rPr>
              <a:t>GitHub</a:t>
            </a:r>
          </a:p>
        </p:txBody>
      </p:sp>
      <p:sp>
        <p:nvSpPr>
          <p:cNvPr id="15" name="">
            <a:extLst>
              <a:ext uri="{FF2B5EF4-FFF2-40B4-BE49-F238E27FC236}">
                <a16:creationId id="{1785EB71-65C8-46C0-A2B3-7CFB5B0EFB62}"/>
              </a:ext>
            </a:extLst>
          </p:cNvPr>
          <p:cNvSpPr>
            <a:spLocks noGrp="1"/>
          </p:cNvSpPr>
          <p:nvPr/>
        </p:nvSpPr>
        <p:spPr>
          <a:xfrm>
            <a:off x="619125" y="2026593"/>
            <a:ext cx="1989981"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Version control · integration</a:t>
            </a:r>
          </a:p>
        </p:txBody>
      </p:sp>
      <p:sp>
        <p:nvSpPr>
          <p:cNvPr id="16" name="">
            <a:extLst>
              <a:ext uri="{FF2B5EF4-FFF2-40B4-BE49-F238E27FC236}">
                <a16:creationId id="{43D7DE72-75B0-433B-AECE-5CE2BAA792FC}"/>
              </a:ext>
            </a:extLst>
          </p:cNvPr>
          <p:cNvSpPr>
            <a:spLocks noGrp="1"/>
          </p:cNvSpPr>
          <p:nvPr/>
        </p:nvSpPr>
        <p:spPr>
          <a:xfrm>
            <a:off x="4260800" y="1057275"/>
            <a:ext cx="3670250" cy="1342579"/>
          </a:xfrm>
          <a:prstGeom prst="rect">
            <a:avLst/>
          </a:prstGeom>
          <a:solidFill>
            <a:srgbClr val="FFFEF9"/>
          </a:solidFill>
          <a:ln w="0">
            <a:solidFill>
              <a:srgbClr val="000000">
                <a:alpha val="0"/>
              </a:srgbClr>
            </a:solidFill>
          </a:ln>
        </p:spPr>
      </p:sp>
      <p:sp>
        <p:nvSpPr>
          <p:cNvPr id="17" name="">
            <a:extLst>
              <a:ext uri="{FF2B5EF4-FFF2-40B4-BE49-F238E27FC236}">
                <a16:creationId id="{C601C18B-89ED-43B9-A2D5-1CFB95192FB6}"/>
              </a:ext>
            </a:extLst>
          </p:cNvPr>
          <p:cNvSpPr>
            <a:spLocks noGrp="1"/>
          </p:cNvSpPr>
          <p:nvPr/>
        </p:nvSpPr>
        <p:spPr>
          <a:xfrm>
            <a:off x="4260800" y="1057275"/>
            <a:ext cx="3670250" cy="9525"/>
          </a:xfrm>
          <a:prstGeom prst="rect">
            <a:avLst/>
          </a:prstGeom>
          <a:solidFill>
            <a:srgbClr val="D6DCD9"/>
          </a:solidFill>
          <a:ln w="0">
            <a:solidFill>
              <a:srgbClr val="000000">
                <a:alpha val="0"/>
              </a:srgbClr>
            </a:solidFill>
          </a:ln>
        </p:spPr>
      </p:sp>
      <p:sp>
        <p:nvSpPr>
          <p:cNvPr id="18" name="">
            <a:extLst>
              <a:ext uri="{FF2B5EF4-FFF2-40B4-BE49-F238E27FC236}">
                <a16:creationId id="{0B3CA5D8-67A5-4A7C-BDB3-17F22A6B1A33}"/>
              </a:ext>
            </a:extLst>
          </p:cNvPr>
          <p:cNvSpPr>
            <a:spLocks noGrp="1"/>
          </p:cNvSpPr>
          <p:nvPr/>
        </p:nvSpPr>
        <p:spPr>
          <a:xfrm>
            <a:off x="4260800" y="2390329"/>
            <a:ext cx="3670250" cy="9525"/>
          </a:xfrm>
          <a:prstGeom prst="rect">
            <a:avLst/>
          </a:prstGeom>
          <a:solidFill>
            <a:srgbClr val="D6DCD9"/>
          </a:solidFill>
          <a:ln w="0">
            <a:solidFill>
              <a:srgbClr val="000000">
                <a:alpha val="0"/>
              </a:srgbClr>
            </a:solidFill>
          </a:ln>
        </p:spPr>
      </p:sp>
      <p:sp>
        <p:nvSpPr>
          <p:cNvPr id="19" name="">
            <a:extLst>
              <a:ext uri="{FF2B5EF4-FFF2-40B4-BE49-F238E27FC236}">
                <a16:creationId id="{62857A78-699E-41A1-B0E1-64909B6B217D}"/>
              </a:ext>
            </a:extLst>
          </p:cNvPr>
          <p:cNvSpPr>
            <a:spLocks noGrp="1"/>
          </p:cNvSpPr>
          <p:nvPr/>
        </p:nvSpPr>
        <p:spPr>
          <a:xfrm>
            <a:off x="4260800" y="1057275"/>
            <a:ext cx="9525" cy="1342579"/>
          </a:xfrm>
          <a:prstGeom prst="rect">
            <a:avLst/>
          </a:prstGeom>
          <a:solidFill>
            <a:srgbClr val="D6DCD9"/>
          </a:solidFill>
          <a:ln w="0">
            <a:solidFill>
              <a:srgbClr val="000000">
                <a:alpha val="0"/>
              </a:srgbClr>
            </a:solidFill>
          </a:ln>
        </p:spPr>
      </p:sp>
      <p:sp>
        <p:nvSpPr>
          <p:cNvPr id="20" name="">
            <a:extLst>
              <a:ext uri="{FF2B5EF4-FFF2-40B4-BE49-F238E27FC236}">
                <a16:creationId id="{203A546C-3BEE-47E0-A9E3-A0866B16A63D}"/>
              </a:ext>
            </a:extLst>
          </p:cNvPr>
          <p:cNvSpPr>
            <a:spLocks noGrp="1"/>
          </p:cNvSpPr>
          <p:nvPr/>
        </p:nvSpPr>
        <p:spPr>
          <a:xfrm>
            <a:off x="7921526" y="1057275"/>
            <a:ext cx="9525" cy="1342579"/>
          </a:xfrm>
          <a:prstGeom prst="rect">
            <a:avLst/>
          </a:prstGeom>
          <a:solidFill>
            <a:srgbClr val="D6DCD9"/>
          </a:solidFill>
          <a:ln w="0">
            <a:solidFill>
              <a:srgbClr val="000000">
                <a:alpha val="0"/>
              </a:srgbClr>
            </a:solidFill>
          </a:ln>
        </p:spPr>
      </p:sp>
      <p:sp>
        <p:nvSpPr>
          <p:cNvPr id="21" name="">
            <a:extLst>
              <a:ext uri="{FF2B5EF4-FFF2-40B4-BE49-F238E27FC236}">
                <a16:creationId id="{76FC583B-CF23-453F-B5C9-1B1CE4C64DC4}"/>
              </a:ext>
            </a:extLst>
          </p:cNvPr>
          <p:cNvSpPr>
            <a:spLocks noGrp="1"/>
          </p:cNvSpPr>
          <p:nvPr/>
        </p:nvSpPr>
        <p:spPr>
          <a:xfrm>
            <a:off x="7632650" y="1162050"/>
            <a:ext cx="24125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68727A"/>
                </a:solidFill>
              </a:rPr>
              <a:t>02</a:t>
            </a:r>
          </a:p>
        </p:txBody>
      </p:sp>
      <p:sp>
        <p:nvSpPr>
          <p:cNvPr id="22" name="">
            <a:extLst>
              <a:ext uri="{FF2B5EF4-FFF2-40B4-BE49-F238E27FC236}">
                <a16:creationId id="{A93CE27E-352B-49C2-A9F0-960231677A8A}"/>
              </a:ext>
            </a:extLst>
          </p:cNvPr>
          <p:cNvSpPr>
            <a:spLocks noGrp="1"/>
          </p:cNvSpPr>
          <p:nvPr/>
        </p:nvSpPr>
        <p:spPr>
          <a:xfrm>
            <a:off x="4441775" y="1285875"/>
            <a:ext cx="1062484" cy="171450"/>
          </a:xfrm>
          <a:prstGeom prst="rect">
            <a:avLst/>
          </a:prstGeom>
          <a:solidFill>
            <a:srgbClr val="000000">
              <a:alpha val="0"/>
            </a:srgbClr>
          </a:solidFill>
          <a:ln w="0">
            <a:solidFill>
              <a:srgbClr val="000000">
                <a:alpha val="0"/>
              </a:srgbClr>
            </a:solidFill>
          </a:ln>
        </p:spPr>
        <p:txBody>
          <a:bodyPr lIns="0" tIns="0" rIns="0" bIns="0" anchor="ctr"/>
          <a:lstStyle/>
          <a:p>
            <a:r>
              <a:rPr sz="682" b="1">
                <a:solidFill>
                  <a:srgbClr val="68727A"/>
                </a:solidFill>
              </a:rPr>
              <a:t>COMMUNICATION</a:t>
            </a:r>
          </a:p>
        </p:txBody>
      </p:sp>
      <p:sp>
        <p:nvSpPr>
          <p:cNvPr id="23" name="">
            <a:extLst>
              <a:ext uri="{FF2B5EF4-FFF2-40B4-BE49-F238E27FC236}">
                <a16:creationId id="{0E431471-F79D-4012-A06C-1C7B7C90210E}"/>
              </a:ext>
            </a:extLst>
          </p:cNvPr>
          <p:cNvSpPr>
            <a:spLocks noGrp="1"/>
          </p:cNvSpPr>
          <p:nvPr/>
        </p:nvSpPr>
        <p:spPr>
          <a:xfrm>
            <a:off x="4441775" y="1575346"/>
            <a:ext cx="2064544" cy="466725"/>
          </a:xfrm>
          <a:prstGeom prst="rect">
            <a:avLst/>
          </a:prstGeom>
          <a:solidFill>
            <a:srgbClr val="000000">
              <a:alpha val="0"/>
            </a:srgbClr>
          </a:solidFill>
          <a:ln w="0">
            <a:solidFill>
              <a:srgbClr val="000000">
                <a:alpha val="0"/>
              </a:srgbClr>
            </a:solidFill>
          </a:ln>
        </p:spPr>
        <p:txBody>
          <a:bodyPr lIns="0" tIns="0" rIns="0" bIns="0" anchor="ctr"/>
          <a:lstStyle/>
          <a:p>
            <a:r>
              <a:rPr sz="1979" b="0">
                <a:solidFill>
                  <a:srgbClr val="20272D"/>
                </a:solidFill>
              </a:rPr>
              <a:t>Zoom + WeChat</a:t>
            </a:r>
          </a:p>
        </p:txBody>
      </p:sp>
      <p:sp>
        <p:nvSpPr>
          <p:cNvPr id="24" name="">
            <a:extLst>
              <a:ext uri="{FF2B5EF4-FFF2-40B4-BE49-F238E27FC236}">
                <a16:creationId id="{905B260B-02C8-4673-B2D9-24EE8D08E410}"/>
              </a:ext>
            </a:extLst>
          </p:cNvPr>
          <p:cNvSpPr>
            <a:spLocks noGrp="1"/>
          </p:cNvSpPr>
          <p:nvPr/>
        </p:nvSpPr>
        <p:spPr>
          <a:xfrm>
            <a:off x="4441775" y="2026593"/>
            <a:ext cx="2247007"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Client reviews · team alignment</a:t>
            </a:r>
          </a:p>
        </p:txBody>
      </p:sp>
      <p:sp>
        <p:nvSpPr>
          <p:cNvPr id="25" name="">
            <a:extLst>
              <a:ext uri="{FF2B5EF4-FFF2-40B4-BE49-F238E27FC236}">
                <a16:creationId id="{525B6E7A-3456-463F-A5E7-D46D7FEDD070}"/>
              </a:ext>
            </a:extLst>
          </p:cNvPr>
          <p:cNvSpPr>
            <a:spLocks noGrp="1"/>
          </p:cNvSpPr>
          <p:nvPr/>
        </p:nvSpPr>
        <p:spPr>
          <a:xfrm>
            <a:off x="8083451" y="1057275"/>
            <a:ext cx="3670399" cy="1342579"/>
          </a:xfrm>
          <a:prstGeom prst="rect">
            <a:avLst/>
          </a:prstGeom>
          <a:solidFill>
            <a:srgbClr val="FFFEF9"/>
          </a:solidFill>
          <a:ln w="0">
            <a:solidFill>
              <a:srgbClr val="000000">
                <a:alpha val="0"/>
              </a:srgbClr>
            </a:solidFill>
          </a:ln>
        </p:spPr>
      </p:sp>
      <p:sp>
        <p:nvSpPr>
          <p:cNvPr id="26" name="">
            <a:extLst>
              <a:ext uri="{FF2B5EF4-FFF2-40B4-BE49-F238E27FC236}">
                <a16:creationId id="{6D14210E-EB9E-4553-8D11-778F7BCDB85B}"/>
              </a:ext>
            </a:extLst>
          </p:cNvPr>
          <p:cNvSpPr>
            <a:spLocks noGrp="1"/>
          </p:cNvSpPr>
          <p:nvPr/>
        </p:nvSpPr>
        <p:spPr>
          <a:xfrm>
            <a:off x="8083451" y="1057275"/>
            <a:ext cx="3670399" cy="9525"/>
          </a:xfrm>
          <a:prstGeom prst="rect">
            <a:avLst/>
          </a:prstGeom>
          <a:solidFill>
            <a:srgbClr val="D6DCD9"/>
          </a:solidFill>
          <a:ln w="0">
            <a:solidFill>
              <a:srgbClr val="000000">
                <a:alpha val="0"/>
              </a:srgbClr>
            </a:solidFill>
          </a:ln>
        </p:spPr>
      </p:sp>
      <p:sp>
        <p:nvSpPr>
          <p:cNvPr id="27" name="">
            <a:extLst>
              <a:ext uri="{FF2B5EF4-FFF2-40B4-BE49-F238E27FC236}">
                <a16:creationId id="{0530B1F1-09AC-4B6F-A7BD-FF4EEA2FAA66}"/>
              </a:ext>
            </a:extLst>
          </p:cNvPr>
          <p:cNvSpPr>
            <a:spLocks noGrp="1"/>
          </p:cNvSpPr>
          <p:nvPr/>
        </p:nvSpPr>
        <p:spPr>
          <a:xfrm>
            <a:off x="8083451" y="2390329"/>
            <a:ext cx="3670399" cy="9525"/>
          </a:xfrm>
          <a:prstGeom prst="rect">
            <a:avLst/>
          </a:prstGeom>
          <a:solidFill>
            <a:srgbClr val="D6DCD9"/>
          </a:solidFill>
          <a:ln w="0">
            <a:solidFill>
              <a:srgbClr val="000000">
                <a:alpha val="0"/>
              </a:srgbClr>
            </a:solidFill>
          </a:ln>
        </p:spPr>
      </p:sp>
      <p:sp>
        <p:nvSpPr>
          <p:cNvPr id="28" name="">
            <a:extLst>
              <a:ext uri="{FF2B5EF4-FFF2-40B4-BE49-F238E27FC236}">
                <a16:creationId id="{79A90321-420E-4CA2-8855-12583F23CD1A}"/>
              </a:ext>
            </a:extLst>
          </p:cNvPr>
          <p:cNvSpPr>
            <a:spLocks noGrp="1"/>
          </p:cNvSpPr>
          <p:nvPr/>
        </p:nvSpPr>
        <p:spPr>
          <a:xfrm>
            <a:off x="8083451" y="1057275"/>
            <a:ext cx="9525" cy="1342579"/>
          </a:xfrm>
          <a:prstGeom prst="rect">
            <a:avLst/>
          </a:prstGeom>
          <a:solidFill>
            <a:srgbClr val="D6DCD9"/>
          </a:solidFill>
          <a:ln w="0">
            <a:solidFill>
              <a:srgbClr val="000000">
                <a:alpha val="0"/>
              </a:srgbClr>
            </a:solidFill>
          </a:ln>
        </p:spPr>
      </p:sp>
      <p:sp>
        <p:nvSpPr>
          <p:cNvPr id="29" name="">
            <a:extLst>
              <a:ext uri="{FF2B5EF4-FFF2-40B4-BE49-F238E27FC236}">
                <a16:creationId id="{D895256D-3A02-47E9-BC0F-A828226F3F56}"/>
              </a:ext>
            </a:extLst>
          </p:cNvPr>
          <p:cNvSpPr>
            <a:spLocks noGrp="1"/>
          </p:cNvSpPr>
          <p:nvPr/>
        </p:nvSpPr>
        <p:spPr>
          <a:xfrm>
            <a:off x="11744325" y="1057275"/>
            <a:ext cx="9525" cy="1342579"/>
          </a:xfrm>
          <a:prstGeom prst="rect">
            <a:avLst/>
          </a:prstGeom>
          <a:solidFill>
            <a:srgbClr val="D6DCD9"/>
          </a:solidFill>
          <a:ln w="0">
            <a:solidFill>
              <a:srgbClr val="000000">
                <a:alpha val="0"/>
              </a:srgbClr>
            </a:solidFill>
          </a:ln>
        </p:spPr>
      </p:sp>
      <p:sp>
        <p:nvSpPr>
          <p:cNvPr id="30" name="">
            <a:extLst>
              <a:ext uri="{FF2B5EF4-FFF2-40B4-BE49-F238E27FC236}">
                <a16:creationId id="{9B982CF7-92D3-42C1-8262-23441B6B4621}"/>
              </a:ext>
            </a:extLst>
          </p:cNvPr>
          <p:cNvSpPr>
            <a:spLocks noGrp="1"/>
          </p:cNvSpPr>
          <p:nvPr/>
        </p:nvSpPr>
        <p:spPr>
          <a:xfrm>
            <a:off x="11456045" y="1162050"/>
            <a:ext cx="240655"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68727A"/>
                </a:solidFill>
              </a:rPr>
              <a:t>03</a:t>
            </a:r>
          </a:p>
        </p:txBody>
      </p:sp>
      <p:sp>
        <p:nvSpPr>
          <p:cNvPr id="31" name="">
            <a:extLst>
              <a:ext uri="{FF2B5EF4-FFF2-40B4-BE49-F238E27FC236}">
                <a16:creationId id="{77DFD1C6-5EC9-4BCD-83E3-5BE4563CEB7C}"/>
              </a:ext>
            </a:extLst>
          </p:cNvPr>
          <p:cNvSpPr>
            <a:spLocks noGrp="1"/>
          </p:cNvSpPr>
          <p:nvPr/>
        </p:nvSpPr>
        <p:spPr>
          <a:xfrm>
            <a:off x="8264426" y="1285875"/>
            <a:ext cx="649039" cy="171450"/>
          </a:xfrm>
          <a:prstGeom prst="rect">
            <a:avLst/>
          </a:prstGeom>
          <a:solidFill>
            <a:srgbClr val="000000">
              <a:alpha val="0"/>
            </a:srgbClr>
          </a:solidFill>
          <a:ln w="0">
            <a:solidFill>
              <a:srgbClr val="000000">
                <a:alpha val="0"/>
              </a:srgbClr>
            </a:solidFill>
          </a:ln>
        </p:spPr>
        <p:txBody>
          <a:bodyPr lIns="0" tIns="0" rIns="0" bIns="0" anchor="ctr"/>
          <a:lstStyle/>
          <a:p>
            <a:r>
              <a:rPr sz="682" b="1">
                <a:solidFill>
                  <a:srgbClr val="68727A"/>
                </a:solidFill>
              </a:rPr>
              <a:t>DELIVERY</a:t>
            </a:r>
          </a:p>
        </p:txBody>
      </p:sp>
      <p:sp>
        <p:nvSpPr>
          <p:cNvPr id="32" name="">
            <a:extLst>
              <a:ext uri="{FF2B5EF4-FFF2-40B4-BE49-F238E27FC236}">
                <a16:creationId id="{A1E20B46-F77E-431D-A0C1-625DE207D61E}"/>
              </a:ext>
            </a:extLst>
          </p:cNvPr>
          <p:cNvSpPr>
            <a:spLocks noGrp="1"/>
          </p:cNvSpPr>
          <p:nvPr/>
        </p:nvSpPr>
        <p:spPr>
          <a:xfrm>
            <a:off x="8264426" y="1575346"/>
            <a:ext cx="1514177" cy="466725"/>
          </a:xfrm>
          <a:prstGeom prst="rect">
            <a:avLst/>
          </a:prstGeom>
          <a:solidFill>
            <a:srgbClr val="000000">
              <a:alpha val="0"/>
            </a:srgbClr>
          </a:solidFill>
          <a:ln w="0">
            <a:solidFill>
              <a:srgbClr val="000000">
                <a:alpha val="0"/>
              </a:srgbClr>
            </a:solidFill>
          </a:ln>
        </p:spPr>
        <p:txBody>
          <a:bodyPr lIns="0" tIns="0" rIns="0" bIns="0" anchor="ctr"/>
          <a:lstStyle/>
          <a:p>
            <a:r>
              <a:rPr sz="1979" b="0">
                <a:solidFill>
                  <a:srgbClr val="20272D"/>
                </a:solidFill>
              </a:rPr>
              <a:t>9 members</a:t>
            </a:r>
          </a:p>
        </p:txBody>
      </p:sp>
      <p:sp>
        <p:nvSpPr>
          <p:cNvPr id="33" name="">
            <a:extLst>
              <a:ext uri="{FF2B5EF4-FFF2-40B4-BE49-F238E27FC236}">
                <a16:creationId id="{7DF04A33-32A8-4060-90B5-2EC188DD2FA3}"/>
              </a:ext>
            </a:extLst>
          </p:cNvPr>
          <p:cNvSpPr>
            <a:spLocks noGrp="1"/>
          </p:cNvSpPr>
          <p:nvPr/>
        </p:nvSpPr>
        <p:spPr>
          <a:xfrm>
            <a:off x="8264426" y="2026593"/>
            <a:ext cx="2295227"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Shared, evolving responsibilities</a:t>
            </a:r>
          </a:p>
        </p:txBody>
      </p:sp>
      <p:sp>
        <p:nvSpPr>
          <p:cNvPr id="34" name="">
            <a:extLst>
              <a:ext uri="{FF2B5EF4-FFF2-40B4-BE49-F238E27FC236}">
                <a16:creationId id="{0363EAEE-A10A-4701-BDBE-95DB9AFD19A2}"/>
              </a:ext>
            </a:extLst>
          </p:cNvPr>
          <p:cNvSpPr>
            <a:spLocks noGrp="1"/>
          </p:cNvSpPr>
          <p:nvPr/>
        </p:nvSpPr>
        <p:spPr>
          <a:xfrm>
            <a:off x="438150" y="3120182"/>
            <a:ext cx="2728913" cy="2196554"/>
          </a:xfrm>
          <a:prstGeom prst="rect">
            <a:avLst/>
          </a:prstGeom>
          <a:solidFill>
            <a:srgbClr val="ECEFEB"/>
          </a:solidFill>
          <a:ln w="0">
            <a:solidFill>
              <a:srgbClr val="000000">
                <a:alpha val="0"/>
              </a:srgbClr>
            </a:solidFill>
          </a:ln>
        </p:spPr>
      </p:sp>
      <p:sp>
        <p:nvSpPr>
          <p:cNvPr id="35" name="">
            <a:extLst>
              <a:ext uri="{FF2B5EF4-FFF2-40B4-BE49-F238E27FC236}">
                <a16:creationId id="{AE521D05-C383-4706-B374-15345722C85A}"/>
              </a:ext>
            </a:extLst>
          </p:cNvPr>
          <p:cNvSpPr>
            <a:spLocks noGrp="1"/>
          </p:cNvSpPr>
          <p:nvPr/>
        </p:nvSpPr>
        <p:spPr>
          <a:xfrm>
            <a:off x="438150" y="3120182"/>
            <a:ext cx="2728913" cy="9525"/>
          </a:xfrm>
          <a:prstGeom prst="rect">
            <a:avLst/>
          </a:prstGeom>
          <a:solidFill>
            <a:srgbClr val="20272D"/>
          </a:solidFill>
          <a:ln w="0">
            <a:solidFill>
              <a:srgbClr val="000000">
                <a:alpha val="0"/>
              </a:srgbClr>
            </a:solidFill>
          </a:ln>
        </p:spPr>
      </p:sp>
      <p:sp>
        <p:nvSpPr>
          <p:cNvPr id="36" name="">
            <a:extLst>
              <a:ext uri="{FF2B5EF4-FFF2-40B4-BE49-F238E27FC236}">
                <a16:creationId id="{F18FB4AC-F1F4-472F-9A25-F8A82EB0AEEA}"/>
              </a:ext>
            </a:extLst>
          </p:cNvPr>
          <p:cNvSpPr>
            <a:spLocks noGrp="1"/>
          </p:cNvSpPr>
          <p:nvPr/>
        </p:nvSpPr>
        <p:spPr>
          <a:xfrm>
            <a:off x="438150" y="5307211"/>
            <a:ext cx="2728913" cy="9525"/>
          </a:xfrm>
          <a:prstGeom prst="rect">
            <a:avLst/>
          </a:prstGeom>
          <a:solidFill>
            <a:srgbClr val="D6DCD9"/>
          </a:solidFill>
          <a:ln w="0">
            <a:solidFill>
              <a:srgbClr val="000000">
                <a:alpha val="0"/>
              </a:srgbClr>
            </a:solidFill>
          </a:ln>
        </p:spPr>
      </p:sp>
      <p:sp>
        <p:nvSpPr>
          <p:cNvPr id="37" name="">
            <a:extLst>
              <a:ext uri="{FF2B5EF4-FFF2-40B4-BE49-F238E27FC236}">
                <a16:creationId id="{C2A45E42-5323-42E5-B321-B090A451237A}"/>
              </a:ext>
            </a:extLst>
          </p:cNvPr>
          <p:cNvSpPr>
            <a:spLocks noGrp="1"/>
          </p:cNvSpPr>
          <p:nvPr/>
        </p:nvSpPr>
        <p:spPr>
          <a:xfrm>
            <a:off x="438150" y="3120182"/>
            <a:ext cx="9525" cy="2196554"/>
          </a:xfrm>
          <a:prstGeom prst="rect">
            <a:avLst/>
          </a:prstGeom>
          <a:solidFill>
            <a:srgbClr val="D6DCD9"/>
          </a:solidFill>
          <a:ln w="0">
            <a:solidFill>
              <a:srgbClr val="000000">
                <a:alpha val="0"/>
              </a:srgbClr>
            </a:solidFill>
          </a:ln>
        </p:spPr>
      </p:sp>
      <p:sp>
        <p:nvSpPr>
          <p:cNvPr id="38" name="">
            <a:extLst>
              <a:ext uri="{FF2B5EF4-FFF2-40B4-BE49-F238E27FC236}">
                <a16:creationId id="{8B7759FC-372B-4935-97AA-308BE31FCA73}"/>
              </a:ext>
            </a:extLst>
          </p:cNvPr>
          <p:cNvSpPr>
            <a:spLocks noGrp="1"/>
          </p:cNvSpPr>
          <p:nvPr/>
        </p:nvSpPr>
        <p:spPr>
          <a:xfrm>
            <a:off x="3157538" y="3120182"/>
            <a:ext cx="9525" cy="2196554"/>
          </a:xfrm>
          <a:prstGeom prst="rect">
            <a:avLst/>
          </a:prstGeom>
          <a:solidFill>
            <a:srgbClr val="D6DCD9"/>
          </a:solidFill>
          <a:ln w="0">
            <a:solidFill>
              <a:srgbClr val="000000">
                <a:alpha val="0"/>
              </a:srgbClr>
            </a:solidFill>
          </a:ln>
        </p:spPr>
      </p:sp>
      <p:sp>
        <p:nvSpPr>
          <p:cNvPr id="39" name="">
            <a:extLst>
              <a:ext uri="{FF2B5EF4-FFF2-40B4-BE49-F238E27FC236}">
                <a16:creationId id="{FB7EC166-02E1-43A9-8A54-B0B37274DE1B}"/>
              </a:ext>
            </a:extLst>
          </p:cNvPr>
          <p:cNvSpPr>
            <a:spLocks noGrp="1"/>
          </p:cNvSpPr>
          <p:nvPr/>
        </p:nvSpPr>
        <p:spPr>
          <a:xfrm>
            <a:off x="609600" y="3263057"/>
            <a:ext cx="366861" cy="438150"/>
          </a:xfrm>
          <a:prstGeom prst="rect">
            <a:avLst/>
          </a:prstGeom>
          <a:solidFill>
            <a:srgbClr val="000000">
              <a:alpha val="0"/>
            </a:srgbClr>
          </a:solidFill>
          <a:ln w="0">
            <a:solidFill>
              <a:srgbClr val="000000">
                <a:alpha val="0"/>
              </a:srgbClr>
            </a:solidFill>
          </a:ln>
        </p:spPr>
        <p:txBody>
          <a:bodyPr lIns="0" tIns="0" rIns="0" bIns="0" anchor="ctr"/>
          <a:lstStyle/>
          <a:p>
            <a:r>
              <a:rPr sz="1843" b="1">
                <a:solidFill>
                  <a:srgbClr val="68727A"/>
                </a:solidFill>
              </a:rPr>
              <a:t>01</a:t>
            </a:r>
          </a:p>
        </p:txBody>
      </p:sp>
      <p:sp>
        <p:nvSpPr>
          <p:cNvPr id="40" name="">
            <a:extLst>
              <a:ext uri="{FF2B5EF4-FFF2-40B4-BE49-F238E27FC236}">
                <a16:creationId id="{2130C2F1-7E1D-4B96-BE06-E75E22595E93}"/>
              </a:ext>
            </a:extLst>
          </p:cNvPr>
          <p:cNvSpPr>
            <a:spLocks noGrp="1"/>
          </p:cNvSpPr>
          <p:nvPr/>
        </p:nvSpPr>
        <p:spPr>
          <a:xfrm>
            <a:off x="2768501" y="3263057"/>
            <a:ext cx="322362"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68727A"/>
                </a:solidFill>
              </a:rPr>
              <a:t>→</a:t>
            </a:r>
          </a:p>
        </p:txBody>
      </p:sp>
      <p:sp>
        <p:nvSpPr>
          <p:cNvPr id="41" name="">
            <a:extLst>
              <a:ext uri="{FF2B5EF4-FFF2-40B4-BE49-F238E27FC236}">
                <a16:creationId id="{0277D1E8-D1AF-4B8A-997D-C19C07BF34ED}"/>
              </a:ext>
            </a:extLst>
          </p:cNvPr>
          <p:cNvSpPr>
            <a:spLocks noGrp="1"/>
          </p:cNvSpPr>
          <p:nvPr/>
        </p:nvSpPr>
        <p:spPr>
          <a:xfrm>
            <a:off x="609600" y="3805982"/>
            <a:ext cx="1077962" cy="390525"/>
          </a:xfrm>
          <a:prstGeom prst="rect">
            <a:avLst/>
          </a:prstGeom>
          <a:solidFill>
            <a:srgbClr val="000000">
              <a:alpha val="0"/>
            </a:srgbClr>
          </a:solidFill>
          <a:ln w="0">
            <a:solidFill>
              <a:srgbClr val="000000">
                <a:alpha val="0"/>
              </a:srgbClr>
            </a:solidFill>
          </a:ln>
        </p:spPr>
        <p:txBody>
          <a:bodyPr lIns="0" tIns="0" rIns="0" bIns="0" anchor="ctr"/>
          <a:lstStyle/>
          <a:p>
            <a:r>
              <a:rPr sz="1638" b="1">
                <a:solidFill>
                  <a:srgbClr val="20272D"/>
                </a:solidFill>
              </a:rPr>
              <a:t>Research</a:t>
            </a:r>
          </a:p>
        </p:txBody>
      </p:sp>
      <p:sp>
        <p:nvSpPr>
          <p:cNvPr id="42" name="">
            <a:extLst>
              <a:ext uri="{FF2B5EF4-FFF2-40B4-BE49-F238E27FC236}">
                <a16:creationId id="{927AE60B-1822-4A61-8502-DE6A17262965}"/>
              </a:ext>
            </a:extLst>
          </p:cNvPr>
          <p:cNvSpPr>
            <a:spLocks noGrp="1"/>
          </p:cNvSpPr>
          <p:nvPr/>
        </p:nvSpPr>
        <p:spPr>
          <a:xfrm>
            <a:off x="609600" y="4217343"/>
            <a:ext cx="1326059"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68727A"/>
                </a:solidFill>
              </a:rPr>
              <a:t>Review literature</a:t>
            </a:r>
          </a:p>
        </p:txBody>
      </p:sp>
      <p:sp>
        <p:nvSpPr>
          <p:cNvPr id="43" name="">
            <a:extLst>
              <a:ext uri="{FF2B5EF4-FFF2-40B4-BE49-F238E27FC236}">
                <a16:creationId id="{E5FE6B5F-5032-4705-BC05-000C7F59A9F5}"/>
              </a:ext>
            </a:extLst>
          </p:cNvPr>
          <p:cNvSpPr>
            <a:spLocks noGrp="1"/>
          </p:cNvSpPr>
          <p:nvPr/>
        </p:nvSpPr>
        <p:spPr>
          <a:xfrm>
            <a:off x="609600" y="4594920"/>
            <a:ext cx="2386013" cy="9525"/>
          </a:xfrm>
          <a:prstGeom prst="rect">
            <a:avLst/>
          </a:prstGeom>
          <a:solidFill>
            <a:srgbClr val="D6DCD9"/>
          </a:solidFill>
          <a:ln w="0">
            <a:solidFill>
              <a:srgbClr val="000000">
                <a:alpha val="0"/>
              </a:srgbClr>
            </a:solidFill>
          </a:ln>
        </p:spPr>
      </p:sp>
      <p:sp>
        <p:nvSpPr>
          <p:cNvPr id="44" name="">
            <a:extLst>
              <a:ext uri="{FF2B5EF4-FFF2-40B4-BE49-F238E27FC236}">
                <a16:creationId id="{0357CE17-583E-4639-BCE3-C85B901442D9}"/>
              </a:ext>
            </a:extLst>
          </p:cNvPr>
          <p:cNvSpPr>
            <a:spLocks noGrp="1"/>
          </p:cNvSpPr>
          <p:nvPr/>
        </p:nvSpPr>
        <p:spPr>
          <a:xfrm>
            <a:off x="609600" y="4728270"/>
            <a:ext cx="2237333"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Agree on a testable hypothesis.</a:t>
            </a:r>
          </a:p>
        </p:txBody>
      </p:sp>
      <p:sp>
        <p:nvSpPr>
          <p:cNvPr id="45" name="">
            <a:extLst>
              <a:ext uri="{FF2B5EF4-FFF2-40B4-BE49-F238E27FC236}">
                <a16:creationId id="{08FF50D4-725C-47DD-A3DF-D75D809170E2}"/>
              </a:ext>
            </a:extLst>
          </p:cNvPr>
          <p:cNvSpPr>
            <a:spLocks noGrp="1"/>
          </p:cNvSpPr>
          <p:nvPr/>
        </p:nvSpPr>
        <p:spPr>
          <a:xfrm>
            <a:off x="3300413" y="3120182"/>
            <a:ext cx="2728913" cy="2196554"/>
          </a:xfrm>
          <a:prstGeom prst="rect">
            <a:avLst/>
          </a:prstGeom>
          <a:solidFill>
            <a:srgbClr val="ECEFEB"/>
          </a:solidFill>
          <a:ln w="0">
            <a:solidFill>
              <a:srgbClr val="000000">
                <a:alpha val="0"/>
              </a:srgbClr>
            </a:solidFill>
          </a:ln>
        </p:spPr>
      </p:sp>
      <p:sp>
        <p:nvSpPr>
          <p:cNvPr id="46" name="">
            <a:extLst>
              <a:ext uri="{FF2B5EF4-FFF2-40B4-BE49-F238E27FC236}">
                <a16:creationId id="{6CBB1B74-F79B-4E97-BEA3-F7D06482ECFA}"/>
              </a:ext>
            </a:extLst>
          </p:cNvPr>
          <p:cNvSpPr>
            <a:spLocks noGrp="1"/>
          </p:cNvSpPr>
          <p:nvPr/>
        </p:nvSpPr>
        <p:spPr>
          <a:xfrm>
            <a:off x="3300413" y="3120182"/>
            <a:ext cx="2728913" cy="9525"/>
          </a:xfrm>
          <a:prstGeom prst="rect">
            <a:avLst/>
          </a:prstGeom>
          <a:solidFill>
            <a:srgbClr val="20272D"/>
          </a:solidFill>
          <a:ln w="0">
            <a:solidFill>
              <a:srgbClr val="000000">
                <a:alpha val="0"/>
              </a:srgbClr>
            </a:solidFill>
          </a:ln>
        </p:spPr>
      </p:sp>
      <p:sp>
        <p:nvSpPr>
          <p:cNvPr id="47" name="">
            <a:extLst>
              <a:ext uri="{FF2B5EF4-FFF2-40B4-BE49-F238E27FC236}">
                <a16:creationId id="{7AD890E9-5FFF-474C-88F8-A8A8DB8351DD}"/>
              </a:ext>
            </a:extLst>
          </p:cNvPr>
          <p:cNvSpPr>
            <a:spLocks noGrp="1"/>
          </p:cNvSpPr>
          <p:nvPr/>
        </p:nvSpPr>
        <p:spPr>
          <a:xfrm>
            <a:off x="3300413" y="5307211"/>
            <a:ext cx="2728913" cy="9525"/>
          </a:xfrm>
          <a:prstGeom prst="rect">
            <a:avLst/>
          </a:prstGeom>
          <a:solidFill>
            <a:srgbClr val="D6DCD9"/>
          </a:solidFill>
          <a:ln w="0">
            <a:solidFill>
              <a:srgbClr val="000000">
                <a:alpha val="0"/>
              </a:srgbClr>
            </a:solidFill>
          </a:ln>
        </p:spPr>
      </p:sp>
      <p:sp>
        <p:nvSpPr>
          <p:cNvPr id="48" name="">
            <a:extLst>
              <a:ext uri="{FF2B5EF4-FFF2-40B4-BE49-F238E27FC236}">
                <a16:creationId id="{B648F8D7-84A4-4FA2-AA4B-3EB39ECAEBD5}"/>
              </a:ext>
            </a:extLst>
          </p:cNvPr>
          <p:cNvSpPr>
            <a:spLocks noGrp="1"/>
          </p:cNvSpPr>
          <p:nvPr/>
        </p:nvSpPr>
        <p:spPr>
          <a:xfrm>
            <a:off x="3300413" y="3120182"/>
            <a:ext cx="9525" cy="2196554"/>
          </a:xfrm>
          <a:prstGeom prst="rect">
            <a:avLst/>
          </a:prstGeom>
          <a:solidFill>
            <a:srgbClr val="D6DCD9"/>
          </a:solidFill>
          <a:ln w="0">
            <a:solidFill>
              <a:srgbClr val="000000">
                <a:alpha val="0"/>
              </a:srgbClr>
            </a:solidFill>
          </a:ln>
        </p:spPr>
      </p:sp>
      <p:sp>
        <p:nvSpPr>
          <p:cNvPr id="49" name="">
            <a:extLst>
              <a:ext uri="{FF2B5EF4-FFF2-40B4-BE49-F238E27FC236}">
                <a16:creationId id="{745BEC7E-8C2A-4343-9FDF-1F6C08D4C0CC}"/>
              </a:ext>
            </a:extLst>
          </p:cNvPr>
          <p:cNvSpPr>
            <a:spLocks noGrp="1"/>
          </p:cNvSpPr>
          <p:nvPr/>
        </p:nvSpPr>
        <p:spPr>
          <a:xfrm>
            <a:off x="6019800" y="3120182"/>
            <a:ext cx="9525" cy="2196554"/>
          </a:xfrm>
          <a:prstGeom prst="rect">
            <a:avLst/>
          </a:prstGeom>
          <a:solidFill>
            <a:srgbClr val="D6DCD9"/>
          </a:solidFill>
          <a:ln w="0">
            <a:solidFill>
              <a:srgbClr val="000000">
                <a:alpha val="0"/>
              </a:srgbClr>
            </a:solidFill>
          </a:ln>
        </p:spPr>
      </p:sp>
      <p:sp>
        <p:nvSpPr>
          <p:cNvPr id="50" name="">
            <a:extLst>
              <a:ext uri="{FF2B5EF4-FFF2-40B4-BE49-F238E27FC236}">
                <a16:creationId id="{23BB2FA7-2C11-47DF-83DF-8AE228F7F7F8}"/>
              </a:ext>
            </a:extLst>
          </p:cNvPr>
          <p:cNvSpPr>
            <a:spLocks noGrp="1"/>
          </p:cNvSpPr>
          <p:nvPr/>
        </p:nvSpPr>
        <p:spPr>
          <a:xfrm>
            <a:off x="3471863" y="3263057"/>
            <a:ext cx="423565" cy="438150"/>
          </a:xfrm>
          <a:prstGeom prst="rect">
            <a:avLst/>
          </a:prstGeom>
          <a:solidFill>
            <a:srgbClr val="000000">
              <a:alpha val="0"/>
            </a:srgbClr>
          </a:solidFill>
          <a:ln w="0">
            <a:solidFill>
              <a:srgbClr val="000000">
                <a:alpha val="0"/>
              </a:srgbClr>
            </a:solidFill>
          </a:ln>
        </p:spPr>
        <p:txBody>
          <a:bodyPr lIns="0" tIns="0" rIns="0" bIns="0" anchor="ctr"/>
          <a:lstStyle/>
          <a:p>
            <a:r>
              <a:rPr sz="1843" b="1">
                <a:solidFill>
                  <a:srgbClr val="68727A"/>
                </a:solidFill>
              </a:rPr>
              <a:t>02</a:t>
            </a:r>
          </a:p>
        </p:txBody>
      </p:sp>
      <p:sp>
        <p:nvSpPr>
          <p:cNvPr id="51" name="">
            <a:extLst>
              <a:ext uri="{FF2B5EF4-FFF2-40B4-BE49-F238E27FC236}">
                <a16:creationId id="{8EBE6D85-C5BA-472E-826F-7D3F2D6B4AFF}"/>
              </a:ext>
            </a:extLst>
          </p:cNvPr>
          <p:cNvSpPr>
            <a:spLocks noGrp="1"/>
          </p:cNvSpPr>
          <p:nvPr/>
        </p:nvSpPr>
        <p:spPr>
          <a:xfrm>
            <a:off x="5630763" y="3263057"/>
            <a:ext cx="322362"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68727A"/>
                </a:solidFill>
              </a:rPr>
              <a:t>→</a:t>
            </a:r>
          </a:p>
        </p:txBody>
      </p:sp>
      <p:sp>
        <p:nvSpPr>
          <p:cNvPr id="52" name="">
            <a:extLst>
              <a:ext uri="{FF2B5EF4-FFF2-40B4-BE49-F238E27FC236}">
                <a16:creationId id="{A2307C31-5807-4256-A7AD-A3F622C5E254}"/>
              </a:ext>
            </a:extLst>
          </p:cNvPr>
          <p:cNvSpPr>
            <a:spLocks noGrp="1"/>
          </p:cNvSpPr>
          <p:nvPr/>
        </p:nvSpPr>
        <p:spPr>
          <a:xfrm>
            <a:off x="3471863" y="3805982"/>
            <a:ext cx="1166217" cy="390525"/>
          </a:xfrm>
          <a:prstGeom prst="rect">
            <a:avLst/>
          </a:prstGeom>
          <a:solidFill>
            <a:srgbClr val="000000">
              <a:alpha val="0"/>
            </a:srgbClr>
          </a:solidFill>
          <a:ln w="0">
            <a:solidFill>
              <a:srgbClr val="000000">
                <a:alpha val="0"/>
              </a:srgbClr>
            </a:solidFill>
          </a:ln>
        </p:spPr>
        <p:txBody>
          <a:bodyPr lIns="0" tIns="0" rIns="0" bIns="0" anchor="ctr"/>
          <a:lstStyle/>
          <a:p>
            <a:r>
              <a:rPr sz="1638" b="1">
                <a:solidFill>
                  <a:srgbClr val="20272D"/>
                </a:solidFill>
              </a:rPr>
              <a:t>Prototype</a:t>
            </a:r>
          </a:p>
        </p:txBody>
      </p:sp>
      <p:sp>
        <p:nvSpPr>
          <p:cNvPr id="53" name="">
            <a:extLst>
              <a:ext uri="{FF2B5EF4-FFF2-40B4-BE49-F238E27FC236}">
                <a16:creationId id="{63F0F4C4-DE10-462A-AB61-00970B8079B7}"/>
              </a:ext>
            </a:extLst>
          </p:cNvPr>
          <p:cNvSpPr>
            <a:spLocks noGrp="1"/>
          </p:cNvSpPr>
          <p:nvPr/>
        </p:nvSpPr>
        <p:spPr>
          <a:xfrm>
            <a:off x="3471863" y="4217343"/>
            <a:ext cx="1313706"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68727A"/>
                </a:solidFill>
              </a:rPr>
              <a:t>Build &amp; integrate</a:t>
            </a:r>
          </a:p>
        </p:txBody>
      </p:sp>
      <p:sp>
        <p:nvSpPr>
          <p:cNvPr id="54" name="">
            <a:extLst>
              <a:ext uri="{FF2B5EF4-FFF2-40B4-BE49-F238E27FC236}">
                <a16:creationId id="{7054549A-FDC8-4FDB-854C-E7FBDC706398}"/>
              </a:ext>
            </a:extLst>
          </p:cNvPr>
          <p:cNvSpPr>
            <a:spLocks noGrp="1"/>
          </p:cNvSpPr>
          <p:nvPr/>
        </p:nvSpPr>
        <p:spPr>
          <a:xfrm>
            <a:off x="3471863" y="4594920"/>
            <a:ext cx="2386013" cy="9525"/>
          </a:xfrm>
          <a:prstGeom prst="rect">
            <a:avLst/>
          </a:prstGeom>
          <a:solidFill>
            <a:srgbClr val="D6DCD9"/>
          </a:solidFill>
          <a:ln w="0">
            <a:solidFill>
              <a:srgbClr val="000000">
                <a:alpha val="0"/>
              </a:srgbClr>
            </a:solidFill>
          </a:ln>
        </p:spPr>
      </p:sp>
      <p:sp>
        <p:nvSpPr>
          <p:cNvPr id="55" name="">
            <a:extLst>
              <a:ext uri="{FF2B5EF4-FFF2-40B4-BE49-F238E27FC236}">
                <a16:creationId id="{434C6FC9-0B3F-472C-8740-043228487709}"/>
              </a:ext>
            </a:extLst>
          </p:cNvPr>
          <p:cNvSpPr>
            <a:spLocks noGrp="1"/>
          </p:cNvSpPr>
          <p:nvPr/>
        </p:nvSpPr>
        <p:spPr>
          <a:xfrm>
            <a:off x="3471863" y="4728270"/>
            <a:ext cx="2193280"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Coordinate model interfaces in</a:t>
            </a:r>
          </a:p>
        </p:txBody>
      </p:sp>
      <p:sp>
        <p:nvSpPr>
          <p:cNvPr id="56" name="">
            <a:extLst>
              <a:ext uri="{FF2B5EF4-FFF2-40B4-BE49-F238E27FC236}">
                <a16:creationId id="{B1D37BC5-95BB-435E-ACF2-593C872DF912}"/>
              </a:ext>
            </a:extLst>
          </p:cNvPr>
          <p:cNvSpPr>
            <a:spLocks noGrp="1"/>
          </p:cNvSpPr>
          <p:nvPr/>
        </p:nvSpPr>
        <p:spPr>
          <a:xfrm>
            <a:off x="3471863" y="4941540"/>
            <a:ext cx="613916"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GitHub.</a:t>
            </a:r>
          </a:p>
        </p:txBody>
      </p:sp>
      <p:sp>
        <p:nvSpPr>
          <p:cNvPr id="57" name="">
            <a:extLst>
              <a:ext uri="{FF2B5EF4-FFF2-40B4-BE49-F238E27FC236}">
                <a16:creationId id="{59309CBC-4343-4CEB-BDBA-950FF62F412C}"/>
              </a:ext>
            </a:extLst>
          </p:cNvPr>
          <p:cNvSpPr>
            <a:spLocks noGrp="1"/>
          </p:cNvSpPr>
          <p:nvPr/>
        </p:nvSpPr>
        <p:spPr>
          <a:xfrm>
            <a:off x="6162675" y="3120182"/>
            <a:ext cx="2728913" cy="2196554"/>
          </a:xfrm>
          <a:prstGeom prst="rect">
            <a:avLst/>
          </a:prstGeom>
          <a:solidFill>
            <a:srgbClr val="ECEFEB"/>
          </a:solidFill>
          <a:ln w="0">
            <a:solidFill>
              <a:srgbClr val="000000">
                <a:alpha val="0"/>
              </a:srgbClr>
            </a:solidFill>
          </a:ln>
        </p:spPr>
      </p:sp>
      <p:sp>
        <p:nvSpPr>
          <p:cNvPr id="58" name="">
            <a:extLst>
              <a:ext uri="{FF2B5EF4-FFF2-40B4-BE49-F238E27FC236}">
                <a16:creationId id="{01CC410C-DE9D-481D-85CB-28EAA2EA5D50}"/>
              </a:ext>
            </a:extLst>
          </p:cNvPr>
          <p:cNvSpPr>
            <a:spLocks noGrp="1"/>
          </p:cNvSpPr>
          <p:nvPr/>
        </p:nvSpPr>
        <p:spPr>
          <a:xfrm>
            <a:off x="6162675" y="3120182"/>
            <a:ext cx="2728913" cy="9525"/>
          </a:xfrm>
          <a:prstGeom prst="rect">
            <a:avLst/>
          </a:prstGeom>
          <a:solidFill>
            <a:srgbClr val="20272D"/>
          </a:solidFill>
          <a:ln w="0">
            <a:solidFill>
              <a:srgbClr val="000000">
                <a:alpha val="0"/>
              </a:srgbClr>
            </a:solidFill>
          </a:ln>
        </p:spPr>
      </p:sp>
      <p:sp>
        <p:nvSpPr>
          <p:cNvPr id="59" name="">
            <a:extLst>
              <a:ext uri="{FF2B5EF4-FFF2-40B4-BE49-F238E27FC236}">
                <a16:creationId id="{C5B56A10-17DF-454F-804C-63A5C0DCFC25}"/>
              </a:ext>
            </a:extLst>
          </p:cNvPr>
          <p:cNvSpPr>
            <a:spLocks noGrp="1"/>
          </p:cNvSpPr>
          <p:nvPr/>
        </p:nvSpPr>
        <p:spPr>
          <a:xfrm>
            <a:off x="6162675" y="5307211"/>
            <a:ext cx="2728913" cy="9525"/>
          </a:xfrm>
          <a:prstGeom prst="rect">
            <a:avLst/>
          </a:prstGeom>
          <a:solidFill>
            <a:srgbClr val="D6DCD9"/>
          </a:solidFill>
          <a:ln w="0">
            <a:solidFill>
              <a:srgbClr val="000000">
                <a:alpha val="0"/>
              </a:srgbClr>
            </a:solidFill>
          </a:ln>
        </p:spPr>
      </p:sp>
      <p:sp>
        <p:nvSpPr>
          <p:cNvPr id="60" name="">
            <a:extLst>
              <a:ext uri="{FF2B5EF4-FFF2-40B4-BE49-F238E27FC236}">
                <a16:creationId id="{B321BA57-D5FC-4ED5-BB43-D1A55BD03B0D}"/>
              </a:ext>
            </a:extLst>
          </p:cNvPr>
          <p:cNvSpPr>
            <a:spLocks noGrp="1"/>
          </p:cNvSpPr>
          <p:nvPr/>
        </p:nvSpPr>
        <p:spPr>
          <a:xfrm>
            <a:off x="6162675" y="3120182"/>
            <a:ext cx="9525" cy="2196554"/>
          </a:xfrm>
          <a:prstGeom prst="rect">
            <a:avLst/>
          </a:prstGeom>
          <a:solidFill>
            <a:srgbClr val="D6DCD9"/>
          </a:solidFill>
          <a:ln w="0">
            <a:solidFill>
              <a:srgbClr val="000000">
                <a:alpha val="0"/>
              </a:srgbClr>
            </a:solidFill>
          </a:ln>
        </p:spPr>
      </p:sp>
      <p:sp>
        <p:nvSpPr>
          <p:cNvPr id="61" name="">
            <a:extLst>
              <a:ext uri="{FF2B5EF4-FFF2-40B4-BE49-F238E27FC236}">
                <a16:creationId id="{A9797FC9-259C-4444-8AD8-AC03FCCF750E}"/>
              </a:ext>
            </a:extLst>
          </p:cNvPr>
          <p:cNvSpPr>
            <a:spLocks noGrp="1"/>
          </p:cNvSpPr>
          <p:nvPr/>
        </p:nvSpPr>
        <p:spPr>
          <a:xfrm>
            <a:off x="8882063" y="3120182"/>
            <a:ext cx="9525" cy="2196554"/>
          </a:xfrm>
          <a:prstGeom prst="rect">
            <a:avLst/>
          </a:prstGeom>
          <a:solidFill>
            <a:srgbClr val="D6DCD9"/>
          </a:solidFill>
          <a:ln w="0">
            <a:solidFill>
              <a:srgbClr val="000000">
                <a:alpha val="0"/>
              </a:srgbClr>
            </a:solidFill>
          </a:ln>
        </p:spPr>
      </p:sp>
      <p:sp>
        <p:nvSpPr>
          <p:cNvPr id="62" name="">
            <a:extLst>
              <a:ext uri="{FF2B5EF4-FFF2-40B4-BE49-F238E27FC236}">
                <a16:creationId id="{3265886D-A246-4615-8A6C-0029A0FC3E57}"/>
              </a:ext>
            </a:extLst>
          </p:cNvPr>
          <p:cNvSpPr>
            <a:spLocks noGrp="1"/>
          </p:cNvSpPr>
          <p:nvPr/>
        </p:nvSpPr>
        <p:spPr>
          <a:xfrm>
            <a:off x="6334125" y="3263057"/>
            <a:ext cx="422374" cy="438150"/>
          </a:xfrm>
          <a:prstGeom prst="rect">
            <a:avLst/>
          </a:prstGeom>
          <a:solidFill>
            <a:srgbClr val="000000">
              <a:alpha val="0"/>
            </a:srgbClr>
          </a:solidFill>
          <a:ln w="0">
            <a:solidFill>
              <a:srgbClr val="000000">
                <a:alpha val="0"/>
              </a:srgbClr>
            </a:solidFill>
          </a:ln>
        </p:spPr>
        <p:txBody>
          <a:bodyPr lIns="0" tIns="0" rIns="0" bIns="0" anchor="ctr"/>
          <a:lstStyle/>
          <a:p>
            <a:r>
              <a:rPr sz="1843" b="1">
                <a:solidFill>
                  <a:srgbClr val="68727A"/>
                </a:solidFill>
              </a:rPr>
              <a:t>03</a:t>
            </a:r>
          </a:p>
        </p:txBody>
      </p:sp>
      <p:sp>
        <p:nvSpPr>
          <p:cNvPr id="63" name="">
            <a:extLst>
              <a:ext uri="{FF2B5EF4-FFF2-40B4-BE49-F238E27FC236}">
                <a16:creationId id="{C2C207C2-636D-43BF-8C4B-9A42FC740B1A}"/>
              </a:ext>
            </a:extLst>
          </p:cNvPr>
          <p:cNvSpPr>
            <a:spLocks noGrp="1"/>
          </p:cNvSpPr>
          <p:nvPr/>
        </p:nvSpPr>
        <p:spPr>
          <a:xfrm>
            <a:off x="8493026" y="3263057"/>
            <a:ext cx="322362"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68727A"/>
                </a:solidFill>
              </a:rPr>
              <a:t>→</a:t>
            </a:r>
          </a:p>
        </p:txBody>
      </p:sp>
      <p:sp>
        <p:nvSpPr>
          <p:cNvPr id="64" name="">
            <a:extLst>
              <a:ext uri="{FF2B5EF4-FFF2-40B4-BE49-F238E27FC236}">
                <a16:creationId id="{AE604EAA-1909-4E82-A247-6DC446DAD150}"/>
              </a:ext>
            </a:extLst>
          </p:cNvPr>
          <p:cNvSpPr>
            <a:spLocks noGrp="1"/>
          </p:cNvSpPr>
          <p:nvPr/>
        </p:nvSpPr>
        <p:spPr>
          <a:xfrm>
            <a:off x="6334125" y="3805982"/>
            <a:ext cx="1024384" cy="390525"/>
          </a:xfrm>
          <a:prstGeom prst="rect">
            <a:avLst/>
          </a:prstGeom>
          <a:solidFill>
            <a:srgbClr val="000000">
              <a:alpha val="0"/>
            </a:srgbClr>
          </a:solidFill>
          <a:ln w="0">
            <a:solidFill>
              <a:srgbClr val="000000">
                <a:alpha val="0"/>
              </a:srgbClr>
            </a:solidFill>
          </a:ln>
        </p:spPr>
        <p:txBody>
          <a:bodyPr lIns="0" tIns="0" rIns="0" bIns="0" anchor="ctr"/>
          <a:lstStyle/>
          <a:p>
            <a:r>
              <a:rPr sz="1638" b="1">
                <a:solidFill>
                  <a:srgbClr val="20272D"/>
                </a:solidFill>
              </a:rPr>
              <a:t>Evaluate</a:t>
            </a:r>
          </a:p>
        </p:txBody>
      </p:sp>
      <p:sp>
        <p:nvSpPr>
          <p:cNvPr id="65" name="">
            <a:extLst>
              <a:ext uri="{FF2B5EF4-FFF2-40B4-BE49-F238E27FC236}">
                <a16:creationId id="{E540E1B5-C1CB-4B75-B5E8-8C724CD3EFC4}"/>
              </a:ext>
            </a:extLst>
          </p:cNvPr>
          <p:cNvSpPr>
            <a:spLocks noGrp="1"/>
          </p:cNvSpPr>
          <p:nvPr/>
        </p:nvSpPr>
        <p:spPr>
          <a:xfrm>
            <a:off x="6334125" y="4217343"/>
            <a:ext cx="1330821"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68727A"/>
                </a:solidFill>
              </a:rPr>
              <a:t>Run experiments</a:t>
            </a:r>
          </a:p>
        </p:txBody>
      </p:sp>
      <p:sp>
        <p:nvSpPr>
          <p:cNvPr id="66" name="">
            <a:extLst>
              <a:ext uri="{FF2B5EF4-FFF2-40B4-BE49-F238E27FC236}">
                <a16:creationId id="{E90F0C5C-41A9-4B7C-8B10-D9C24213A87F}"/>
              </a:ext>
            </a:extLst>
          </p:cNvPr>
          <p:cNvSpPr>
            <a:spLocks noGrp="1"/>
          </p:cNvSpPr>
          <p:nvPr/>
        </p:nvSpPr>
        <p:spPr>
          <a:xfrm>
            <a:off x="6334125" y="4594920"/>
            <a:ext cx="2386013" cy="9525"/>
          </a:xfrm>
          <a:prstGeom prst="rect">
            <a:avLst/>
          </a:prstGeom>
          <a:solidFill>
            <a:srgbClr val="D6DCD9"/>
          </a:solidFill>
          <a:ln w="0">
            <a:solidFill>
              <a:srgbClr val="000000">
                <a:alpha val="0"/>
              </a:srgbClr>
            </a:solidFill>
          </a:ln>
        </p:spPr>
      </p:sp>
      <p:sp>
        <p:nvSpPr>
          <p:cNvPr id="67" name="">
            <a:extLst>
              <a:ext uri="{FF2B5EF4-FFF2-40B4-BE49-F238E27FC236}">
                <a16:creationId id="{2C2F365D-B416-4088-9F88-4631CE736CF0}"/>
              </a:ext>
            </a:extLst>
          </p:cNvPr>
          <p:cNvSpPr>
            <a:spLocks noGrp="1"/>
          </p:cNvSpPr>
          <p:nvPr/>
        </p:nvSpPr>
        <p:spPr>
          <a:xfrm>
            <a:off x="6334125" y="4728270"/>
            <a:ext cx="2316659"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Compare findings and feasibility.</a:t>
            </a:r>
          </a:p>
        </p:txBody>
      </p:sp>
      <p:sp>
        <p:nvSpPr>
          <p:cNvPr id="68" name="">
            <a:extLst>
              <a:ext uri="{FF2B5EF4-FFF2-40B4-BE49-F238E27FC236}">
                <a16:creationId id="{2176C2AB-963C-4140-8AEE-C89B1C32BE31}"/>
              </a:ext>
            </a:extLst>
          </p:cNvPr>
          <p:cNvSpPr>
            <a:spLocks noGrp="1"/>
          </p:cNvSpPr>
          <p:nvPr/>
        </p:nvSpPr>
        <p:spPr>
          <a:xfrm>
            <a:off x="9024938" y="3120182"/>
            <a:ext cx="2728913" cy="2196554"/>
          </a:xfrm>
          <a:prstGeom prst="rect">
            <a:avLst/>
          </a:prstGeom>
          <a:solidFill>
            <a:srgbClr val="ECEFEB"/>
          </a:solidFill>
          <a:ln w="0">
            <a:solidFill>
              <a:srgbClr val="000000">
                <a:alpha val="0"/>
              </a:srgbClr>
            </a:solidFill>
          </a:ln>
        </p:spPr>
      </p:sp>
      <p:sp>
        <p:nvSpPr>
          <p:cNvPr id="69" name="">
            <a:extLst>
              <a:ext uri="{FF2B5EF4-FFF2-40B4-BE49-F238E27FC236}">
                <a16:creationId id="{AE693D3B-B5A9-4C60-8639-25760155E82C}"/>
              </a:ext>
            </a:extLst>
          </p:cNvPr>
          <p:cNvSpPr>
            <a:spLocks noGrp="1"/>
          </p:cNvSpPr>
          <p:nvPr/>
        </p:nvSpPr>
        <p:spPr>
          <a:xfrm>
            <a:off x="9024938" y="3120182"/>
            <a:ext cx="2728913" cy="9525"/>
          </a:xfrm>
          <a:prstGeom prst="rect">
            <a:avLst/>
          </a:prstGeom>
          <a:solidFill>
            <a:srgbClr val="20272D"/>
          </a:solidFill>
          <a:ln w="0">
            <a:solidFill>
              <a:srgbClr val="000000">
                <a:alpha val="0"/>
              </a:srgbClr>
            </a:solidFill>
          </a:ln>
        </p:spPr>
      </p:sp>
      <p:sp>
        <p:nvSpPr>
          <p:cNvPr id="70" name="">
            <a:extLst>
              <a:ext uri="{FF2B5EF4-FFF2-40B4-BE49-F238E27FC236}">
                <a16:creationId id="{724234D9-05AB-4884-8DD8-264A79B2947B}"/>
              </a:ext>
            </a:extLst>
          </p:cNvPr>
          <p:cNvSpPr>
            <a:spLocks noGrp="1"/>
          </p:cNvSpPr>
          <p:nvPr/>
        </p:nvSpPr>
        <p:spPr>
          <a:xfrm>
            <a:off x="9024938" y="5307211"/>
            <a:ext cx="2728913" cy="9525"/>
          </a:xfrm>
          <a:prstGeom prst="rect">
            <a:avLst/>
          </a:prstGeom>
          <a:solidFill>
            <a:srgbClr val="D6DCD9"/>
          </a:solidFill>
          <a:ln w="0">
            <a:solidFill>
              <a:srgbClr val="000000">
                <a:alpha val="0"/>
              </a:srgbClr>
            </a:solidFill>
          </a:ln>
        </p:spPr>
      </p:sp>
      <p:sp>
        <p:nvSpPr>
          <p:cNvPr id="71" name="">
            <a:extLst>
              <a:ext uri="{FF2B5EF4-FFF2-40B4-BE49-F238E27FC236}">
                <a16:creationId id="{38DCA4F5-17C7-4506-8CB1-0D60C6FE3E61}"/>
              </a:ext>
            </a:extLst>
          </p:cNvPr>
          <p:cNvSpPr>
            <a:spLocks noGrp="1"/>
          </p:cNvSpPr>
          <p:nvPr/>
        </p:nvSpPr>
        <p:spPr>
          <a:xfrm>
            <a:off x="9024938" y="3120182"/>
            <a:ext cx="9525" cy="2196554"/>
          </a:xfrm>
          <a:prstGeom prst="rect">
            <a:avLst/>
          </a:prstGeom>
          <a:solidFill>
            <a:srgbClr val="D6DCD9"/>
          </a:solidFill>
          <a:ln w="0">
            <a:solidFill>
              <a:srgbClr val="000000">
                <a:alpha val="0"/>
              </a:srgbClr>
            </a:solidFill>
          </a:ln>
        </p:spPr>
      </p:sp>
      <p:sp>
        <p:nvSpPr>
          <p:cNvPr id="72" name="">
            <a:extLst>
              <a:ext uri="{FF2B5EF4-FFF2-40B4-BE49-F238E27FC236}">
                <a16:creationId id="{AB34F3A7-5B1C-4535-A894-C11BAA7F7376}"/>
              </a:ext>
            </a:extLst>
          </p:cNvPr>
          <p:cNvSpPr>
            <a:spLocks noGrp="1"/>
          </p:cNvSpPr>
          <p:nvPr/>
        </p:nvSpPr>
        <p:spPr>
          <a:xfrm>
            <a:off x="11744325" y="3120182"/>
            <a:ext cx="9525" cy="2196554"/>
          </a:xfrm>
          <a:prstGeom prst="rect">
            <a:avLst/>
          </a:prstGeom>
          <a:solidFill>
            <a:srgbClr val="D6DCD9"/>
          </a:solidFill>
          <a:ln w="0">
            <a:solidFill>
              <a:srgbClr val="000000">
                <a:alpha val="0"/>
              </a:srgbClr>
            </a:solidFill>
          </a:ln>
        </p:spPr>
      </p:sp>
      <p:sp>
        <p:nvSpPr>
          <p:cNvPr id="73" name="">
            <a:extLst>
              <a:ext uri="{FF2B5EF4-FFF2-40B4-BE49-F238E27FC236}">
                <a16:creationId id="{687A5B8A-284F-4E13-9F4D-381C18043064}"/>
              </a:ext>
            </a:extLst>
          </p:cNvPr>
          <p:cNvSpPr>
            <a:spLocks noGrp="1"/>
          </p:cNvSpPr>
          <p:nvPr/>
        </p:nvSpPr>
        <p:spPr>
          <a:xfrm>
            <a:off x="9196388" y="3263057"/>
            <a:ext cx="433090" cy="438150"/>
          </a:xfrm>
          <a:prstGeom prst="rect">
            <a:avLst/>
          </a:prstGeom>
          <a:solidFill>
            <a:srgbClr val="000000">
              <a:alpha val="0"/>
            </a:srgbClr>
          </a:solidFill>
          <a:ln w="0">
            <a:solidFill>
              <a:srgbClr val="000000">
                <a:alpha val="0"/>
              </a:srgbClr>
            </a:solidFill>
          </a:ln>
        </p:spPr>
        <p:txBody>
          <a:bodyPr lIns="0" tIns="0" rIns="0" bIns="0" anchor="ctr"/>
          <a:lstStyle/>
          <a:p>
            <a:r>
              <a:rPr sz="1843" b="1">
                <a:solidFill>
                  <a:srgbClr val="68727A"/>
                </a:solidFill>
              </a:rPr>
              <a:t>04</a:t>
            </a:r>
          </a:p>
        </p:txBody>
      </p:sp>
      <p:sp>
        <p:nvSpPr>
          <p:cNvPr id="74" name="">
            <a:extLst>
              <a:ext uri="{FF2B5EF4-FFF2-40B4-BE49-F238E27FC236}">
                <a16:creationId id="{E1EADEDB-AB75-4BA3-91BC-57BC707D34F5}"/>
              </a:ext>
            </a:extLst>
          </p:cNvPr>
          <p:cNvSpPr>
            <a:spLocks noGrp="1"/>
          </p:cNvSpPr>
          <p:nvPr/>
        </p:nvSpPr>
        <p:spPr>
          <a:xfrm>
            <a:off x="11427470" y="3263057"/>
            <a:ext cx="250180" cy="438150"/>
          </a:xfrm>
          <a:prstGeom prst="rect">
            <a:avLst/>
          </a:prstGeom>
          <a:solidFill>
            <a:srgbClr val="000000">
              <a:alpha val="0"/>
            </a:srgbClr>
          </a:solidFill>
          <a:ln w="0">
            <a:solidFill>
              <a:srgbClr val="000000">
                <a:alpha val="0"/>
              </a:srgbClr>
            </a:solidFill>
          </a:ln>
        </p:spPr>
        <p:txBody>
          <a:bodyPr lIns="0" tIns="0" rIns="0" bIns="0" anchor="ctr"/>
          <a:lstStyle/>
          <a:p>
            <a:r>
              <a:rPr sz="1843" b="0">
                <a:solidFill>
                  <a:srgbClr val="68727A"/>
                </a:solidFill>
              </a:rPr>
              <a:t>↺</a:t>
            </a:r>
          </a:p>
        </p:txBody>
      </p:sp>
      <p:sp>
        <p:nvSpPr>
          <p:cNvPr id="75" name="">
            <a:extLst>
              <a:ext uri="{FF2B5EF4-FFF2-40B4-BE49-F238E27FC236}">
                <a16:creationId id="{B882C5E4-9993-4AC1-8C94-B241E09990C3}"/>
              </a:ext>
            </a:extLst>
          </p:cNvPr>
          <p:cNvSpPr>
            <a:spLocks noGrp="1"/>
          </p:cNvSpPr>
          <p:nvPr/>
        </p:nvSpPr>
        <p:spPr>
          <a:xfrm>
            <a:off x="9196388" y="3805982"/>
            <a:ext cx="881360" cy="390525"/>
          </a:xfrm>
          <a:prstGeom prst="rect">
            <a:avLst/>
          </a:prstGeom>
          <a:solidFill>
            <a:srgbClr val="000000">
              <a:alpha val="0"/>
            </a:srgbClr>
          </a:solidFill>
          <a:ln w="0">
            <a:solidFill>
              <a:srgbClr val="000000">
                <a:alpha val="0"/>
              </a:srgbClr>
            </a:solidFill>
          </a:ln>
        </p:spPr>
        <p:txBody>
          <a:bodyPr lIns="0" tIns="0" rIns="0" bIns="0" anchor="ctr"/>
          <a:lstStyle/>
          <a:p>
            <a:r>
              <a:rPr sz="1638" b="1">
                <a:solidFill>
                  <a:srgbClr val="20272D"/>
                </a:solidFill>
              </a:rPr>
              <a:t>Review</a:t>
            </a:r>
          </a:p>
        </p:txBody>
      </p:sp>
      <p:sp>
        <p:nvSpPr>
          <p:cNvPr id="76" name="">
            <a:extLst>
              <a:ext uri="{FF2B5EF4-FFF2-40B4-BE49-F238E27FC236}">
                <a16:creationId id="{1B1E2B1D-DBE8-4260-98FC-A5F24F21CFD8}"/>
              </a:ext>
            </a:extLst>
          </p:cNvPr>
          <p:cNvSpPr>
            <a:spLocks noGrp="1"/>
          </p:cNvSpPr>
          <p:nvPr/>
        </p:nvSpPr>
        <p:spPr>
          <a:xfrm>
            <a:off x="9196388" y="4217343"/>
            <a:ext cx="1447205" cy="238125"/>
          </a:xfrm>
          <a:prstGeom prst="rect">
            <a:avLst/>
          </a:prstGeom>
          <a:solidFill>
            <a:srgbClr val="000000">
              <a:alpha val="0"/>
            </a:srgbClr>
          </a:solidFill>
          <a:ln w="0">
            <a:solidFill>
              <a:srgbClr val="000000">
                <a:alpha val="0"/>
              </a:srgbClr>
            </a:solidFill>
          </a:ln>
        </p:spPr>
        <p:txBody>
          <a:bodyPr lIns="0" tIns="0" rIns="0" bIns="0" anchor="ctr"/>
          <a:lstStyle/>
          <a:p>
            <a:r>
              <a:rPr sz="1160" b="0">
                <a:solidFill>
                  <a:srgbClr val="68727A"/>
                </a:solidFill>
              </a:rPr>
              <a:t>Discuss with client</a:t>
            </a:r>
          </a:p>
        </p:txBody>
      </p:sp>
      <p:sp>
        <p:nvSpPr>
          <p:cNvPr id="77" name="">
            <a:extLst>
              <a:ext uri="{FF2B5EF4-FFF2-40B4-BE49-F238E27FC236}">
                <a16:creationId id="{93FB4176-3A19-440E-B321-B43E8D7A67A2}"/>
              </a:ext>
            </a:extLst>
          </p:cNvPr>
          <p:cNvSpPr>
            <a:spLocks noGrp="1"/>
          </p:cNvSpPr>
          <p:nvPr/>
        </p:nvSpPr>
        <p:spPr>
          <a:xfrm>
            <a:off x="9196388" y="4594920"/>
            <a:ext cx="2386013" cy="9525"/>
          </a:xfrm>
          <a:prstGeom prst="rect">
            <a:avLst/>
          </a:prstGeom>
          <a:solidFill>
            <a:srgbClr val="D6DCD9"/>
          </a:solidFill>
          <a:ln w="0">
            <a:solidFill>
              <a:srgbClr val="000000">
                <a:alpha val="0"/>
              </a:srgbClr>
            </a:solidFill>
          </a:ln>
        </p:spPr>
      </p:sp>
      <p:sp>
        <p:nvSpPr>
          <p:cNvPr id="78" name="">
            <a:extLst>
              <a:ext uri="{FF2B5EF4-FFF2-40B4-BE49-F238E27FC236}">
                <a16:creationId id="{9B7EC7F0-BFEA-4548-947E-7870E0CD3A8C}"/>
              </a:ext>
            </a:extLst>
          </p:cNvPr>
          <p:cNvSpPr>
            <a:spLocks noGrp="1"/>
          </p:cNvSpPr>
          <p:nvPr/>
        </p:nvSpPr>
        <p:spPr>
          <a:xfrm>
            <a:off x="9196388" y="4728270"/>
            <a:ext cx="1472208"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Adjust priorities and</a:t>
            </a:r>
          </a:p>
        </p:txBody>
      </p:sp>
      <p:sp>
        <p:nvSpPr>
          <p:cNvPr id="79" name="">
            <a:extLst>
              <a:ext uri="{FF2B5EF4-FFF2-40B4-BE49-F238E27FC236}">
                <a16:creationId id="{52C6186B-45B3-4E78-ABEA-39509C8516B4}"/>
              </a:ext>
            </a:extLst>
          </p:cNvPr>
          <p:cNvSpPr>
            <a:spLocks noGrp="1"/>
          </p:cNvSpPr>
          <p:nvPr/>
        </p:nvSpPr>
        <p:spPr>
          <a:xfrm>
            <a:off x="9196388" y="4941540"/>
            <a:ext cx="1177230"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responsibilities.</a:t>
            </a:r>
          </a:p>
        </p:txBody>
      </p:sp>
      <p:sp>
        <p:nvSpPr>
          <p:cNvPr id="80" name="">
            <a:extLst>
              <a:ext uri="{FF2B5EF4-FFF2-40B4-BE49-F238E27FC236}">
                <a16:creationId id="{2320F615-1AF4-4BD7-8FF0-4C01F7F7B3E9}"/>
              </a:ext>
            </a:extLst>
          </p:cNvPr>
          <p:cNvSpPr>
            <a:spLocks noGrp="1"/>
          </p:cNvSpPr>
          <p:nvPr/>
        </p:nvSpPr>
        <p:spPr>
          <a:xfrm>
            <a:off x="438150" y="6037064"/>
            <a:ext cx="4173736"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Self-managed research workflow with regular client communication.</a:t>
            </a:r>
          </a:p>
        </p:txBody>
      </p:sp>
      <p:sp>
        <p:nvSpPr>
          <p:cNvPr id="81" name="">
            <a:extLst>
              <a:ext uri="{FF2B5EF4-FFF2-40B4-BE49-F238E27FC236}">
                <a16:creationId id="{266B7B6D-E8A6-4E03-B1D8-DBB9CB6883C2}"/>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82" name="">
            <a:extLst>
              <a:ext uri="{FF2B5EF4-FFF2-40B4-BE49-F238E27FC236}">
                <a16:creationId id="{89DF4CE6-0044-4D11-A647-02CEBB693ECE}"/>
              </a:ext>
            </a:extLst>
          </p:cNvPr>
          <p:cNvSpPr>
            <a:spLocks noGrp="1"/>
          </p:cNvSpPr>
          <p:nvPr/>
        </p:nvSpPr>
        <p:spPr>
          <a:xfrm>
            <a:off x="438150" y="6480870"/>
            <a:ext cx="1034802"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4.1–4.6</a:t>
            </a:r>
          </a:p>
        </p:txBody>
      </p:sp>
      <p:sp>
        <p:nvSpPr>
          <p:cNvPr id="83" name="">
            <a:extLst>
              <a:ext uri="{FF2B5EF4-FFF2-40B4-BE49-F238E27FC236}">
                <a16:creationId id="{75020437-8B8D-4E25-9265-916A13ACD529}"/>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23 / 25</a:t>
            </a:r>
          </a:p>
        </p:txBody>
      </p:sp>
      <p:sp>
        <p:nvSpPr>
          <p:cNvPr id="84" name="">
            <a:extLst>
              <a:ext uri="{FF2B5EF4-FFF2-40B4-BE49-F238E27FC236}">
                <a16:creationId id="{22EB36E7-4F1F-46F4-89C5-546441178FCA}"/>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3:creationId val="1397802333"/>
      </p:ext>
    </p:extLst>
  </p:cSld>
</p:sld>
</file>

<file path=ppt/slides/slide24.xml><?xml version="1.0" encoding="utf-8"?>
<p:sld xmlns:a="http://schemas.openxmlformats.org/drawingml/2006/main" xmlns:a16="http://schemas.microsoft.com/office/drawing/2014/main" xmlns:ns3="http://schemas.microsoft.com/office/powerpoint/2010/main" xmlns:p="http://schemas.openxmlformats.org/presentationml/2006/main">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A265EF0A-CAD2-4130-8BFA-27B7C98A4C83}"/>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5E53A4A6-A410-4A57-A537-806BC01B837A}"/>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ECFB822F-B54F-430A-A012-411A0DCFE43C}"/>
              </a:ext>
            </a:extLst>
          </p:cNvPr>
          <p:cNvSpPr>
            <a:spLocks noGrp="1"/>
          </p:cNvSpPr>
          <p:nvPr/>
        </p:nvSpPr>
        <p:spPr>
          <a:xfrm>
            <a:off x="660648" y="328613"/>
            <a:ext cx="411659" cy="342900"/>
          </a:xfrm>
          <a:prstGeom prst="rect">
            <a:avLst/>
          </a:prstGeom>
          <a:solidFill>
            <a:srgbClr val="F3DF4F"/>
          </a:solidFill>
          <a:ln w="0">
            <a:solidFill>
              <a:srgbClr val="000000">
                <a:alpha val="0"/>
              </a:srgbClr>
            </a:solidFill>
          </a:ln>
        </p:spPr>
      </p:sp>
      <p:sp>
        <p:nvSpPr>
          <p:cNvPr id="5" name="">
            <a:extLst>
              <a:ext uri="{FF2B5EF4-FFF2-40B4-BE49-F238E27FC236}">
                <a16:creationId id="{101A74CC-7889-49E8-AB75-EC1A20896C7F}"/>
              </a:ext>
            </a:extLst>
          </p:cNvPr>
          <p:cNvSpPr>
            <a:spLocks noGrp="1"/>
          </p:cNvSpPr>
          <p:nvPr/>
        </p:nvSpPr>
        <p:spPr>
          <a:xfrm>
            <a:off x="746373" y="347663"/>
            <a:ext cx="335459"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24</a:t>
            </a:r>
          </a:p>
        </p:txBody>
      </p:sp>
      <p:sp>
        <p:nvSpPr>
          <p:cNvPr id="6" name="">
            <a:extLst>
              <a:ext uri="{FF2B5EF4-FFF2-40B4-BE49-F238E27FC236}">
                <a16:creationId id="{A35D5345-0028-4D32-A785-DA20C9AFBE6F}"/>
              </a:ext>
            </a:extLst>
          </p:cNvPr>
          <p:cNvSpPr>
            <a:spLocks noGrp="1"/>
          </p:cNvSpPr>
          <p:nvPr/>
        </p:nvSpPr>
        <p:spPr>
          <a:xfrm>
            <a:off x="1253282" y="242292"/>
            <a:ext cx="3551486"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Individual contributions</a:t>
            </a:r>
          </a:p>
        </p:txBody>
      </p:sp>
      <p:sp>
        <p:nvSpPr>
          <p:cNvPr id="7" name="">
            <a:extLst>
              <a:ext uri="{FF2B5EF4-FFF2-40B4-BE49-F238E27FC236}">
                <a16:creationId id="{B8EEF540-35D3-4DD4-A7C3-D7F3E7A2284D}"/>
              </a:ext>
            </a:extLst>
          </p:cNvPr>
          <p:cNvSpPr>
            <a:spLocks noGrp="1"/>
          </p:cNvSpPr>
          <p:nvPr/>
        </p:nvSpPr>
        <p:spPr>
          <a:xfrm>
            <a:off x="438150" y="1066800"/>
            <a:ext cx="3439567" cy="295275"/>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68727A"/>
                </a:solidFill>
              </a:rPr>
              <a:t>Nine contributors, one delivery chain.</a:t>
            </a:r>
          </a:p>
        </p:txBody>
      </p:sp>
      <p:sp>
        <p:nvSpPr>
          <p:cNvPr id="8" name="">
            <a:extLst>
              <a:ext uri="{FF2B5EF4-FFF2-40B4-BE49-F238E27FC236}">
                <a16:creationId id="{C0D7B4FC-4EFB-40BC-8867-1D6BB6F9D0E0}"/>
              </a:ext>
            </a:extLst>
          </p:cNvPr>
          <p:cNvSpPr>
            <a:spLocks noGrp="1"/>
          </p:cNvSpPr>
          <p:nvPr/>
        </p:nvSpPr>
        <p:spPr>
          <a:xfrm>
            <a:off x="438150" y="1480542"/>
            <a:ext cx="3568601" cy="9525"/>
          </a:xfrm>
          <a:prstGeom prst="rect">
            <a:avLst/>
          </a:prstGeom>
          <a:solidFill>
            <a:srgbClr val="D6DCD9"/>
          </a:solidFill>
          <a:ln w="0">
            <a:solidFill>
              <a:srgbClr val="000000">
                <a:alpha val="0"/>
              </a:srgbClr>
            </a:solidFill>
          </a:ln>
        </p:spPr>
      </p:sp>
      <p:sp>
        <p:nvSpPr>
          <p:cNvPr id="9" name="">
            <a:extLst>
              <a:ext uri="{FF2B5EF4-FFF2-40B4-BE49-F238E27FC236}">
                <a16:creationId id="{5598F2B5-1FDE-4A78-9FCC-BB4621A371A3}"/>
              </a:ext>
            </a:extLst>
          </p:cNvPr>
          <p:cNvSpPr>
            <a:spLocks noGrp="1"/>
          </p:cNvSpPr>
          <p:nvPr/>
        </p:nvSpPr>
        <p:spPr>
          <a:xfrm>
            <a:off x="438150" y="1623417"/>
            <a:ext cx="457200" cy="457200"/>
          </a:xfrm>
          <a:prstGeom prst="rect">
            <a:avLst/>
          </a:prstGeom>
          <a:solidFill>
            <a:srgbClr val="E4EFED"/>
          </a:solidFill>
          <a:ln w="0">
            <a:solidFill>
              <a:srgbClr val="000000">
                <a:alpha val="0"/>
              </a:srgbClr>
            </a:solidFill>
          </a:ln>
        </p:spPr>
      </p:sp>
      <p:sp>
        <p:nvSpPr>
          <p:cNvPr id="10" name="">
            <a:extLst>
              <a:ext uri="{FF2B5EF4-FFF2-40B4-BE49-F238E27FC236}">
                <a16:creationId id="{C99DAEBD-0F13-4563-8100-97CA36F4DB23}"/>
              </a:ext>
            </a:extLst>
          </p:cNvPr>
          <p:cNvSpPr>
            <a:spLocks noGrp="1"/>
          </p:cNvSpPr>
          <p:nvPr/>
        </p:nvSpPr>
        <p:spPr>
          <a:xfrm>
            <a:off x="524173" y="1680567"/>
            <a:ext cx="380405" cy="37147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YD</a:t>
            </a:r>
          </a:p>
        </p:txBody>
      </p:sp>
      <p:sp>
        <p:nvSpPr>
          <p:cNvPr id="11" name="">
            <a:extLst>
              <a:ext uri="{FF2B5EF4-FFF2-40B4-BE49-F238E27FC236}">
                <a16:creationId id="{4D39753C-0C6D-4084-B7CD-D7F88AAFE511}"/>
              </a:ext>
            </a:extLst>
          </p:cNvPr>
          <p:cNvSpPr>
            <a:spLocks noGrp="1"/>
          </p:cNvSpPr>
          <p:nvPr/>
        </p:nvSpPr>
        <p:spPr>
          <a:xfrm>
            <a:off x="1028700" y="1693962"/>
            <a:ext cx="1307009" cy="342900"/>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Yuchen Deng</a:t>
            </a:r>
          </a:p>
        </p:txBody>
      </p:sp>
      <p:sp>
        <p:nvSpPr>
          <p:cNvPr id="12" name="">
            <a:extLst>
              <a:ext uri="{FF2B5EF4-FFF2-40B4-BE49-F238E27FC236}">
                <a16:creationId id="{F7C66AD8-5179-422C-8562-A601F7E1E6A7}"/>
              </a:ext>
            </a:extLst>
          </p:cNvPr>
          <p:cNvSpPr>
            <a:spLocks noGrp="1"/>
          </p:cNvSpPr>
          <p:nvPr/>
        </p:nvSpPr>
        <p:spPr>
          <a:xfrm>
            <a:off x="438150" y="2166342"/>
            <a:ext cx="2986088"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Prototype; integration; client coordination.</a:t>
            </a:r>
          </a:p>
        </p:txBody>
      </p:sp>
      <p:sp>
        <p:nvSpPr>
          <p:cNvPr id="13" name="">
            <a:extLst>
              <a:ext uri="{FF2B5EF4-FFF2-40B4-BE49-F238E27FC236}">
                <a16:creationId id="{5DDD095E-9C51-4A03-B438-8B8E9123D8E3}"/>
              </a:ext>
            </a:extLst>
          </p:cNvPr>
          <p:cNvSpPr>
            <a:spLocks noGrp="1"/>
          </p:cNvSpPr>
          <p:nvPr/>
        </p:nvSpPr>
        <p:spPr>
          <a:xfrm>
            <a:off x="4311551" y="1480542"/>
            <a:ext cx="3568750" cy="9525"/>
          </a:xfrm>
          <a:prstGeom prst="rect">
            <a:avLst/>
          </a:prstGeom>
          <a:solidFill>
            <a:srgbClr val="D6DCD9"/>
          </a:solidFill>
          <a:ln w="0">
            <a:solidFill>
              <a:srgbClr val="000000">
                <a:alpha val="0"/>
              </a:srgbClr>
            </a:solidFill>
          </a:ln>
        </p:spPr>
      </p:sp>
      <p:sp>
        <p:nvSpPr>
          <p:cNvPr id="14" name="">
            <a:extLst>
              <a:ext uri="{FF2B5EF4-FFF2-40B4-BE49-F238E27FC236}">
                <a16:creationId id="{FF57B509-AD60-48D2-9696-858499329C1A}"/>
              </a:ext>
            </a:extLst>
          </p:cNvPr>
          <p:cNvSpPr>
            <a:spLocks noGrp="1"/>
          </p:cNvSpPr>
          <p:nvPr/>
        </p:nvSpPr>
        <p:spPr>
          <a:xfrm>
            <a:off x="4311551" y="1623417"/>
            <a:ext cx="457200" cy="457200"/>
          </a:xfrm>
          <a:prstGeom prst="rect">
            <a:avLst/>
          </a:prstGeom>
          <a:solidFill>
            <a:srgbClr val="E4EFED"/>
          </a:solidFill>
          <a:ln w="0">
            <a:solidFill>
              <a:srgbClr val="000000">
                <a:alpha val="0"/>
              </a:srgbClr>
            </a:solidFill>
          </a:ln>
        </p:spPr>
      </p:sp>
      <p:sp>
        <p:nvSpPr>
          <p:cNvPr id="15" name="">
            <a:extLst>
              <a:ext uri="{FF2B5EF4-FFF2-40B4-BE49-F238E27FC236}">
                <a16:creationId id="{8F47EA87-F669-4CFD-8AC7-91A32275F9CA}"/>
              </a:ext>
            </a:extLst>
          </p:cNvPr>
          <p:cNvSpPr>
            <a:spLocks noGrp="1"/>
          </p:cNvSpPr>
          <p:nvPr/>
        </p:nvSpPr>
        <p:spPr>
          <a:xfrm>
            <a:off x="4392513" y="1680567"/>
            <a:ext cx="390376" cy="37147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GX</a:t>
            </a:r>
          </a:p>
        </p:txBody>
      </p:sp>
      <p:sp>
        <p:nvSpPr>
          <p:cNvPr id="16" name="">
            <a:extLst>
              <a:ext uri="{FF2B5EF4-FFF2-40B4-BE49-F238E27FC236}">
                <a16:creationId id="{49D3ED4F-25E2-4E2A-84FE-CC37EA13890B}"/>
              </a:ext>
            </a:extLst>
          </p:cNvPr>
          <p:cNvSpPr>
            <a:spLocks noGrp="1"/>
          </p:cNvSpPr>
          <p:nvPr/>
        </p:nvSpPr>
        <p:spPr>
          <a:xfrm>
            <a:off x="4902101" y="1693962"/>
            <a:ext cx="832545" cy="342900"/>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Gary Xu</a:t>
            </a:r>
          </a:p>
        </p:txBody>
      </p:sp>
      <p:sp>
        <p:nvSpPr>
          <p:cNvPr id="17" name="">
            <a:extLst>
              <a:ext uri="{FF2B5EF4-FFF2-40B4-BE49-F238E27FC236}">
                <a16:creationId id="{3EDF0749-E37A-4707-8261-9CA5BA80ABF7}"/>
              </a:ext>
            </a:extLst>
          </p:cNvPr>
          <p:cNvSpPr>
            <a:spLocks noGrp="1"/>
          </p:cNvSpPr>
          <p:nvPr/>
        </p:nvSpPr>
        <p:spPr>
          <a:xfrm>
            <a:off x="4311551" y="2166342"/>
            <a:ext cx="2874318"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Completed work not specified in Table 6.</a:t>
            </a:r>
          </a:p>
        </p:txBody>
      </p:sp>
      <p:sp>
        <p:nvSpPr>
          <p:cNvPr id="18" name="">
            <a:extLst>
              <a:ext uri="{FF2B5EF4-FFF2-40B4-BE49-F238E27FC236}">
                <a16:creationId id="{0AA2E7BD-ECFA-4603-87F7-C7F3F3C1D7F0}"/>
              </a:ext>
            </a:extLst>
          </p:cNvPr>
          <p:cNvSpPr>
            <a:spLocks noGrp="1"/>
          </p:cNvSpPr>
          <p:nvPr/>
        </p:nvSpPr>
        <p:spPr>
          <a:xfrm>
            <a:off x="8185100" y="1480542"/>
            <a:ext cx="3568601" cy="9525"/>
          </a:xfrm>
          <a:prstGeom prst="rect">
            <a:avLst/>
          </a:prstGeom>
          <a:solidFill>
            <a:srgbClr val="D6DCD9"/>
          </a:solidFill>
          <a:ln w="0">
            <a:solidFill>
              <a:srgbClr val="000000">
                <a:alpha val="0"/>
              </a:srgbClr>
            </a:solidFill>
          </a:ln>
        </p:spPr>
      </p:sp>
      <p:sp>
        <p:nvSpPr>
          <p:cNvPr id="19" name="">
            <a:extLst>
              <a:ext uri="{FF2B5EF4-FFF2-40B4-BE49-F238E27FC236}">
                <a16:creationId id="{F475D1A8-818E-4668-9788-1C82C17090A3}"/>
              </a:ext>
            </a:extLst>
          </p:cNvPr>
          <p:cNvSpPr>
            <a:spLocks noGrp="1"/>
          </p:cNvSpPr>
          <p:nvPr/>
        </p:nvSpPr>
        <p:spPr>
          <a:xfrm>
            <a:off x="8185100" y="1623417"/>
            <a:ext cx="457200" cy="457200"/>
          </a:xfrm>
          <a:prstGeom prst="rect">
            <a:avLst/>
          </a:prstGeom>
          <a:solidFill>
            <a:srgbClr val="E4EFED"/>
          </a:solidFill>
          <a:ln w="0">
            <a:solidFill>
              <a:srgbClr val="000000">
                <a:alpha val="0"/>
              </a:srgbClr>
            </a:solidFill>
          </a:ln>
        </p:spPr>
      </p:sp>
      <p:sp>
        <p:nvSpPr>
          <p:cNvPr id="20" name="">
            <a:extLst>
              <a:ext uri="{FF2B5EF4-FFF2-40B4-BE49-F238E27FC236}">
                <a16:creationId id="{F1B76234-B3A7-4187-A35B-F791C2AE2759}"/>
              </a:ext>
            </a:extLst>
          </p:cNvPr>
          <p:cNvSpPr>
            <a:spLocks noGrp="1"/>
          </p:cNvSpPr>
          <p:nvPr/>
        </p:nvSpPr>
        <p:spPr>
          <a:xfrm>
            <a:off x="8283029" y="1680567"/>
            <a:ext cx="356443" cy="37147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SF</a:t>
            </a:r>
          </a:p>
        </p:txBody>
      </p:sp>
      <p:sp>
        <p:nvSpPr>
          <p:cNvPr id="21" name="">
            <a:extLst>
              <a:ext uri="{FF2B5EF4-FFF2-40B4-BE49-F238E27FC236}">
                <a16:creationId id="{5C2A7FB7-8281-4839-AD06-B5922FF7B4BD}"/>
              </a:ext>
            </a:extLst>
          </p:cNvPr>
          <p:cNvSpPr>
            <a:spLocks noGrp="1"/>
          </p:cNvSpPr>
          <p:nvPr/>
        </p:nvSpPr>
        <p:spPr>
          <a:xfrm>
            <a:off x="8775650" y="1693962"/>
            <a:ext cx="1134219" cy="342900"/>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Sihan Fang</a:t>
            </a:r>
          </a:p>
        </p:txBody>
      </p:sp>
      <p:sp>
        <p:nvSpPr>
          <p:cNvPr id="22" name="">
            <a:extLst>
              <a:ext uri="{FF2B5EF4-FFF2-40B4-BE49-F238E27FC236}">
                <a16:creationId id="{8F325870-C48B-405D-8A95-CB865542A4E3}"/>
              </a:ext>
            </a:extLst>
          </p:cNvPr>
          <p:cNvSpPr>
            <a:spLocks noGrp="1"/>
          </p:cNvSpPr>
          <p:nvPr/>
        </p:nvSpPr>
        <p:spPr>
          <a:xfrm>
            <a:off x="8185100" y="2166342"/>
            <a:ext cx="2874318"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Completed work not specified in Table 6.</a:t>
            </a:r>
          </a:p>
        </p:txBody>
      </p:sp>
      <p:sp>
        <p:nvSpPr>
          <p:cNvPr id="23" name="">
            <a:extLst>
              <a:ext uri="{FF2B5EF4-FFF2-40B4-BE49-F238E27FC236}">
                <a16:creationId id="{C45E8655-D9D7-4F39-9697-A2E274F9A4CB}"/>
              </a:ext>
            </a:extLst>
          </p:cNvPr>
          <p:cNvSpPr>
            <a:spLocks noGrp="1"/>
          </p:cNvSpPr>
          <p:nvPr/>
        </p:nvSpPr>
        <p:spPr>
          <a:xfrm>
            <a:off x="438150" y="2879378"/>
            <a:ext cx="3568601" cy="9525"/>
          </a:xfrm>
          <a:prstGeom prst="rect">
            <a:avLst/>
          </a:prstGeom>
          <a:solidFill>
            <a:srgbClr val="D6DCD9"/>
          </a:solidFill>
          <a:ln w="0">
            <a:solidFill>
              <a:srgbClr val="000000">
                <a:alpha val="0"/>
              </a:srgbClr>
            </a:solidFill>
          </a:ln>
        </p:spPr>
      </p:sp>
      <p:sp>
        <p:nvSpPr>
          <p:cNvPr id="24" name="">
            <a:extLst>
              <a:ext uri="{FF2B5EF4-FFF2-40B4-BE49-F238E27FC236}">
                <a16:creationId id="{42B75810-8DE9-4A18-8248-5DFB2F400C9E}"/>
              </a:ext>
            </a:extLst>
          </p:cNvPr>
          <p:cNvSpPr>
            <a:spLocks noGrp="1"/>
          </p:cNvSpPr>
          <p:nvPr/>
        </p:nvSpPr>
        <p:spPr>
          <a:xfrm>
            <a:off x="438150" y="3022253"/>
            <a:ext cx="457200" cy="457200"/>
          </a:xfrm>
          <a:prstGeom prst="rect">
            <a:avLst/>
          </a:prstGeom>
          <a:solidFill>
            <a:srgbClr val="E4EFED"/>
          </a:solidFill>
          <a:ln w="0">
            <a:solidFill>
              <a:srgbClr val="000000">
                <a:alpha val="0"/>
              </a:srgbClr>
            </a:solidFill>
          </a:ln>
        </p:spPr>
      </p:sp>
      <p:sp>
        <p:nvSpPr>
          <p:cNvPr id="25" name="">
            <a:extLst>
              <a:ext uri="{FF2B5EF4-FFF2-40B4-BE49-F238E27FC236}">
                <a16:creationId id="{4BA7A47E-7F8F-4B25-923A-B44D2A198011}"/>
              </a:ext>
            </a:extLst>
          </p:cNvPr>
          <p:cNvSpPr>
            <a:spLocks noGrp="1"/>
          </p:cNvSpPr>
          <p:nvPr/>
        </p:nvSpPr>
        <p:spPr>
          <a:xfrm>
            <a:off x="538163" y="3079403"/>
            <a:ext cx="352276" cy="37147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YC</a:t>
            </a:r>
          </a:p>
        </p:txBody>
      </p:sp>
      <p:sp>
        <p:nvSpPr>
          <p:cNvPr id="26" name="">
            <a:extLst>
              <a:ext uri="{FF2B5EF4-FFF2-40B4-BE49-F238E27FC236}">
                <a16:creationId id="{11123CDE-C708-4F35-98E5-2D0F070B2593}"/>
              </a:ext>
            </a:extLst>
          </p:cNvPr>
          <p:cNvSpPr>
            <a:spLocks noGrp="1"/>
          </p:cNvSpPr>
          <p:nvPr/>
        </p:nvSpPr>
        <p:spPr>
          <a:xfrm>
            <a:off x="1028700" y="3092797"/>
            <a:ext cx="1242417" cy="342900"/>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Yiming Chen</a:t>
            </a:r>
          </a:p>
        </p:txBody>
      </p:sp>
      <p:sp>
        <p:nvSpPr>
          <p:cNvPr id="27" name="">
            <a:extLst>
              <a:ext uri="{FF2B5EF4-FFF2-40B4-BE49-F238E27FC236}">
                <a16:creationId id="{48E566AE-C45C-4562-AA77-DA78AF6DD427}"/>
              </a:ext>
            </a:extLst>
          </p:cNvPr>
          <p:cNvSpPr>
            <a:spLocks noGrp="1"/>
          </p:cNvSpPr>
          <p:nvPr/>
        </p:nvSpPr>
        <p:spPr>
          <a:xfrm>
            <a:off x="438150" y="3565178"/>
            <a:ext cx="2700040"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Progress reflections; presentation and</a:t>
            </a:r>
          </a:p>
        </p:txBody>
      </p:sp>
      <p:sp>
        <p:nvSpPr>
          <p:cNvPr id="28" name="">
            <a:extLst>
              <a:ext uri="{FF2B5EF4-FFF2-40B4-BE49-F238E27FC236}">
                <a16:creationId id="{9198220F-8918-4EF0-AC86-70A1D7B2BB96}"/>
              </a:ext>
            </a:extLst>
          </p:cNvPr>
          <p:cNvSpPr>
            <a:spLocks noGrp="1"/>
          </p:cNvSpPr>
          <p:nvPr/>
        </p:nvSpPr>
        <p:spPr>
          <a:xfrm>
            <a:off x="438150" y="3778448"/>
            <a:ext cx="1009204"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demo review.</a:t>
            </a:r>
          </a:p>
        </p:txBody>
      </p:sp>
      <p:sp>
        <p:nvSpPr>
          <p:cNvPr id="29" name="">
            <a:extLst>
              <a:ext uri="{FF2B5EF4-FFF2-40B4-BE49-F238E27FC236}">
                <a16:creationId id="{3F1BFA1C-C095-4D6E-B31E-918727042AC4}"/>
              </a:ext>
            </a:extLst>
          </p:cNvPr>
          <p:cNvSpPr>
            <a:spLocks noGrp="1"/>
          </p:cNvSpPr>
          <p:nvPr/>
        </p:nvSpPr>
        <p:spPr>
          <a:xfrm>
            <a:off x="4311551" y="2879378"/>
            <a:ext cx="3568750" cy="9525"/>
          </a:xfrm>
          <a:prstGeom prst="rect">
            <a:avLst/>
          </a:prstGeom>
          <a:solidFill>
            <a:srgbClr val="D6DCD9"/>
          </a:solidFill>
          <a:ln w="0">
            <a:solidFill>
              <a:srgbClr val="000000">
                <a:alpha val="0"/>
              </a:srgbClr>
            </a:solidFill>
          </a:ln>
        </p:spPr>
      </p:sp>
      <p:sp>
        <p:nvSpPr>
          <p:cNvPr id="30" name="">
            <a:extLst>
              <a:ext uri="{FF2B5EF4-FFF2-40B4-BE49-F238E27FC236}">
                <a16:creationId id="{3F718F75-2BBD-42FD-90AF-51C00C2EC3FC}"/>
              </a:ext>
            </a:extLst>
          </p:cNvPr>
          <p:cNvSpPr>
            <a:spLocks noGrp="1"/>
          </p:cNvSpPr>
          <p:nvPr/>
        </p:nvSpPr>
        <p:spPr>
          <a:xfrm>
            <a:off x="4311551" y="3022253"/>
            <a:ext cx="457200" cy="457200"/>
          </a:xfrm>
          <a:prstGeom prst="rect">
            <a:avLst/>
          </a:prstGeom>
          <a:solidFill>
            <a:srgbClr val="E4EFED"/>
          </a:solidFill>
          <a:ln w="0">
            <a:solidFill>
              <a:srgbClr val="000000">
                <a:alpha val="0"/>
              </a:srgbClr>
            </a:solidFill>
          </a:ln>
        </p:spPr>
      </p:sp>
      <p:sp>
        <p:nvSpPr>
          <p:cNvPr id="31" name="">
            <a:extLst>
              <a:ext uri="{FF2B5EF4-FFF2-40B4-BE49-F238E27FC236}">
                <a16:creationId id="{CF3CF29A-B219-48F2-A95D-A3530239169C}"/>
              </a:ext>
            </a:extLst>
          </p:cNvPr>
          <p:cNvSpPr>
            <a:spLocks noGrp="1"/>
          </p:cNvSpPr>
          <p:nvPr/>
        </p:nvSpPr>
        <p:spPr>
          <a:xfrm>
            <a:off x="4400699" y="3079403"/>
            <a:ext cx="374005" cy="37147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YG</a:t>
            </a:r>
          </a:p>
        </p:txBody>
      </p:sp>
      <p:sp>
        <p:nvSpPr>
          <p:cNvPr id="32" name="">
            <a:extLst>
              <a:ext uri="{FF2B5EF4-FFF2-40B4-BE49-F238E27FC236}">
                <a16:creationId id="{6E8007AF-C054-49AC-8B3D-FBF6CC308369}"/>
              </a:ext>
            </a:extLst>
          </p:cNvPr>
          <p:cNvSpPr>
            <a:spLocks noGrp="1"/>
          </p:cNvSpPr>
          <p:nvPr/>
        </p:nvSpPr>
        <p:spPr>
          <a:xfrm>
            <a:off x="4902101" y="3092797"/>
            <a:ext cx="1149102" cy="342900"/>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Yiheng Guo</a:t>
            </a:r>
          </a:p>
        </p:txBody>
      </p:sp>
      <p:sp>
        <p:nvSpPr>
          <p:cNvPr id="33" name="">
            <a:extLst>
              <a:ext uri="{FF2B5EF4-FFF2-40B4-BE49-F238E27FC236}">
                <a16:creationId id="{C7C4C91F-8BD2-42ED-9326-57A53C7C6504}"/>
              </a:ext>
            </a:extLst>
          </p:cNvPr>
          <p:cNvSpPr>
            <a:spLocks noGrp="1"/>
          </p:cNvSpPr>
          <p:nvPr/>
        </p:nvSpPr>
        <p:spPr>
          <a:xfrm>
            <a:off x="4311551" y="3565178"/>
            <a:ext cx="2743200"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Doomsayer; deliverables not specified.</a:t>
            </a:r>
          </a:p>
        </p:txBody>
      </p:sp>
      <p:sp>
        <p:nvSpPr>
          <p:cNvPr id="34" name="">
            <a:extLst>
              <a:ext uri="{FF2B5EF4-FFF2-40B4-BE49-F238E27FC236}">
                <a16:creationId id="{4F4CCD1A-2905-4066-AD32-5756D9CFFEF9}"/>
              </a:ext>
            </a:extLst>
          </p:cNvPr>
          <p:cNvSpPr>
            <a:spLocks noGrp="1"/>
          </p:cNvSpPr>
          <p:nvPr/>
        </p:nvSpPr>
        <p:spPr>
          <a:xfrm>
            <a:off x="8185100" y="2879378"/>
            <a:ext cx="3568601" cy="9525"/>
          </a:xfrm>
          <a:prstGeom prst="rect">
            <a:avLst/>
          </a:prstGeom>
          <a:solidFill>
            <a:srgbClr val="D6DCD9"/>
          </a:solidFill>
          <a:ln w="0">
            <a:solidFill>
              <a:srgbClr val="000000">
                <a:alpha val="0"/>
              </a:srgbClr>
            </a:solidFill>
          </a:ln>
        </p:spPr>
      </p:sp>
      <p:sp>
        <p:nvSpPr>
          <p:cNvPr id="35" name="">
            <a:extLst>
              <a:ext uri="{FF2B5EF4-FFF2-40B4-BE49-F238E27FC236}">
                <a16:creationId id="{0E5C4870-6483-416E-B766-B88B7DB6AEA8}"/>
              </a:ext>
            </a:extLst>
          </p:cNvPr>
          <p:cNvSpPr>
            <a:spLocks noGrp="1"/>
          </p:cNvSpPr>
          <p:nvPr/>
        </p:nvSpPr>
        <p:spPr>
          <a:xfrm>
            <a:off x="8185100" y="3022253"/>
            <a:ext cx="457200" cy="457200"/>
          </a:xfrm>
          <a:prstGeom prst="rect">
            <a:avLst/>
          </a:prstGeom>
          <a:solidFill>
            <a:srgbClr val="E4EFED"/>
          </a:solidFill>
          <a:ln w="0">
            <a:solidFill>
              <a:srgbClr val="000000">
                <a:alpha val="0"/>
              </a:srgbClr>
            </a:solidFill>
          </a:ln>
        </p:spPr>
      </p:sp>
      <p:sp>
        <p:nvSpPr>
          <p:cNvPr id="36" name="">
            <a:extLst>
              <a:ext uri="{FF2B5EF4-FFF2-40B4-BE49-F238E27FC236}">
                <a16:creationId id="{405B84A0-7D68-4CE3-948F-417FC529A255}"/>
              </a:ext>
            </a:extLst>
          </p:cNvPr>
          <p:cNvSpPr>
            <a:spLocks noGrp="1"/>
          </p:cNvSpPr>
          <p:nvPr/>
        </p:nvSpPr>
        <p:spPr>
          <a:xfrm>
            <a:off x="8251478" y="3079403"/>
            <a:ext cx="419546" cy="37147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LW</a:t>
            </a:r>
          </a:p>
        </p:txBody>
      </p:sp>
      <p:sp>
        <p:nvSpPr>
          <p:cNvPr id="37" name="">
            <a:extLst>
              <a:ext uri="{FF2B5EF4-FFF2-40B4-BE49-F238E27FC236}">
                <a16:creationId id="{85CBEF3A-F362-4641-BBBB-5ECCCDAF6D69}"/>
              </a:ext>
            </a:extLst>
          </p:cNvPr>
          <p:cNvSpPr>
            <a:spLocks noGrp="1"/>
          </p:cNvSpPr>
          <p:nvPr/>
        </p:nvSpPr>
        <p:spPr>
          <a:xfrm>
            <a:off x="8775650" y="3092797"/>
            <a:ext cx="1380381" cy="342900"/>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Lunyan Wang</a:t>
            </a:r>
          </a:p>
        </p:txBody>
      </p:sp>
      <p:sp>
        <p:nvSpPr>
          <p:cNvPr id="38" name="">
            <a:extLst>
              <a:ext uri="{FF2B5EF4-FFF2-40B4-BE49-F238E27FC236}">
                <a16:creationId id="{21A321D2-FFEA-4FA3-AD33-90E6936BE0A8}"/>
              </a:ext>
            </a:extLst>
          </p:cNvPr>
          <p:cNvSpPr>
            <a:spLocks noGrp="1"/>
          </p:cNvSpPr>
          <p:nvPr/>
        </p:nvSpPr>
        <p:spPr>
          <a:xfrm>
            <a:off x="8185100" y="3565178"/>
            <a:ext cx="2415629"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Flow5 model; training; evaluation.</a:t>
            </a:r>
          </a:p>
        </p:txBody>
      </p:sp>
      <p:sp>
        <p:nvSpPr>
          <p:cNvPr id="39" name="">
            <a:extLst>
              <a:ext uri="{FF2B5EF4-FFF2-40B4-BE49-F238E27FC236}">
                <a16:creationId id="{2B85920E-85A7-47BF-AC76-5BC09B0C043A}"/>
              </a:ext>
            </a:extLst>
          </p:cNvPr>
          <p:cNvSpPr>
            <a:spLocks noGrp="1"/>
          </p:cNvSpPr>
          <p:nvPr/>
        </p:nvSpPr>
        <p:spPr>
          <a:xfrm>
            <a:off x="438150" y="4278213"/>
            <a:ext cx="3568601" cy="9525"/>
          </a:xfrm>
          <a:prstGeom prst="rect">
            <a:avLst/>
          </a:prstGeom>
          <a:solidFill>
            <a:srgbClr val="D6DCD9"/>
          </a:solidFill>
          <a:ln w="0">
            <a:solidFill>
              <a:srgbClr val="000000">
                <a:alpha val="0"/>
              </a:srgbClr>
            </a:solidFill>
          </a:ln>
        </p:spPr>
      </p:sp>
      <p:sp>
        <p:nvSpPr>
          <p:cNvPr id="40" name="">
            <a:extLst>
              <a:ext uri="{FF2B5EF4-FFF2-40B4-BE49-F238E27FC236}">
                <a16:creationId id="{8A70FEFE-29C9-40D9-8B73-78317B0445D8}"/>
              </a:ext>
            </a:extLst>
          </p:cNvPr>
          <p:cNvSpPr>
            <a:spLocks noGrp="1"/>
          </p:cNvSpPr>
          <p:nvPr/>
        </p:nvSpPr>
        <p:spPr>
          <a:xfrm>
            <a:off x="438150" y="4421088"/>
            <a:ext cx="457200" cy="457200"/>
          </a:xfrm>
          <a:prstGeom prst="rect">
            <a:avLst/>
          </a:prstGeom>
          <a:solidFill>
            <a:srgbClr val="E4EFED"/>
          </a:solidFill>
          <a:ln w="0">
            <a:solidFill>
              <a:srgbClr val="000000">
                <a:alpha val="0"/>
              </a:srgbClr>
            </a:solidFill>
          </a:ln>
        </p:spPr>
      </p:sp>
      <p:sp>
        <p:nvSpPr>
          <p:cNvPr id="41" name="">
            <a:extLst>
              <a:ext uri="{FF2B5EF4-FFF2-40B4-BE49-F238E27FC236}">
                <a16:creationId id="{74BF4B79-C081-42CF-8F1B-598E62347E58}"/>
              </a:ext>
            </a:extLst>
          </p:cNvPr>
          <p:cNvSpPr>
            <a:spLocks noGrp="1"/>
          </p:cNvSpPr>
          <p:nvPr/>
        </p:nvSpPr>
        <p:spPr>
          <a:xfrm>
            <a:off x="489942" y="4478238"/>
            <a:ext cx="448717" cy="37147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WS</a:t>
            </a:r>
          </a:p>
        </p:txBody>
      </p:sp>
      <p:sp>
        <p:nvSpPr>
          <p:cNvPr id="42" name="">
            <a:extLst>
              <a:ext uri="{FF2B5EF4-FFF2-40B4-BE49-F238E27FC236}">
                <a16:creationId id="{87985348-803A-4685-937C-62CF42CBADD5}"/>
              </a:ext>
            </a:extLst>
          </p:cNvPr>
          <p:cNvSpPr>
            <a:spLocks noGrp="1"/>
          </p:cNvSpPr>
          <p:nvPr/>
        </p:nvSpPr>
        <p:spPr>
          <a:xfrm>
            <a:off x="1028700" y="4491633"/>
            <a:ext cx="1190923" cy="342900"/>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Weishao Su</a:t>
            </a:r>
          </a:p>
        </p:txBody>
      </p:sp>
      <p:sp>
        <p:nvSpPr>
          <p:cNvPr id="43" name="">
            <a:extLst>
              <a:ext uri="{FF2B5EF4-FFF2-40B4-BE49-F238E27FC236}">
                <a16:creationId id="{105CE319-A93C-4665-AFD1-677300C9A106}"/>
              </a:ext>
            </a:extLst>
          </p:cNvPr>
          <p:cNvSpPr>
            <a:spLocks noGrp="1"/>
          </p:cNvSpPr>
          <p:nvPr/>
        </p:nvSpPr>
        <p:spPr>
          <a:xfrm>
            <a:off x="438150" y="4964013"/>
            <a:ext cx="2680246"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Team management; meeting minutes.</a:t>
            </a:r>
          </a:p>
        </p:txBody>
      </p:sp>
      <p:sp>
        <p:nvSpPr>
          <p:cNvPr id="44" name="">
            <a:extLst>
              <a:ext uri="{FF2B5EF4-FFF2-40B4-BE49-F238E27FC236}">
                <a16:creationId id="{9F0B102F-B1A0-4852-9147-DB4D319B04C0}"/>
              </a:ext>
            </a:extLst>
          </p:cNvPr>
          <p:cNvSpPr>
            <a:spLocks noGrp="1"/>
          </p:cNvSpPr>
          <p:nvPr/>
        </p:nvSpPr>
        <p:spPr>
          <a:xfrm>
            <a:off x="4311551" y="4278213"/>
            <a:ext cx="3568750" cy="9525"/>
          </a:xfrm>
          <a:prstGeom prst="rect">
            <a:avLst/>
          </a:prstGeom>
          <a:solidFill>
            <a:srgbClr val="D6DCD9"/>
          </a:solidFill>
          <a:ln w="0">
            <a:solidFill>
              <a:srgbClr val="000000">
                <a:alpha val="0"/>
              </a:srgbClr>
            </a:solidFill>
          </a:ln>
        </p:spPr>
      </p:sp>
      <p:sp>
        <p:nvSpPr>
          <p:cNvPr id="45" name="">
            <a:extLst>
              <a:ext uri="{FF2B5EF4-FFF2-40B4-BE49-F238E27FC236}">
                <a16:creationId id="{96E40465-AF20-445C-974E-A22AF5606F5B}"/>
              </a:ext>
            </a:extLst>
          </p:cNvPr>
          <p:cNvSpPr>
            <a:spLocks noGrp="1"/>
          </p:cNvSpPr>
          <p:nvPr/>
        </p:nvSpPr>
        <p:spPr>
          <a:xfrm>
            <a:off x="4311551" y="4421088"/>
            <a:ext cx="457200" cy="457200"/>
          </a:xfrm>
          <a:prstGeom prst="rect">
            <a:avLst/>
          </a:prstGeom>
          <a:solidFill>
            <a:srgbClr val="E4EFED"/>
          </a:solidFill>
          <a:ln w="0">
            <a:solidFill>
              <a:srgbClr val="000000">
                <a:alpha val="0"/>
              </a:srgbClr>
            </a:solidFill>
          </a:ln>
        </p:spPr>
      </p:sp>
      <p:sp>
        <p:nvSpPr>
          <p:cNvPr id="46" name="">
            <a:extLst>
              <a:ext uri="{FF2B5EF4-FFF2-40B4-BE49-F238E27FC236}">
                <a16:creationId id="{B813B83D-3986-4F5A-8A69-EB8264F3C7F4}"/>
              </a:ext>
            </a:extLst>
          </p:cNvPr>
          <p:cNvSpPr>
            <a:spLocks noGrp="1"/>
          </p:cNvSpPr>
          <p:nvPr/>
        </p:nvSpPr>
        <p:spPr>
          <a:xfrm>
            <a:off x="4405610" y="4478238"/>
            <a:ext cx="364331" cy="37147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XC</a:t>
            </a:r>
          </a:p>
        </p:txBody>
      </p:sp>
      <p:sp>
        <p:nvSpPr>
          <p:cNvPr id="47" name="">
            <a:extLst>
              <a:ext uri="{FF2B5EF4-FFF2-40B4-BE49-F238E27FC236}">
                <a16:creationId id="{CE7D44B9-3D5A-4B76-B4FB-DC1AB90C5666}"/>
              </a:ext>
            </a:extLst>
          </p:cNvPr>
          <p:cNvSpPr>
            <a:spLocks noGrp="1"/>
          </p:cNvSpPr>
          <p:nvPr/>
        </p:nvSpPr>
        <p:spPr>
          <a:xfrm>
            <a:off x="4902101" y="4491633"/>
            <a:ext cx="1498253" cy="342900"/>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XingTang Chen</a:t>
            </a:r>
          </a:p>
        </p:txBody>
      </p:sp>
      <p:sp>
        <p:nvSpPr>
          <p:cNvPr id="48" name="">
            <a:extLst>
              <a:ext uri="{FF2B5EF4-FFF2-40B4-BE49-F238E27FC236}">
                <a16:creationId id="{FE206EF8-20B7-4571-B966-130F3492E90D}"/>
              </a:ext>
            </a:extLst>
          </p:cNvPr>
          <p:cNvSpPr>
            <a:spLocks noGrp="1"/>
          </p:cNvSpPr>
          <p:nvPr/>
        </p:nvSpPr>
        <p:spPr>
          <a:xfrm>
            <a:off x="4311551" y="4964013"/>
            <a:ext cx="2613273"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Interactive slides; FiveK preparation;</a:t>
            </a:r>
          </a:p>
        </p:txBody>
      </p:sp>
      <p:sp>
        <p:nvSpPr>
          <p:cNvPr id="49" name="">
            <a:extLst>
              <a:ext uri="{FF2B5EF4-FFF2-40B4-BE49-F238E27FC236}">
                <a16:creationId id="{1F97F5CE-DB82-4B5A-B7AF-FF2F6366F661}"/>
              </a:ext>
            </a:extLst>
          </p:cNvPr>
          <p:cNvSpPr>
            <a:spLocks noGrp="1"/>
          </p:cNvSpPr>
          <p:nvPr/>
        </p:nvSpPr>
        <p:spPr>
          <a:xfrm>
            <a:off x="4311551" y="5177284"/>
            <a:ext cx="559445"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report.</a:t>
            </a:r>
          </a:p>
        </p:txBody>
      </p:sp>
      <p:sp>
        <p:nvSpPr>
          <p:cNvPr id="50" name="">
            <a:extLst>
              <a:ext uri="{FF2B5EF4-FFF2-40B4-BE49-F238E27FC236}">
                <a16:creationId id="{C5DD5DCC-4EBE-4637-886B-153F5CD2373B}"/>
              </a:ext>
            </a:extLst>
          </p:cNvPr>
          <p:cNvSpPr>
            <a:spLocks noGrp="1"/>
          </p:cNvSpPr>
          <p:nvPr/>
        </p:nvSpPr>
        <p:spPr>
          <a:xfrm>
            <a:off x="8185100" y="4278213"/>
            <a:ext cx="3568601" cy="9525"/>
          </a:xfrm>
          <a:prstGeom prst="rect">
            <a:avLst/>
          </a:prstGeom>
          <a:solidFill>
            <a:srgbClr val="D6DCD9"/>
          </a:solidFill>
          <a:ln w="0">
            <a:solidFill>
              <a:srgbClr val="000000">
                <a:alpha val="0"/>
              </a:srgbClr>
            </a:solidFill>
          </a:ln>
        </p:spPr>
      </p:sp>
      <p:sp>
        <p:nvSpPr>
          <p:cNvPr id="51" name="">
            <a:extLst>
              <a:ext uri="{FF2B5EF4-FFF2-40B4-BE49-F238E27FC236}">
                <a16:creationId id="{4C843B63-1AA8-4A0F-AD80-11CD090CB6D5}"/>
              </a:ext>
            </a:extLst>
          </p:cNvPr>
          <p:cNvSpPr>
            <a:spLocks noGrp="1"/>
          </p:cNvSpPr>
          <p:nvPr/>
        </p:nvSpPr>
        <p:spPr>
          <a:xfrm>
            <a:off x="8185100" y="4421088"/>
            <a:ext cx="457200" cy="457200"/>
          </a:xfrm>
          <a:prstGeom prst="rect">
            <a:avLst/>
          </a:prstGeom>
          <a:solidFill>
            <a:srgbClr val="E4EFED"/>
          </a:solidFill>
          <a:ln w="0">
            <a:solidFill>
              <a:srgbClr val="000000">
                <a:alpha val="0"/>
              </a:srgbClr>
            </a:solidFill>
          </a:ln>
        </p:spPr>
      </p:sp>
      <p:sp>
        <p:nvSpPr>
          <p:cNvPr id="52" name="">
            <a:extLst>
              <a:ext uri="{FF2B5EF4-FFF2-40B4-BE49-F238E27FC236}">
                <a16:creationId id="{4F77D8B1-F104-402A-AAED-D17675670188}"/>
              </a:ext>
            </a:extLst>
          </p:cNvPr>
          <p:cNvSpPr>
            <a:spLocks noGrp="1"/>
          </p:cNvSpPr>
          <p:nvPr/>
        </p:nvSpPr>
        <p:spPr>
          <a:xfrm>
            <a:off x="8280350" y="4478238"/>
            <a:ext cx="361950" cy="371475"/>
          </a:xfrm>
          <a:prstGeom prst="rect">
            <a:avLst/>
          </a:prstGeom>
          <a:solidFill>
            <a:srgbClr val="000000">
              <a:alpha val="0"/>
            </a:srgbClr>
          </a:solidFill>
          <a:ln w="0">
            <a:solidFill>
              <a:srgbClr val="000000">
                <a:alpha val="0"/>
              </a:srgbClr>
            </a:solidFill>
          </a:ln>
        </p:spPr>
        <p:txBody>
          <a:bodyPr lIns="0" tIns="0" rIns="0" bIns="0" anchor="ctr"/>
          <a:lstStyle/>
          <a:p>
            <a:r>
              <a:rPr sz="1570" b="0">
                <a:solidFill>
                  <a:srgbClr val="20272D"/>
                </a:solidFill>
              </a:rPr>
              <a:t>ZZ</a:t>
            </a:r>
          </a:p>
        </p:txBody>
      </p:sp>
      <p:sp>
        <p:nvSpPr>
          <p:cNvPr id="53" name="">
            <a:extLst>
              <a:ext uri="{FF2B5EF4-FFF2-40B4-BE49-F238E27FC236}">
                <a16:creationId id="{3753DF5E-73F4-4ACA-A6AA-73F41C46CA34}"/>
              </a:ext>
            </a:extLst>
          </p:cNvPr>
          <p:cNvSpPr>
            <a:spLocks noGrp="1"/>
          </p:cNvSpPr>
          <p:nvPr/>
        </p:nvSpPr>
        <p:spPr>
          <a:xfrm>
            <a:off x="8775650" y="4491633"/>
            <a:ext cx="1256258" cy="342900"/>
          </a:xfrm>
          <a:prstGeom prst="rect">
            <a:avLst/>
          </a:prstGeom>
          <a:solidFill>
            <a:srgbClr val="000000">
              <a:alpha val="0"/>
            </a:srgbClr>
          </a:solidFill>
          <a:ln w="0">
            <a:solidFill>
              <a:srgbClr val="000000">
                <a:alpha val="0"/>
              </a:srgbClr>
            </a:solidFill>
          </a:ln>
        </p:spPr>
        <p:txBody>
          <a:bodyPr lIns="0" tIns="0" rIns="0" bIns="0" anchor="ctr"/>
          <a:lstStyle/>
          <a:p>
            <a:r>
              <a:rPr sz="1433" b="0">
                <a:solidFill>
                  <a:srgbClr val="20272D"/>
                </a:solidFill>
              </a:rPr>
              <a:t>Zihao Zhang</a:t>
            </a:r>
          </a:p>
        </p:txBody>
      </p:sp>
      <p:sp>
        <p:nvSpPr>
          <p:cNvPr id="54" name="">
            <a:extLst>
              <a:ext uri="{FF2B5EF4-FFF2-40B4-BE49-F238E27FC236}">
                <a16:creationId id="{F2F4594D-5243-4F99-8780-76019F40D23A}"/>
              </a:ext>
            </a:extLst>
          </p:cNvPr>
          <p:cNvSpPr>
            <a:spLocks noGrp="1"/>
          </p:cNvSpPr>
          <p:nvPr/>
        </p:nvSpPr>
        <p:spPr>
          <a:xfrm>
            <a:off x="8185100" y="4964013"/>
            <a:ext cx="2478584" cy="219075"/>
          </a:xfrm>
          <a:prstGeom prst="rect">
            <a:avLst/>
          </a:prstGeom>
          <a:solidFill>
            <a:srgbClr val="000000">
              <a:alpha val="0"/>
            </a:srgbClr>
          </a:solidFill>
          <a:ln w="0">
            <a:solidFill>
              <a:srgbClr val="000000">
                <a:alpha val="0"/>
              </a:srgbClr>
            </a:solidFill>
          </a:ln>
        </p:spPr>
        <p:txBody>
          <a:bodyPr lIns="0" tIns="0" rIns="0" bIns="0" anchor="ctr"/>
          <a:lstStyle/>
          <a:p>
            <a:r>
              <a:rPr sz="1092" b="0">
                <a:solidFill>
                  <a:srgbClr val="68727A"/>
                </a:solidFill>
              </a:rPr>
              <a:t>Tracker; deliverables not specified.</a:t>
            </a:r>
          </a:p>
        </p:txBody>
      </p:sp>
      <p:sp>
        <p:nvSpPr>
          <p:cNvPr id="55" name="">
            <a:extLst>
              <a:ext uri="{FF2B5EF4-FFF2-40B4-BE49-F238E27FC236}">
                <a16:creationId id="{67C8087B-2E10-48CD-B1E8-A6A8A1352846}"/>
              </a:ext>
            </a:extLst>
          </p:cNvPr>
          <p:cNvSpPr>
            <a:spLocks noGrp="1"/>
          </p:cNvSpPr>
          <p:nvPr/>
        </p:nvSpPr>
        <p:spPr>
          <a:xfrm>
            <a:off x="438150" y="5810399"/>
            <a:ext cx="11315700" cy="9525"/>
          </a:xfrm>
          <a:prstGeom prst="rect">
            <a:avLst/>
          </a:prstGeom>
          <a:solidFill>
            <a:srgbClr val="20272D"/>
          </a:solidFill>
          <a:ln w="0">
            <a:solidFill>
              <a:srgbClr val="000000">
                <a:alpha val="0"/>
              </a:srgbClr>
            </a:solidFill>
          </a:ln>
        </p:spPr>
      </p:sp>
      <p:sp>
        <p:nvSpPr>
          <p:cNvPr id="56" name="">
            <a:extLst>
              <a:ext uri="{FF2B5EF4-FFF2-40B4-BE49-F238E27FC236}">
                <a16:creationId id="{DE127AF5-AC02-4FA1-A968-550CC7D29A22}"/>
              </a:ext>
            </a:extLst>
          </p:cNvPr>
          <p:cNvSpPr>
            <a:spLocks noGrp="1"/>
          </p:cNvSpPr>
          <p:nvPr/>
        </p:nvSpPr>
        <p:spPr>
          <a:xfrm>
            <a:off x="438150" y="6010870"/>
            <a:ext cx="3824288"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Contributions: report Table 6. Deliverable gaps remain explicit.</a:t>
            </a:r>
          </a:p>
        </p:txBody>
      </p:sp>
      <p:sp>
        <p:nvSpPr>
          <p:cNvPr id="57" name="">
            <a:extLst>
              <a:ext uri="{FF2B5EF4-FFF2-40B4-BE49-F238E27FC236}">
                <a16:creationId id="{C6FD8421-DD61-4523-9B2F-674DE504A6FE}"/>
              </a:ext>
            </a:extLst>
          </p:cNvPr>
          <p:cNvSpPr>
            <a:spLocks noGrp="1"/>
          </p:cNvSpPr>
          <p:nvPr/>
        </p:nvSpPr>
        <p:spPr>
          <a:xfrm>
            <a:off x="7944892" y="5981849"/>
            <a:ext cx="3904208" cy="247650"/>
          </a:xfrm>
          <a:prstGeom prst="rect">
            <a:avLst/>
          </a:prstGeom>
          <a:solidFill>
            <a:srgbClr val="000000">
              <a:alpha val="0"/>
            </a:srgbClr>
          </a:solidFill>
          <a:ln w="0">
            <a:solidFill>
              <a:srgbClr val="000000">
                <a:alpha val="0"/>
              </a:srgbClr>
            </a:solidFill>
          </a:ln>
        </p:spPr>
        <p:txBody>
          <a:bodyPr lIns="0" tIns="0" rIns="0" bIns="0" anchor="ctr"/>
          <a:lstStyle/>
          <a:p>
            <a:r>
              <a:rPr sz="1201" b="0">
                <a:solidFill>
                  <a:srgbClr val="20272D"/>
                </a:solidFill>
              </a:rPr>
              <a:t>Research → development → evaluation → delivery</a:t>
            </a:r>
          </a:p>
        </p:txBody>
      </p:sp>
      <p:sp>
        <p:nvSpPr>
          <p:cNvPr id="58" name="">
            <a:extLst>
              <a:ext uri="{FF2B5EF4-FFF2-40B4-BE49-F238E27FC236}">
                <a16:creationId id="{3AE62E5B-8E45-477D-954E-464B622580D6}"/>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59" name="">
            <a:extLst>
              <a:ext uri="{FF2B5EF4-FFF2-40B4-BE49-F238E27FC236}">
                <a16:creationId id="{371F507C-D9A6-4824-AB4F-7E43F5EE60EE}"/>
              </a:ext>
            </a:extLst>
          </p:cNvPr>
          <p:cNvSpPr>
            <a:spLocks noGrp="1"/>
          </p:cNvSpPr>
          <p:nvPr/>
        </p:nvSpPr>
        <p:spPr>
          <a:xfrm>
            <a:off x="438150" y="6480870"/>
            <a:ext cx="1258937"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6, TABLE 6</a:t>
            </a:r>
          </a:p>
        </p:txBody>
      </p:sp>
      <p:sp>
        <p:nvSpPr>
          <p:cNvPr id="60" name="">
            <a:extLst>
              <a:ext uri="{FF2B5EF4-FFF2-40B4-BE49-F238E27FC236}">
                <a16:creationId id="{343B8758-8036-4736-8B12-2CAFE2F403FB}"/>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24 / 25</a:t>
            </a:r>
          </a:p>
        </p:txBody>
      </p:sp>
      <p:sp>
        <p:nvSpPr>
          <p:cNvPr id="61" name="">
            <a:extLst>
              <a:ext uri="{FF2B5EF4-FFF2-40B4-BE49-F238E27FC236}">
                <a16:creationId id="{90348132-D89F-4440-990D-3FB5C199ED00}"/>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3:creationId val="1737741213"/>
      </p:ext>
    </p:extLst>
  </p:cSld>
</p:sld>
</file>

<file path=ppt/slides/slide25.xml><?xml version="1.0" encoding="utf-8"?>
<p:sld xmlns:a="http://schemas.openxmlformats.org/drawingml/2006/main" xmlns:a16="http://schemas.microsoft.com/office/drawing/2014/main" xmlns:ns4="http://schemas.microsoft.com/office/powerpoint/2010/main" xmlns:p="http://schemas.openxmlformats.org/presentationml/2006/main" xmlns:r="http://schemas.openxmlformats.org/officeDocument/2006/relationships">
  <p:cSld>
    <p:bg>
      <p:bgPr>
        <a:solidFill>
          <a:srgbClr val="F4F4F2"/>
        </a:solidFill>
      </p:bgPr>
    </p:bg>
    <p:spTree>
      <p:nvGrpSpPr>
        <p:cNvPr id="0" name=""/>
        <p:cNvGrpSpPr/>
        <p:nvPr/>
      </p:nvGrpSpPr>
      <p:grpSpPr>
        <a:xfrm/>
      </p:grpSpPr>
      <p:sp>
        <p:nvSpPr>
          <p:cNvPr id="1" name="Slide Number Placeholder 5">
            <a:extLst>
              <a:ext uri="{FF2B5EF4-FFF2-40B4-BE49-F238E27FC236}">
                <a16:creationId id="{5616ABE6-5EBF-4A0F-A47D-5A3A425BC20E}"/>
              </a:ext>
            </a:extLst>
          </p:cNvPr>
          <p:cNvSpPr>
            <a:spLocks noGrp="1"/>
          </p:cNvSpPr>
          <p:nvPr>
            <p:ph type="sldNum" idx="12"/>
          </p:nvPr>
        </p:nvSpPr>
        <p:spPr>
          <a:xfrm>
            <a:off x="1524000" y="1122363"/>
            <a:ext cx="9144000" cy="2387600"/>
          </a:xfrm>
        </p:spPr>
        <p:txBody>
          <a:bodyPr/>
          <a:lstStyle/>
          <a:p>
            <a:r>
              <a:t/>
            </a:r>
          </a:p>
        </p:txBody>
      </p:sp>
      <p:sp>
        <p:nvSpPr>
          <p:cNvPr id="2" name="">
            <a:extLst>
              <a:ext uri="{FF2B5EF4-FFF2-40B4-BE49-F238E27FC236}">
                <a16:creationId id="{B2D4B94C-3E68-4F6E-A0FA-8FC3F1237911}"/>
              </a:ext>
            </a:extLst>
          </p:cNvPr>
          <p:cNvSpPr>
            <a:spLocks noGrp="1"/>
          </p:cNvSpPr>
          <p:nvPr/>
        </p:nvSpPr>
        <p:spPr>
          <a:xfrm>
            <a:off x="0" y="0"/>
            <a:ext cx="12192000" cy="6858000"/>
          </a:xfrm>
          <a:prstGeom prst="rect">
            <a:avLst/>
          </a:prstGeom>
          <a:solidFill>
            <a:srgbClr val="F7F7F3"/>
          </a:solidFill>
          <a:ln w="0">
            <a:solidFill>
              <a:srgbClr val="000000">
                <a:alpha val="0"/>
              </a:srgbClr>
            </a:solidFill>
          </a:ln>
        </p:spPr>
      </p:sp>
      <p:sp>
        <p:nvSpPr>
          <p:cNvPr id="3" name="">
            <a:extLst>
              <a:ext uri="{FF2B5EF4-FFF2-40B4-BE49-F238E27FC236}">
                <a16:creationId id="{1689E3E3-CAA7-4DE1-BB84-D5F9FB34C677}"/>
              </a:ext>
            </a:extLst>
          </p:cNvPr>
          <p:cNvSpPr>
            <a:spLocks noGrp="1"/>
          </p:cNvSpPr>
          <p:nvPr/>
        </p:nvSpPr>
        <p:spPr>
          <a:xfrm>
            <a:off x="438150" y="876300"/>
            <a:ext cx="11315700" cy="9525"/>
          </a:xfrm>
          <a:prstGeom prst="rect">
            <a:avLst/>
          </a:prstGeom>
          <a:solidFill>
            <a:srgbClr val="20272D"/>
          </a:solidFill>
          <a:ln w="0">
            <a:solidFill>
              <a:srgbClr val="000000">
                <a:alpha val="0"/>
              </a:srgbClr>
            </a:solidFill>
          </a:ln>
        </p:spPr>
      </p:sp>
      <p:sp>
        <p:nvSpPr>
          <p:cNvPr id="4" name="">
            <a:extLst>
              <a:ext uri="{FF2B5EF4-FFF2-40B4-BE49-F238E27FC236}">
                <a16:creationId id="{44C950C7-17FD-42C5-A197-80B5874ED80E}"/>
              </a:ext>
            </a:extLst>
          </p:cNvPr>
          <p:cNvSpPr>
            <a:spLocks noGrp="1"/>
          </p:cNvSpPr>
          <p:nvPr/>
        </p:nvSpPr>
        <p:spPr>
          <a:xfrm>
            <a:off x="660648" y="328613"/>
            <a:ext cx="406896" cy="342900"/>
          </a:xfrm>
          <a:prstGeom prst="rect">
            <a:avLst/>
          </a:prstGeom>
          <a:solidFill>
            <a:srgbClr val="F3DF4F"/>
          </a:solidFill>
          <a:ln w="0">
            <a:solidFill>
              <a:srgbClr val="000000">
                <a:alpha val="0"/>
              </a:srgbClr>
            </a:solidFill>
          </a:ln>
        </p:spPr>
      </p:sp>
      <p:sp>
        <p:nvSpPr>
          <p:cNvPr id="5" name="">
            <a:extLst>
              <a:ext uri="{FF2B5EF4-FFF2-40B4-BE49-F238E27FC236}">
                <a16:creationId id="{2261C33E-21C0-4845-A3FE-062FF3921180}"/>
              </a:ext>
            </a:extLst>
          </p:cNvPr>
          <p:cNvSpPr>
            <a:spLocks noGrp="1"/>
          </p:cNvSpPr>
          <p:nvPr/>
        </p:nvSpPr>
        <p:spPr>
          <a:xfrm>
            <a:off x="746373" y="347663"/>
            <a:ext cx="330696" cy="333375"/>
          </a:xfrm>
          <a:prstGeom prst="rect">
            <a:avLst/>
          </a:prstGeom>
          <a:solidFill>
            <a:srgbClr val="000000">
              <a:alpha val="0"/>
            </a:srgbClr>
          </a:solidFill>
          <a:ln w="0">
            <a:solidFill>
              <a:srgbClr val="000000">
                <a:alpha val="0"/>
              </a:srgbClr>
            </a:solidFill>
          </a:ln>
        </p:spPr>
        <p:txBody>
          <a:bodyPr lIns="0" tIns="0" rIns="0" bIns="0" anchor="ctr"/>
          <a:lstStyle/>
          <a:p>
            <a:r>
              <a:rPr sz="1365" b="1">
                <a:solidFill>
                  <a:srgbClr val="20272D"/>
                </a:solidFill>
              </a:rPr>
              <a:t>25</a:t>
            </a:r>
          </a:p>
        </p:txBody>
      </p:sp>
      <p:sp>
        <p:nvSpPr>
          <p:cNvPr id="6" name="">
            <a:extLst>
              <a:ext uri="{FF2B5EF4-FFF2-40B4-BE49-F238E27FC236}">
                <a16:creationId id="{D0A92A0E-E9B7-439B-B45A-25E9F19236A4}"/>
              </a:ext>
            </a:extLst>
          </p:cNvPr>
          <p:cNvSpPr>
            <a:spLocks noGrp="1"/>
          </p:cNvSpPr>
          <p:nvPr/>
        </p:nvSpPr>
        <p:spPr>
          <a:xfrm>
            <a:off x="1248519" y="242292"/>
            <a:ext cx="5687764" cy="542925"/>
          </a:xfrm>
          <a:prstGeom prst="rect">
            <a:avLst/>
          </a:prstGeom>
          <a:solidFill>
            <a:srgbClr val="000000">
              <a:alpha val="0"/>
            </a:srgbClr>
          </a:solidFill>
          <a:ln w="0">
            <a:solidFill>
              <a:srgbClr val="000000">
                <a:alpha val="0"/>
              </a:srgbClr>
            </a:solidFill>
          </a:ln>
        </p:spPr>
        <p:txBody>
          <a:bodyPr lIns="0" tIns="0" rIns="0" bIns="0" anchor="ctr"/>
          <a:lstStyle/>
          <a:p>
            <a:r>
              <a:rPr sz="2321" b="1">
                <a:solidFill>
                  <a:srgbClr val="20272D"/>
                </a:solidFill>
              </a:rPr>
              <a:t>Reflections, limitations and conclusion</a:t>
            </a:r>
          </a:p>
        </p:txBody>
      </p:sp>
      <p:sp>
        <p:nvSpPr>
          <p:cNvPr id="7" name="">
            <a:extLst>
              <a:ext uri="{FF2B5EF4-FFF2-40B4-BE49-F238E27FC236}">
                <a16:creationId id="{0E2E19BC-40DB-4EE3-A0EE-B2CFB1EF5045}"/>
              </a:ext>
            </a:extLst>
          </p:cNvPr>
          <p:cNvSpPr>
            <a:spLocks noGrp="1"/>
          </p:cNvSpPr>
          <p:nvPr/>
        </p:nvSpPr>
        <p:spPr>
          <a:xfrm>
            <a:off x="438150" y="1368772"/>
            <a:ext cx="3269456" cy="657225"/>
          </a:xfrm>
          <a:prstGeom prst="rect">
            <a:avLst/>
          </a:prstGeom>
          <a:solidFill>
            <a:srgbClr val="000000">
              <a:alpha val="0"/>
            </a:srgbClr>
          </a:solidFill>
          <a:ln w="0">
            <a:solidFill>
              <a:srgbClr val="000000">
                <a:alpha val="0"/>
              </a:srgbClr>
            </a:solidFill>
          </a:ln>
        </p:spPr>
        <p:txBody>
          <a:bodyPr lIns="0" tIns="0" rIns="0" bIns="0" anchor="ctr"/>
          <a:lstStyle/>
          <a:p>
            <a:r>
              <a:rPr sz="2867" b="0">
                <a:solidFill>
                  <a:srgbClr val="20272D"/>
                </a:solidFill>
              </a:rPr>
              <a:t>Personalization as</a:t>
            </a:r>
          </a:p>
        </p:txBody>
      </p:sp>
      <p:sp>
        <p:nvSpPr>
          <p:cNvPr id="8" name="">
            <a:extLst>
              <a:ext uri="{FF2B5EF4-FFF2-40B4-BE49-F238E27FC236}">
                <a16:creationId id="{0BE5D5D9-3EA5-44D7-8CD0-238FB13AC359}"/>
              </a:ext>
            </a:extLst>
          </p:cNvPr>
          <p:cNvSpPr>
            <a:spLocks noGrp="1"/>
          </p:cNvSpPr>
          <p:nvPr/>
        </p:nvSpPr>
        <p:spPr>
          <a:xfrm>
            <a:off x="438150" y="1824782"/>
            <a:ext cx="3798243" cy="657225"/>
          </a:xfrm>
          <a:prstGeom prst="rect">
            <a:avLst/>
          </a:prstGeom>
          <a:solidFill>
            <a:srgbClr val="000000">
              <a:alpha val="0"/>
            </a:srgbClr>
          </a:solidFill>
          <a:ln w="0">
            <a:solidFill>
              <a:srgbClr val="000000">
                <a:alpha val="0"/>
              </a:srgbClr>
            </a:solidFill>
          </a:ln>
        </p:spPr>
        <p:txBody>
          <a:bodyPr lIns="0" tIns="0" rIns="0" bIns="0" anchor="ctr"/>
          <a:lstStyle/>
          <a:p>
            <a:r>
              <a:rPr sz="2867" b="0">
                <a:solidFill>
                  <a:srgbClr val="20272D"/>
                </a:solidFill>
              </a:rPr>
              <a:t>a distribution of edits.</a:t>
            </a:r>
          </a:p>
        </p:txBody>
      </p:sp>
      <p:sp>
        <p:nvSpPr>
          <p:cNvPr id="9" name="">
            <a:extLst>
              <a:ext uri="{FF2B5EF4-FFF2-40B4-BE49-F238E27FC236}">
                <a16:creationId id="{C1BD7FDE-2558-461E-83A3-AFE49639FD08}"/>
              </a:ext>
            </a:extLst>
          </p:cNvPr>
          <p:cNvSpPr>
            <a:spLocks noGrp="1"/>
          </p:cNvSpPr>
          <p:nvPr/>
        </p:nvSpPr>
        <p:spPr>
          <a:xfrm>
            <a:off x="438150" y="2671316"/>
            <a:ext cx="3025973" cy="304800"/>
          </a:xfrm>
          <a:prstGeom prst="rect">
            <a:avLst/>
          </a:prstGeom>
          <a:solidFill>
            <a:srgbClr val="000000">
              <a:alpha val="0"/>
            </a:srgbClr>
          </a:solidFill>
          <a:ln w="0">
            <a:solidFill>
              <a:srgbClr val="000000">
                <a:alpha val="0"/>
              </a:srgbClr>
            </a:solidFill>
          </a:ln>
        </p:spPr>
        <p:txBody>
          <a:bodyPr lIns="0" tIns="0" rIns="0" bIns="0" anchor="ctr"/>
          <a:lstStyle/>
          <a:p>
            <a:r>
              <a:rPr sz="1706" b="0">
                <a:solidFill>
                  <a:srgbClr val="315D73"/>
                </a:solidFill>
              </a:rPr>
              <a:t>P(z | image, history)</a:t>
            </a:r>
          </a:p>
        </p:txBody>
      </p:sp>
      <p:sp>
        <p:nvSpPr>
          <p:cNvPr id="10" name="">
            <a:extLst>
              <a:ext uri="{FF2B5EF4-FFF2-40B4-BE49-F238E27FC236}">
                <a16:creationId id="{AAA62902-EB10-4B72-A9D3-C217A67F5FDA}"/>
              </a:ext>
            </a:extLst>
          </p:cNvPr>
          <p:cNvSpPr>
            <a:spLocks noGrp="1"/>
          </p:cNvSpPr>
          <p:nvPr/>
        </p:nvSpPr>
        <p:spPr>
          <a:xfrm>
            <a:off x="438150" y="3207097"/>
            <a:ext cx="5808464" cy="9525"/>
          </a:xfrm>
          <a:prstGeom prst="rect">
            <a:avLst/>
          </a:prstGeom>
          <a:solidFill>
            <a:srgbClr val="D6DCD9"/>
          </a:solidFill>
          <a:ln w="0">
            <a:solidFill>
              <a:srgbClr val="000000">
                <a:alpha val="0"/>
              </a:srgbClr>
            </a:solidFill>
          </a:ln>
        </p:spPr>
      </p:sp>
      <p:sp>
        <p:nvSpPr>
          <p:cNvPr id="11" name="">
            <a:extLst>
              <a:ext uri="{FF2B5EF4-FFF2-40B4-BE49-F238E27FC236}">
                <a16:creationId id="{89EE9668-6A07-4BF4-8193-D732B55C4128}"/>
              </a:ext>
            </a:extLst>
          </p:cNvPr>
          <p:cNvSpPr>
            <a:spLocks noGrp="1"/>
          </p:cNvSpPr>
          <p:nvPr/>
        </p:nvSpPr>
        <p:spPr>
          <a:xfrm>
            <a:off x="438150" y="3349972"/>
            <a:ext cx="1918990" cy="361950"/>
          </a:xfrm>
          <a:prstGeom prst="rect">
            <a:avLst/>
          </a:prstGeom>
          <a:solidFill>
            <a:srgbClr val="000000">
              <a:alpha val="0"/>
            </a:srgbClr>
          </a:solidFill>
          <a:ln w="0">
            <a:solidFill>
              <a:srgbClr val="000000">
                <a:alpha val="0"/>
              </a:srgbClr>
            </a:solidFill>
          </a:ln>
        </p:spPr>
        <p:txBody>
          <a:bodyPr lIns="0" tIns="0" rIns="0" bIns="0" anchor="ctr"/>
          <a:lstStyle/>
          <a:p>
            <a:r>
              <a:rPr sz="1502" b="1">
                <a:solidFill>
                  <a:srgbClr val="20272D"/>
                </a:solidFill>
              </a:rPr>
              <a:t>Current limitations</a:t>
            </a:r>
          </a:p>
        </p:txBody>
      </p:sp>
      <p:sp>
        <p:nvSpPr>
          <p:cNvPr id="12" name="">
            <a:extLst>
              <a:ext uri="{FF2B5EF4-FFF2-40B4-BE49-F238E27FC236}">
                <a16:creationId id="{C3C80B1C-876C-4AAD-B7E6-5147269D9544}"/>
              </a:ext>
            </a:extLst>
          </p:cNvPr>
          <p:cNvSpPr>
            <a:spLocks noGrp="1"/>
          </p:cNvSpPr>
          <p:nvPr/>
        </p:nvSpPr>
        <p:spPr>
          <a:xfrm>
            <a:off x="438150" y="3793778"/>
            <a:ext cx="2358777"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68727A"/>
                </a:solidFill>
              </a:rPr>
              <a:t>Weaker history dependence</a:t>
            </a:r>
          </a:p>
        </p:txBody>
      </p:sp>
      <p:sp>
        <p:nvSpPr>
          <p:cNvPr id="13" name="">
            <a:extLst>
              <a:ext uri="{FF2B5EF4-FFF2-40B4-BE49-F238E27FC236}">
                <a16:creationId id="{20D5827F-CDDE-4F2B-A82C-5A1BDE34A09C}"/>
              </a:ext>
            </a:extLst>
          </p:cNvPr>
          <p:cNvSpPr>
            <a:spLocks noGrp="1"/>
          </p:cNvSpPr>
          <p:nvPr/>
        </p:nvSpPr>
        <p:spPr>
          <a:xfrm>
            <a:off x="438150" y="4101405"/>
            <a:ext cx="2760911"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68727A"/>
                </a:solidFill>
              </a:rPr>
              <a:t>Global colour and tone edits only</a:t>
            </a:r>
          </a:p>
        </p:txBody>
      </p:sp>
      <p:sp>
        <p:nvSpPr>
          <p:cNvPr id="14" name="">
            <a:extLst>
              <a:ext uri="{FF2B5EF4-FFF2-40B4-BE49-F238E27FC236}">
                <a16:creationId id="{9F91950D-0A03-430C-94F7-7E6FF2A1DC54}"/>
              </a:ext>
            </a:extLst>
          </p:cNvPr>
          <p:cNvSpPr>
            <a:spLocks noGrp="1"/>
          </p:cNvSpPr>
          <p:nvPr/>
        </p:nvSpPr>
        <p:spPr>
          <a:xfrm>
            <a:off x="438150" y="4409033"/>
            <a:ext cx="3334048" cy="257175"/>
          </a:xfrm>
          <a:prstGeom prst="rect">
            <a:avLst/>
          </a:prstGeom>
          <a:solidFill>
            <a:srgbClr val="000000">
              <a:alpha val="0"/>
            </a:srgbClr>
          </a:solidFill>
          <a:ln w="0">
            <a:solidFill>
              <a:srgbClr val="000000">
                <a:alpha val="0"/>
              </a:srgbClr>
            </a:solidFill>
          </a:ln>
        </p:spPr>
        <p:txBody>
          <a:bodyPr lIns="0" tIns="0" rIns="0" bIns="0" anchor="ctr"/>
          <a:lstStyle/>
          <a:p>
            <a:r>
              <a:rPr sz="1297" b="0">
                <a:solidFill>
                  <a:srgbClr val="68727A"/>
                </a:solidFill>
              </a:rPr>
              <a:t>Limited subjective preference validation</a:t>
            </a:r>
          </a:p>
        </p:txBody>
      </p:sp>
      <p:pic>
        <p:nvPicPr>
          <p:cNvPr id="15" name=""/>
          <p:cNvPicPr>
            <a:picLocks noChangeAspect="1"/>
          </p:cNvPicPr>
          <p:nvPr/>
        </p:nvPicPr>
        <p:blipFill>
          <a:blip r:embed="Refd9e8bc898249d9"/>
          <a:srcRect l="0" t="4469" r="0" b="4469"/>
          <a:stretch>
            <a:fillRect l="0" t="0" r="0" b="0"/>
          </a:stretch>
        </p:blipFill>
        <p:spPr>
          <a:xfrm>
            <a:off x="6913364" y="1311176"/>
            <a:ext cx="2362944" cy="1428750"/>
          </a:xfrm>
          <a:prstGeom prst="rect">
            <a:avLst/>
          </a:prstGeom>
        </p:spPr>
      </p:pic>
      <p:pic>
        <p:nvPicPr>
          <p:cNvPr id="16" name=""/>
          <p:cNvPicPr>
            <a:picLocks noChangeAspect="1"/>
          </p:cNvPicPr>
          <p:nvPr/>
        </p:nvPicPr>
        <p:blipFill>
          <a:blip r:embed="Rbb9231a8665b48de"/>
          <a:srcRect l="0" t="4609" r="0" b="4609"/>
          <a:stretch>
            <a:fillRect l="0" t="0" r="0" b="0"/>
          </a:stretch>
        </p:blipFill>
        <p:spPr>
          <a:xfrm>
            <a:off x="9390608" y="1311176"/>
            <a:ext cx="2363093" cy="1428750"/>
          </a:xfrm>
          <a:prstGeom prst="rect">
            <a:avLst/>
          </a:prstGeom>
        </p:spPr>
      </p:pic>
      <p:sp>
        <p:nvSpPr>
          <p:cNvPr id="17" name="">
            <a:extLst>
              <a:ext uri="{FF2B5EF4-FFF2-40B4-BE49-F238E27FC236}">
                <a16:creationId id="{A39CDFE3-9D2F-496B-A111-13AF48E0A1B6}"/>
              </a:ext>
            </a:extLst>
          </p:cNvPr>
          <p:cNvSpPr>
            <a:spLocks noGrp="1"/>
          </p:cNvSpPr>
          <p:nvPr/>
        </p:nvSpPr>
        <p:spPr>
          <a:xfrm>
            <a:off x="6913364" y="2816126"/>
            <a:ext cx="2921347" cy="200025"/>
          </a:xfrm>
          <a:prstGeom prst="rect">
            <a:avLst/>
          </a:prstGeom>
          <a:solidFill>
            <a:srgbClr val="000000">
              <a:alpha val="0"/>
            </a:srgbClr>
          </a:solidFill>
          <a:ln w="0">
            <a:solidFill>
              <a:srgbClr val="000000">
                <a:alpha val="0"/>
              </a:srgbClr>
            </a:solidFill>
          </a:ln>
        </p:spPr>
        <p:txBody>
          <a:bodyPr lIns="0" tIns="0" rIns="0" bIns="0" anchor="ctr"/>
          <a:lstStyle/>
          <a:p>
            <a:r>
              <a:rPr sz="956" b="0">
                <a:solidFill>
                  <a:srgbClr val="68727A"/>
                </a:solidFill>
              </a:rPr>
              <a:t>Original and recorded expert edit, FiveK a0412.</a:t>
            </a:r>
          </a:p>
        </p:txBody>
      </p:sp>
      <p:pic>
        <p:nvPicPr>
          <p:cNvPr id="18" name=""/>
          <p:cNvPicPr>
            <a:picLocks noChangeAspect="1"/>
          </p:cNvPicPr>
          <p:nvPr/>
        </p:nvPicPr>
        <p:blipFill>
          <a:blip r:embed="R3fb2d5236397436d"/>
          <a:srcRect l="0" t="195" r="0" b="195"/>
          <a:stretch>
            <a:fillRect l="0" t="0" r="0" b="0"/>
          </a:stretch>
        </p:blipFill>
        <p:spPr>
          <a:xfrm>
            <a:off x="6913364" y="3117056"/>
            <a:ext cx="4840337" cy="1714500"/>
          </a:xfrm>
          <a:prstGeom prst="rect">
            <a:avLst/>
          </a:prstGeom>
        </p:spPr>
      </p:pic>
      <p:sp>
        <p:nvSpPr>
          <p:cNvPr id="19" name="">
            <a:extLst>
              <a:ext uri="{FF2B5EF4-FFF2-40B4-BE49-F238E27FC236}">
                <a16:creationId id="{A1C434F7-12A3-4BD6-8034-0AF67CE2E5A8}"/>
              </a:ext>
            </a:extLst>
          </p:cNvPr>
          <p:cNvSpPr>
            <a:spLocks noGrp="1"/>
          </p:cNvSpPr>
          <p:nvPr/>
        </p:nvSpPr>
        <p:spPr>
          <a:xfrm>
            <a:off x="438150" y="5352157"/>
            <a:ext cx="11315700" cy="9525"/>
          </a:xfrm>
          <a:prstGeom prst="rect">
            <a:avLst/>
          </a:prstGeom>
          <a:solidFill>
            <a:srgbClr val="20272D"/>
          </a:solidFill>
          <a:ln w="0">
            <a:solidFill>
              <a:srgbClr val="000000">
                <a:alpha val="0"/>
              </a:srgbClr>
            </a:solidFill>
          </a:ln>
        </p:spPr>
      </p:sp>
      <p:sp>
        <p:nvSpPr>
          <p:cNvPr id="20" name="">
            <a:extLst>
              <a:ext uri="{FF2B5EF4-FFF2-40B4-BE49-F238E27FC236}">
                <a16:creationId id="{D9AF9E34-0402-4456-A596-E34E8C24B78A}"/>
              </a:ext>
            </a:extLst>
          </p:cNvPr>
          <p:cNvSpPr>
            <a:spLocks noGrp="1"/>
          </p:cNvSpPr>
          <p:nvPr/>
        </p:nvSpPr>
        <p:spPr>
          <a:xfrm>
            <a:off x="438150" y="5590282"/>
            <a:ext cx="1172319" cy="342900"/>
          </a:xfrm>
          <a:prstGeom prst="rect">
            <a:avLst/>
          </a:prstGeom>
          <a:solidFill>
            <a:srgbClr val="000000">
              <a:alpha val="0"/>
            </a:srgbClr>
          </a:solidFill>
          <a:ln w="0">
            <a:solidFill>
              <a:srgbClr val="000000">
                <a:alpha val="0"/>
              </a:srgbClr>
            </a:solidFill>
          </a:ln>
        </p:spPr>
        <p:txBody>
          <a:bodyPr lIns="0" tIns="0" rIns="0" bIns="0" anchor="ctr"/>
          <a:lstStyle/>
          <a:p>
            <a:r>
              <a:rPr sz="1706" b="0">
                <a:solidFill>
                  <a:srgbClr val="20272D"/>
                </a:solidFill>
              </a:rPr>
              <a:t>3D + LUTs</a:t>
            </a:r>
          </a:p>
        </p:txBody>
      </p:sp>
      <p:sp>
        <p:nvSpPr>
          <p:cNvPr id="21" name="">
            <a:extLst>
              <a:ext uri="{FF2B5EF4-FFF2-40B4-BE49-F238E27FC236}">
                <a16:creationId id="{3845C315-2864-40D1-BE03-3D7CAC372543}"/>
              </a:ext>
            </a:extLst>
          </p:cNvPr>
          <p:cNvSpPr>
            <a:spLocks noGrp="1"/>
          </p:cNvSpPr>
          <p:nvPr/>
        </p:nvSpPr>
        <p:spPr>
          <a:xfrm>
            <a:off x="438150" y="5985570"/>
            <a:ext cx="1184225"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compact edits</a:t>
            </a:r>
          </a:p>
        </p:txBody>
      </p:sp>
      <p:sp>
        <p:nvSpPr>
          <p:cNvPr id="22" name="">
            <a:extLst>
              <a:ext uri="{FF2B5EF4-FFF2-40B4-BE49-F238E27FC236}">
                <a16:creationId id="{C11993BD-1A3D-4D9A-ABC3-DA9465D3A466}"/>
              </a:ext>
            </a:extLst>
          </p:cNvPr>
          <p:cNvSpPr>
            <a:spLocks noGrp="1"/>
          </p:cNvSpPr>
          <p:nvPr/>
        </p:nvSpPr>
        <p:spPr>
          <a:xfrm>
            <a:off x="1927175" y="5590282"/>
            <a:ext cx="1435298" cy="342900"/>
          </a:xfrm>
          <a:prstGeom prst="rect">
            <a:avLst/>
          </a:prstGeom>
          <a:solidFill>
            <a:srgbClr val="000000">
              <a:alpha val="0"/>
            </a:srgbClr>
          </a:solidFill>
          <a:ln w="0">
            <a:solidFill>
              <a:srgbClr val="000000">
                <a:alpha val="0"/>
              </a:srgbClr>
            </a:solidFill>
          </a:ln>
        </p:spPr>
        <p:txBody>
          <a:bodyPr lIns="0" tIns="0" rIns="0" bIns="0" anchor="ctr"/>
          <a:lstStyle/>
          <a:p>
            <a:r>
              <a:rPr sz="1706" b="0">
                <a:solidFill>
                  <a:srgbClr val="20272D"/>
                </a:solidFill>
              </a:rPr>
              <a:t>Transformer</a:t>
            </a:r>
          </a:p>
        </p:txBody>
      </p:sp>
      <p:sp>
        <p:nvSpPr>
          <p:cNvPr id="23" name="">
            <a:extLst>
              <a:ext uri="{FF2B5EF4-FFF2-40B4-BE49-F238E27FC236}">
                <a16:creationId id="{5B9EB279-7240-49EF-88A7-E8F53F3FF70B}"/>
              </a:ext>
            </a:extLst>
          </p:cNvPr>
          <p:cNvSpPr>
            <a:spLocks noGrp="1"/>
          </p:cNvSpPr>
          <p:nvPr/>
        </p:nvSpPr>
        <p:spPr>
          <a:xfrm>
            <a:off x="1927175" y="5985570"/>
            <a:ext cx="1241227"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history context</a:t>
            </a:r>
          </a:p>
        </p:txBody>
      </p:sp>
      <p:sp>
        <p:nvSpPr>
          <p:cNvPr id="24" name="">
            <a:extLst>
              <a:ext uri="{FF2B5EF4-FFF2-40B4-BE49-F238E27FC236}">
                <a16:creationId id="{4EDE8CD3-14F5-4C34-82CD-5201665BD83A}"/>
              </a:ext>
            </a:extLst>
          </p:cNvPr>
          <p:cNvSpPr>
            <a:spLocks noGrp="1"/>
          </p:cNvSpPr>
          <p:nvPr/>
        </p:nvSpPr>
        <p:spPr>
          <a:xfrm>
            <a:off x="3667274" y="5590282"/>
            <a:ext cx="621357" cy="342900"/>
          </a:xfrm>
          <a:prstGeom prst="rect">
            <a:avLst/>
          </a:prstGeom>
          <a:solidFill>
            <a:srgbClr val="000000">
              <a:alpha val="0"/>
            </a:srgbClr>
          </a:solidFill>
          <a:ln w="0">
            <a:solidFill>
              <a:srgbClr val="000000">
                <a:alpha val="0"/>
              </a:srgbClr>
            </a:solidFill>
          </a:ln>
        </p:spPr>
        <p:txBody>
          <a:bodyPr lIns="0" tIns="0" rIns="0" bIns="0" anchor="ctr"/>
          <a:lstStyle/>
          <a:p>
            <a:r>
              <a:rPr sz="1706" b="0">
                <a:solidFill>
                  <a:srgbClr val="20272D"/>
                </a:solidFill>
              </a:rPr>
              <a:t>Flow</a:t>
            </a:r>
          </a:p>
        </p:txBody>
      </p:sp>
      <p:sp>
        <p:nvSpPr>
          <p:cNvPr id="25" name="">
            <a:extLst>
              <a:ext uri="{FF2B5EF4-FFF2-40B4-BE49-F238E27FC236}">
                <a16:creationId id="{4143974A-454E-4408-8AC1-F2D036468110}"/>
              </a:ext>
            </a:extLst>
          </p:cNvPr>
          <p:cNvSpPr>
            <a:spLocks noGrp="1"/>
          </p:cNvSpPr>
          <p:nvPr/>
        </p:nvSpPr>
        <p:spPr>
          <a:xfrm>
            <a:off x="3667274" y="5985570"/>
            <a:ext cx="1617464" cy="247650"/>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68727A"/>
                </a:solidFill>
              </a:rPr>
              <a:t>multiple candidates</a:t>
            </a:r>
          </a:p>
        </p:txBody>
      </p:sp>
      <p:sp>
        <p:nvSpPr>
          <p:cNvPr id="26" name="">
            <a:extLst>
              <a:ext uri="{FF2B5EF4-FFF2-40B4-BE49-F238E27FC236}">
                <a16:creationId id="{4EC265E7-3901-47B4-B6BB-AE6B499B9C60}"/>
              </a:ext>
            </a:extLst>
          </p:cNvPr>
          <p:cNvSpPr>
            <a:spLocks noGrp="1"/>
          </p:cNvSpPr>
          <p:nvPr/>
        </p:nvSpPr>
        <p:spPr>
          <a:xfrm>
            <a:off x="9713416" y="5695057"/>
            <a:ext cx="2135684" cy="419100"/>
          </a:xfrm>
          <a:prstGeom prst="rect">
            <a:avLst/>
          </a:prstGeom>
          <a:solidFill>
            <a:srgbClr val="000000">
              <a:alpha val="0"/>
            </a:srgbClr>
          </a:solidFill>
          <a:ln w="0">
            <a:solidFill>
              <a:srgbClr val="000000">
                <a:alpha val="0"/>
              </a:srgbClr>
            </a:solidFill>
          </a:ln>
        </p:spPr>
        <p:txBody>
          <a:bodyPr lIns="0" tIns="0" rIns="0" bIns="0" anchor="ctr"/>
          <a:lstStyle/>
          <a:p>
            <a:r>
              <a:rPr sz="2116" b="0">
                <a:solidFill>
                  <a:srgbClr val="20272D"/>
                </a:solidFill>
              </a:rPr>
              <a:t>Thank you / Q&amp;A</a:t>
            </a:r>
          </a:p>
        </p:txBody>
      </p:sp>
      <p:sp>
        <p:nvSpPr>
          <p:cNvPr id="27" name="">
            <a:extLst>
              <a:ext uri="{FF2B5EF4-FFF2-40B4-BE49-F238E27FC236}">
                <a16:creationId id="{F6E4CD9B-60D9-46A9-BA6B-FEE966865B40}"/>
              </a:ext>
            </a:extLst>
          </p:cNvPr>
          <p:cNvSpPr>
            <a:spLocks noGrp="1"/>
          </p:cNvSpPr>
          <p:nvPr/>
        </p:nvSpPr>
        <p:spPr>
          <a:xfrm>
            <a:off x="438150" y="6395145"/>
            <a:ext cx="11315700" cy="9525"/>
          </a:xfrm>
          <a:prstGeom prst="rect">
            <a:avLst/>
          </a:prstGeom>
          <a:solidFill>
            <a:srgbClr val="20272D"/>
          </a:solidFill>
          <a:ln w="0">
            <a:solidFill>
              <a:srgbClr val="000000">
                <a:alpha val="0"/>
              </a:srgbClr>
            </a:solidFill>
          </a:ln>
        </p:spPr>
      </p:sp>
      <p:sp>
        <p:nvSpPr>
          <p:cNvPr id="28" name="">
            <a:extLst>
              <a:ext uri="{FF2B5EF4-FFF2-40B4-BE49-F238E27FC236}">
                <a16:creationId id="{8A8DC798-F152-49F1-B873-66B4C28B4C40}"/>
              </a:ext>
            </a:extLst>
          </p:cNvPr>
          <p:cNvSpPr>
            <a:spLocks noGrp="1"/>
          </p:cNvSpPr>
          <p:nvPr/>
        </p:nvSpPr>
        <p:spPr>
          <a:xfrm>
            <a:off x="438150" y="6480870"/>
            <a:ext cx="1024979" cy="209550"/>
          </a:xfrm>
          <a:prstGeom prst="rect">
            <a:avLst/>
          </a:prstGeom>
          <a:solidFill>
            <a:srgbClr val="000000">
              <a:alpha val="0"/>
            </a:srgbClr>
          </a:solidFill>
          <a:ln w="0">
            <a:solidFill>
              <a:srgbClr val="000000">
                <a:alpha val="0"/>
              </a:srgbClr>
            </a:solidFill>
          </a:ln>
        </p:spPr>
        <p:txBody>
          <a:bodyPr lIns="0" tIns="0" rIns="0" bIns="0" anchor="ctr"/>
          <a:lstStyle/>
          <a:p>
            <a:r>
              <a:rPr sz="819" b="0">
                <a:solidFill>
                  <a:srgbClr val="68727A"/>
                </a:solidFill>
              </a:rPr>
              <a:t>REPORT 5.1–5.5</a:t>
            </a:r>
          </a:p>
        </p:txBody>
      </p:sp>
      <p:sp>
        <p:nvSpPr>
          <p:cNvPr id="29" name="">
            <a:extLst>
              <a:ext uri="{FF2B5EF4-FFF2-40B4-BE49-F238E27FC236}">
                <a16:creationId id="{CA85D5D6-C7AC-4354-BC36-7DD7CB8AFBF4}"/>
              </a:ext>
            </a:extLst>
          </p:cNvPr>
          <p:cNvSpPr>
            <a:spLocks noGrp="1"/>
          </p:cNvSpPr>
          <p:nvPr/>
        </p:nvSpPr>
        <p:spPr>
          <a:xfrm>
            <a:off x="11320760" y="6480870"/>
            <a:ext cx="528340" cy="209550"/>
          </a:xfrm>
          <a:prstGeom prst="rect">
            <a:avLst/>
          </a:prstGeom>
          <a:solidFill>
            <a:srgbClr val="000000">
              <a:alpha val="0"/>
            </a:srgbClr>
          </a:solidFill>
          <a:ln w="0">
            <a:solidFill>
              <a:srgbClr val="000000">
                <a:alpha val="0"/>
              </a:srgbClr>
            </a:solidFill>
          </a:ln>
        </p:spPr>
        <p:txBody>
          <a:bodyPr lIns="0" tIns="0" rIns="0" bIns="0" anchor="ctr"/>
          <a:lstStyle/>
          <a:p>
            <a:r>
              <a:rPr sz="819" b="1">
                <a:solidFill>
                  <a:srgbClr val="20272D"/>
                </a:solidFill>
              </a:rPr>
              <a:t>25 / 25</a:t>
            </a:r>
          </a:p>
        </p:txBody>
      </p:sp>
      <p:sp>
        <p:nvSpPr>
          <p:cNvPr id="30" name="">
            <a:extLst>
              <a:ext uri="{FF2B5EF4-FFF2-40B4-BE49-F238E27FC236}">
                <a16:creationId id="{F93666FD-C1BB-4AED-B491-AA93F9B9012D}"/>
              </a:ext>
            </a:extLst>
          </p:cNvPr>
          <p:cNvSpPr>
            <a:spLocks noGrp="1"/>
          </p:cNvSpPr>
          <p:nvPr/>
        </p:nvSpPr>
        <p:spPr>
          <a:xfrm>
            <a:off x="438150" y="361950"/>
            <a:ext cx="276225" cy="276225"/>
          </a:xfrm>
          <a:prstGeom prst="rect">
            <a:avLst/>
          </a:prstGeom>
          <a:solidFill>
            <a:srgbClr val="000000">
              <a:alpha val="0"/>
            </a:srgbClr>
          </a:solidFill>
          <a:ln w="0">
            <a:solidFill>
              <a:srgbClr val="000000">
                <a:alpha val="0"/>
              </a:srgbClr>
            </a:solidFill>
          </a:ln>
        </p:spPr>
        <p:txBody>
          <a:bodyPr lIns="0" tIns="0" rIns="0" bIns="0" anchor="ctr"/>
          <a:lstStyle/>
          <a:p>
            <a:r>
              <a:rPr sz="1228" b="0">
                <a:solidFill>
                  <a:srgbClr val="5C5C5C"/>
                </a:solidFill>
              </a:rPr>
              <a:t>//</a:t>
            </a:r>
          </a:p>
        </p:txBody>
      </p:sp>
    </p:spTree>
    <p:extLst>
      <p:ext uri="{BB962C8B-B14F-4D97-AF65-F5344CB8AC3E}">
        <ns4:creationId val="12134054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2026-10-29T04:27:24.4340000Z</dcterms:created>
  <dcterms:modified xsi:type="dcterms:W3CDTF">2026-10-29T04:27:24.4340000Z</dcterms:modified>
</coreProperties>
</file>